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s/slide38.xml" ContentType="application/vnd.openxmlformats-officedocument.presentationml.slide+xml"/>
  <Override PartName="/ppt/slides/slide47.xml" ContentType="application/vnd.openxmlformats-officedocument.presentationml.slide+xml"/>
  <Override PartName="/ppt/slides/slide56.xml" ContentType="application/vnd.openxmlformats-officedocument.presentationml.slide+xml"/>
  <Override PartName="/ppt/slideLayouts/slideLayout8.xml" ContentType="application/vnd.openxmlformats-officedocument.presentationml.slideLayout+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s/slide45.xml" ContentType="application/vnd.openxmlformats-officedocument.presentationml.slide+xml"/>
  <Override PartName="/ppt/slides/slide54.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slides/slide43.xml" ContentType="application/vnd.openxmlformats-officedocument.presentationml.slide+xml"/>
  <Override PartName="/ppt/slides/slide5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slides/slide41.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4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s/slide48.xml" ContentType="application/vnd.openxmlformats-officedocument.presentationml.slide+xml"/>
  <Override PartName="/ppt/slides/slide57.xml" ContentType="application/vnd.openxmlformats-officedocument.presentationml.slide+xml"/>
  <Override PartName="/ppt/slideLayouts/slideLayout7.xml" ContentType="application/vnd.openxmlformats-officedocument.presentationml.slideLayout+xml"/>
  <Default Extension="png" ContentType="image/png"/>
  <Override PartName="/ppt/notesSlides/notesSlide1.xml" ContentType="application/vnd.openxmlformats-officedocument.presentationml.notesSlide+xml"/>
  <Override PartName="/ppt/notesSlides/notesSlide3.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46.xml" ContentType="application/vnd.openxmlformats-officedocument.presentationml.slide+xml"/>
  <Override PartName="/ppt/slides/slide55.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s/slide53.xml" ContentType="application/vnd.openxmlformats-officedocument.presentationml.slide+xml"/>
  <Default Extension="jpeg" ContentType="image/jpeg"/>
  <Override PartName="/ppt/slideLayouts/slideLayout3.xml" ContentType="application/vnd.openxmlformats-officedocument.presentationml.slideLayout+xml"/>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51.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slideLayouts/slideLayout12.xml" ContentType="application/vnd.openxmlformats-officedocument.presentationml.slideLayout+xml"/>
  <Override PartName="/ppt/slideLayouts/slideLayout10.xml" ContentType="application/vnd.openxmlformats-officedocument.presentationml.slideLayout+xml"/>
  <Default Extension="gif" ContentType="image/gif"/>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59"/>
  </p:notesMasterIdLst>
  <p:sldIdLst>
    <p:sldId id="256" r:id="rId2"/>
    <p:sldId id="258" r:id="rId3"/>
    <p:sldId id="260" r:id="rId4"/>
    <p:sldId id="262" r:id="rId5"/>
    <p:sldId id="293" r:id="rId6"/>
    <p:sldId id="261" r:id="rId7"/>
    <p:sldId id="264" r:id="rId8"/>
    <p:sldId id="291" r:id="rId9"/>
    <p:sldId id="292" r:id="rId10"/>
    <p:sldId id="266" r:id="rId11"/>
    <p:sldId id="290" r:id="rId12"/>
    <p:sldId id="267" r:id="rId13"/>
    <p:sldId id="285" r:id="rId14"/>
    <p:sldId id="286" r:id="rId15"/>
    <p:sldId id="287" r:id="rId16"/>
    <p:sldId id="288" r:id="rId17"/>
    <p:sldId id="294" r:id="rId18"/>
    <p:sldId id="295" r:id="rId19"/>
    <p:sldId id="296" r:id="rId20"/>
    <p:sldId id="297" r:id="rId21"/>
    <p:sldId id="299" r:id="rId22"/>
    <p:sldId id="300" r:id="rId23"/>
    <p:sldId id="301" r:id="rId24"/>
    <p:sldId id="302" r:id="rId25"/>
    <p:sldId id="303" r:id="rId26"/>
    <p:sldId id="319" r:id="rId27"/>
    <p:sldId id="304" r:id="rId28"/>
    <p:sldId id="305" r:id="rId29"/>
    <p:sldId id="306" r:id="rId30"/>
    <p:sldId id="307" r:id="rId31"/>
    <p:sldId id="308" r:id="rId32"/>
    <p:sldId id="309" r:id="rId33"/>
    <p:sldId id="310" r:id="rId34"/>
    <p:sldId id="311" r:id="rId35"/>
    <p:sldId id="312" r:id="rId36"/>
    <p:sldId id="313" r:id="rId37"/>
    <p:sldId id="314" r:id="rId38"/>
    <p:sldId id="315" r:id="rId39"/>
    <p:sldId id="316" r:id="rId40"/>
    <p:sldId id="317" r:id="rId41"/>
    <p:sldId id="318" r:id="rId42"/>
    <p:sldId id="282" r:id="rId43"/>
    <p:sldId id="269" r:id="rId44"/>
    <p:sldId id="270" r:id="rId45"/>
    <p:sldId id="271" r:id="rId46"/>
    <p:sldId id="281" r:id="rId47"/>
    <p:sldId id="272" r:id="rId48"/>
    <p:sldId id="273" r:id="rId49"/>
    <p:sldId id="274" r:id="rId50"/>
    <p:sldId id="283" r:id="rId51"/>
    <p:sldId id="275" r:id="rId52"/>
    <p:sldId id="276" r:id="rId53"/>
    <p:sldId id="277" r:id="rId54"/>
    <p:sldId id="284" r:id="rId55"/>
    <p:sldId id="278" r:id="rId56"/>
    <p:sldId id="279" r:id="rId57"/>
    <p:sldId id="289" r:id="rId5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xmlns="">
          <a:srgbClr val="FF0000"/>
        </p14:laserClr>
      </p:ext>
      <p:ext uri="{2FDB2607-1784-4EEB-B798-7EB5836EED8A}">
        <p14:showMediaCtrls xmlns:p14="http://schemas.microsoft.com/office/powerpoint/2010/main" xmlns="" val="1"/>
      </p:ext>
    </p:extLst>
  </p:showPr>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p:scale>
          <a:sx n="60" d="100"/>
          <a:sy n="60" d="100"/>
        </p:scale>
        <p:origin x="-1656" y="-258"/>
      </p:cViewPr>
      <p:guideLst>
        <p:guide orient="horz" pos="2160"/>
        <p:guide pos="2880"/>
      </p:guideLst>
    </p:cSldViewPr>
  </p:slideViewPr>
  <p:notesTextViewPr>
    <p:cViewPr>
      <p:scale>
        <a:sx n="100" d="100"/>
        <a:sy n="100" d="100"/>
      </p:scale>
      <p:origin x="0" y="0"/>
    </p:cViewPr>
  </p:notesTextViewPr>
  <p:sorterViewPr>
    <p:cViewPr>
      <p:scale>
        <a:sx n="100" d="100"/>
        <a:sy n="100" d="100"/>
      </p:scale>
      <p:origin x="0" y="11376"/>
    </p:cViewPr>
  </p:sorterViewPr>
  <p:gridSpacing cx="73736200" cy="7373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C57BB1E3-CBAC-449F-A982-91CE682690AD}" type="datetimeFigureOut">
              <a:rPr lang="en-US" smtClean="0"/>
              <a:pPr/>
              <a:t>10/31/2018</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EC274863-B3A2-428B-9D0D-D05C006BEBB1}" type="slidenum">
              <a:rPr lang="en-US" smtClean="0"/>
              <a:pPr/>
              <a:t>‹#›</a:t>
            </a:fld>
            <a:endParaRPr lang="en-US"/>
          </a:p>
        </p:txBody>
      </p:sp>
    </p:spTree>
    <p:extLst>
      <p:ext uri="{BB962C8B-B14F-4D97-AF65-F5344CB8AC3E}">
        <p14:creationId xmlns:p14="http://schemas.microsoft.com/office/powerpoint/2010/main" xmlns="" val="33965808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EC274863-B3A2-428B-9D0D-D05C006BEBB1}" type="slidenum">
              <a:rPr lang="en-US" smtClean="0"/>
              <a:pPr/>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aseline="0" dirty="0" err="1" smtClean="0"/>
              <a:t>Tài</a:t>
            </a:r>
            <a:r>
              <a:rPr lang="en-US" baseline="0" dirty="0" smtClean="0"/>
              <a:t> </a:t>
            </a:r>
            <a:r>
              <a:rPr lang="en-US" baseline="0" dirty="0" err="1" smtClean="0"/>
              <a:t>liệu</a:t>
            </a:r>
            <a:r>
              <a:rPr lang="en-US" baseline="0" dirty="0" smtClean="0"/>
              <a:t> </a:t>
            </a:r>
            <a:r>
              <a:rPr lang="en-US" baseline="0" dirty="0" err="1" smtClean="0"/>
              <a:t>tham</a:t>
            </a:r>
            <a:r>
              <a:rPr lang="en-US" baseline="0" dirty="0" smtClean="0"/>
              <a:t> </a:t>
            </a:r>
            <a:r>
              <a:rPr lang="en-US" baseline="0" dirty="0" err="1" smtClean="0"/>
              <a:t>khảo</a:t>
            </a:r>
            <a:r>
              <a:rPr lang="en-US" baseline="0" dirty="0" smtClean="0"/>
              <a:t> NCBI</a:t>
            </a:r>
          </a:p>
          <a:p>
            <a:r>
              <a:rPr lang="en-US" baseline="0" dirty="0" err="1" smtClean="0"/>
              <a:t>Giáo</a:t>
            </a:r>
            <a:r>
              <a:rPr lang="en-US" baseline="0" dirty="0" smtClean="0"/>
              <a:t> </a:t>
            </a:r>
            <a:r>
              <a:rPr lang="en-US" baseline="0" dirty="0" err="1" smtClean="0"/>
              <a:t>Trình</a:t>
            </a:r>
            <a:r>
              <a:rPr lang="en-US" baseline="0" dirty="0" smtClean="0"/>
              <a:t> </a:t>
            </a:r>
            <a:r>
              <a:rPr lang="en-US" baseline="0" dirty="0" err="1" smtClean="0"/>
              <a:t>Nhi</a:t>
            </a:r>
            <a:r>
              <a:rPr lang="en-US" baseline="0" dirty="0" smtClean="0"/>
              <a:t> </a:t>
            </a:r>
            <a:r>
              <a:rPr lang="en-US" baseline="0" dirty="0" err="1" smtClean="0"/>
              <a:t>Khoa</a:t>
            </a:r>
            <a:r>
              <a:rPr lang="en-US" baseline="0" dirty="0" smtClean="0"/>
              <a:t> </a:t>
            </a:r>
            <a:r>
              <a:rPr lang="en-US" baseline="0" dirty="0" err="1" smtClean="0"/>
              <a:t>tập</a:t>
            </a:r>
            <a:r>
              <a:rPr lang="en-US" baseline="0" dirty="0" smtClean="0"/>
              <a:t> 2 </a:t>
            </a:r>
            <a:r>
              <a:rPr lang="en-US" baseline="0" dirty="0" err="1" smtClean="0"/>
              <a:t>Đại</a:t>
            </a:r>
            <a:r>
              <a:rPr lang="en-US" baseline="0" dirty="0" smtClean="0"/>
              <a:t> </a:t>
            </a:r>
            <a:r>
              <a:rPr lang="en-US" baseline="0" dirty="0" err="1" smtClean="0"/>
              <a:t>học</a:t>
            </a:r>
            <a:r>
              <a:rPr lang="en-US" baseline="0" dirty="0" smtClean="0"/>
              <a:t> Y </a:t>
            </a:r>
            <a:r>
              <a:rPr lang="en-US" baseline="0" dirty="0" err="1" smtClean="0"/>
              <a:t>Dược</a:t>
            </a:r>
            <a:r>
              <a:rPr lang="en-US" baseline="0" dirty="0" smtClean="0"/>
              <a:t> </a:t>
            </a:r>
            <a:r>
              <a:rPr lang="en-US" baseline="0" dirty="0" err="1" smtClean="0"/>
              <a:t>Huế</a:t>
            </a:r>
            <a:endParaRPr lang="en-US" dirty="0"/>
          </a:p>
        </p:txBody>
      </p:sp>
      <p:sp>
        <p:nvSpPr>
          <p:cNvPr id="4" name="Slide Number Placeholder 3"/>
          <p:cNvSpPr>
            <a:spLocks noGrp="1"/>
          </p:cNvSpPr>
          <p:nvPr>
            <p:ph type="sldNum" sz="quarter" idx="10"/>
          </p:nvPr>
        </p:nvSpPr>
        <p:spPr/>
        <p:txBody>
          <a:bodyPr/>
          <a:lstStyle/>
          <a:p>
            <a:fld id="{AAEE7772-45DB-4F64-8374-2C831E66EC81}" type="slidenum">
              <a:rPr lang="en-US" smtClean="0"/>
              <a:pPr/>
              <a:t>3</a:t>
            </a:fld>
            <a:endParaRPr lang="en-US"/>
          </a:p>
        </p:txBody>
      </p:sp>
    </p:spTree>
    <p:extLst>
      <p:ext uri="{BB962C8B-B14F-4D97-AF65-F5344CB8AC3E}">
        <p14:creationId xmlns:p14="http://schemas.microsoft.com/office/powerpoint/2010/main" xmlns="" val="371450685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EC274863-B3A2-428B-9D0D-D05C006BEBB1}" type="slidenum">
              <a:rPr lang="en-US" smtClean="0"/>
              <a:pPr/>
              <a:t>6</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indent="0">
              <a:lnSpc>
                <a:spcPct val="100000"/>
              </a:lnSpc>
              <a:spcBef>
                <a:spcPts val="0"/>
              </a:spcBef>
            </a:pPr>
            <a:r>
              <a:rPr lang="en-US" sz="1200" dirty="0" smtClean="0">
                <a:latin typeface="Times New Roman" pitchFamily="18" charset="0"/>
                <a:cs typeface="Times New Roman" pitchFamily="18" charset="0"/>
              </a:rPr>
              <a:t>** </a:t>
            </a:r>
            <a:r>
              <a:rPr lang="en-US" sz="1200" dirty="0" err="1" smtClean="0">
                <a:latin typeface="Times New Roman" pitchFamily="18" charset="0"/>
                <a:cs typeface="Times New Roman" pitchFamily="18" charset="0"/>
              </a:rPr>
              <a:t>Tiền</a:t>
            </a:r>
            <a:r>
              <a:rPr lang="en-US" sz="1200" dirty="0" smtClean="0">
                <a:latin typeface="Times New Roman" pitchFamily="18" charset="0"/>
                <a:cs typeface="Times New Roman" pitchFamily="18" charset="0"/>
              </a:rPr>
              <a:t> </a:t>
            </a:r>
            <a:r>
              <a:rPr lang="en-US" sz="1200" dirty="0" err="1" smtClean="0">
                <a:latin typeface="Times New Roman" pitchFamily="18" charset="0"/>
                <a:cs typeface="Times New Roman" pitchFamily="18" charset="0"/>
              </a:rPr>
              <a:t>sử</a:t>
            </a:r>
            <a:endParaRPr lang="en-US" sz="1200" dirty="0" smtClean="0">
              <a:latin typeface="Times New Roman" pitchFamily="18" charset="0"/>
              <a:cs typeface="Times New Roman" pitchFamily="18" charset="0"/>
            </a:endParaRPr>
          </a:p>
          <a:p>
            <a:pPr indent="0">
              <a:lnSpc>
                <a:spcPct val="100000"/>
              </a:lnSpc>
              <a:spcBef>
                <a:spcPts val="0"/>
              </a:spcBef>
            </a:pPr>
            <a:r>
              <a:rPr lang="en-US" sz="1200" dirty="0" smtClean="0">
                <a:latin typeface="Times New Roman" pitchFamily="18" charset="0"/>
                <a:cs typeface="Times New Roman" pitchFamily="18" charset="0"/>
              </a:rPr>
              <a:t>1. </a:t>
            </a:r>
            <a:r>
              <a:rPr lang="en-US" sz="1200" dirty="0" err="1" smtClean="0">
                <a:latin typeface="Times New Roman" pitchFamily="18" charset="0"/>
                <a:cs typeface="Times New Roman" pitchFamily="18" charset="0"/>
              </a:rPr>
              <a:t>Bản</a:t>
            </a:r>
            <a:r>
              <a:rPr lang="en-US" sz="1200" dirty="0" smtClean="0">
                <a:latin typeface="Times New Roman" pitchFamily="18" charset="0"/>
                <a:cs typeface="Times New Roman" pitchFamily="18" charset="0"/>
              </a:rPr>
              <a:t> </a:t>
            </a:r>
            <a:r>
              <a:rPr lang="en-US" sz="1200" dirty="0" err="1" smtClean="0">
                <a:latin typeface="Times New Roman" pitchFamily="18" charset="0"/>
                <a:cs typeface="Times New Roman" pitchFamily="18" charset="0"/>
              </a:rPr>
              <a:t>thân</a:t>
            </a:r>
            <a:r>
              <a:rPr lang="en-US" sz="1200" dirty="0" smtClean="0">
                <a:latin typeface="Times New Roman" pitchFamily="18" charset="0"/>
                <a:cs typeface="Times New Roman" pitchFamily="18" charset="0"/>
              </a:rPr>
              <a:t> </a:t>
            </a:r>
          </a:p>
          <a:p>
            <a:pPr indent="0">
              <a:lnSpc>
                <a:spcPct val="100000"/>
              </a:lnSpc>
              <a:spcBef>
                <a:spcPts val="0"/>
              </a:spcBef>
            </a:pPr>
            <a:r>
              <a:rPr lang="en-US" sz="1200" dirty="0" smtClean="0">
                <a:latin typeface="Times New Roman" pitchFamily="18" charset="0"/>
                <a:cs typeface="Times New Roman" pitchFamily="18" charset="0"/>
              </a:rPr>
              <a:t>PARA : 1101 </a:t>
            </a:r>
          </a:p>
          <a:p>
            <a:pPr indent="0">
              <a:lnSpc>
                <a:spcPct val="100000"/>
              </a:lnSpc>
              <a:spcBef>
                <a:spcPts val="0"/>
              </a:spcBef>
            </a:pPr>
            <a:r>
              <a:rPr lang="en-US" sz="1200" dirty="0" err="1" smtClean="0">
                <a:latin typeface="Times New Roman" pitchFamily="18" charset="0"/>
                <a:cs typeface="Times New Roman" pitchFamily="18" charset="0"/>
              </a:rPr>
              <a:t>Tiêm</a:t>
            </a:r>
            <a:r>
              <a:rPr lang="en-US" sz="1200" dirty="0" smtClean="0">
                <a:latin typeface="Times New Roman" pitchFamily="18" charset="0"/>
                <a:cs typeface="Times New Roman" pitchFamily="18" charset="0"/>
              </a:rPr>
              <a:t> </a:t>
            </a:r>
            <a:r>
              <a:rPr lang="en-US" sz="1200" dirty="0" err="1" smtClean="0">
                <a:latin typeface="Times New Roman" pitchFamily="18" charset="0"/>
                <a:cs typeface="Times New Roman" pitchFamily="18" charset="0"/>
              </a:rPr>
              <a:t>chủng</a:t>
            </a:r>
            <a:r>
              <a:rPr lang="en-US" sz="1200" dirty="0" smtClean="0">
                <a:latin typeface="Times New Roman" pitchFamily="18" charset="0"/>
                <a:cs typeface="Times New Roman" pitchFamily="18" charset="0"/>
              </a:rPr>
              <a:t>: </a:t>
            </a:r>
            <a:r>
              <a:rPr lang="en-US" sz="1200" dirty="0" err="1" smtClean="0">
                <a:latin typeface="Times New Roman" pitchFamily="18" charset="0"/>
                <a:cs typeface="Times New Roman" pitchFamily="18" charset="0"/>
              </a:rPr>
              <a:t>chưa</a:t>
            </a:r>
            <a:r>
              <a:rPr lang="en-US" sz="1200" dirty="0" smtClean="0">
                <a:latin typeface="Times New Roman" pitchFamily="18" charset="0"/>
                <a:cs typeface="Times New Roman" pitchFamily="18" charset="0"/>
              </a:rPr>
              <a:t> </a:t>
            </a:r>
            <a:r>
              <a:rPr lang="en-US" sz="1200" dirty="0" err="1" smtClean="0">
                <a:latin typeface="Times New Roman" pitchFamily="18" charset="0"/>
                <a:cs typeface="Times New Roman" pitchFamily="18" charset="0"/>
              </a:rPr>
              <a:t>tiêm</a:t>
            </a:r>
            <a:r>
              <a:rPr lang="en-US" sz="1200" dirty="0" smtClean="0">
                <a:latin typeface="Times New Roman" pitchFamily="18" charset="0"/>
                <a:cs typeface="Times New Roman" pitchFamily="18" charset="0"/>
              </a:rPr>
              <a:t> </a:t>
            </a:r>
            <a:r>
              <a:rPr lang="en-US" sz="1200" dirty="0" err="1" smtClean="0">
                <a:latin typeface="Times New Roman" pitchFamily="18" charset="0"/>
                <a:cs typeface="Times New Roman" pitchFamily="18" charset="0"/>
              </a:rPr>
              <a:t>Bại</a:t>
            </a:r>
            <a:r>
              <a:rPr lang="en-US" sz="1200" dirty="0" smtClean="0">
                <a:latin typeface="Times New Roman" pitchFamily="18" charset="0"/>
                <a:cs typeface="Times New Roman" pitchFamily="18" charset="0"/>
              </a:rPr>
              <a:t> </a:t>
            </a:r>
            <a:r>
              <a:rPr lang="en-US" sz="1200" dirty="0" err="1" smtClean="0">
                <a:latin typeface="Times New Roman" pitchFamily="18" charset="0"/>
                <a:cs typeface="Times New Roman" pitchFamily="18" charset="0"/>
              </a:rPr>
              <a:t>liệt</a:t>
            </a:r>
            <a:r>
              <a:rPr lang="en-US" sz="1200" dirty="0" smtClean="0">
                <a:latin typeface="Times New Roman" pitchFamily="18" charset="0"/>
                <a:cs typeface="Times New Roman" pitchFamily="18" charset="0"/>
              </a:rPr>
              <a:t> 3, BH-HG-UV-VGB-</a:t>
            </a:r>
            <a:r>
              <a:rPr lang="en-US" sz="1200" dirty="0" err="1" smtClean="0">
                <a:latin typeface="Times New Roman" pitchFamily="18" charset="0"/>
                <a:cs typeface="Times New Roman" pitchFamily="18" charset="0"/>
              </a:rPr>
              <a:t>Hib</a:t>
            </a:r>
            <a:r>
              <a:rPr lang="en-US" sz="1200" dirty="0" smtClean="0">
                <a:latin typeface="Times New Roman" pitchFamily="18" charset="0"/>
                <a:cs typeface="Times New Roman" pitchFamily="18" charset="0"/>
              </a:rPr>
              <a:t> 3</a:t>
            </a:r>
          </a:p>
          <a:p>
            <a:pPr indent="0">
              <a:lnSpc>
                <a:spcPct val="100000"/>
              </a:lnSpc>
              <a:spcBef>
                <a:spcPts val="0"/>
              </a:spcBef>
            </a:pPr>
            <a:r>
              <a:rPr lang="en-US" sz="1200" dirty="0" err="1" smtClean="0">
                <a:latin typeface="Times New Roman" pitchFamily="18" charset="0"/>
                <a:cs typeface="Times New Roman" pitchFamily="18" charset="0"/>
              </a:rPr>
              <a:t>Quá</a:t>
            </a:r>
            <a:r>
              <a:rPr lang="en-US" sz="1200" dirty="0" smtClean="0">
                <a:latin typeface="Times New Roman" pitchFamily="18" charset="0"/>
                <a:cs typeface="Times New Roman" pitchFamily="18" charset="0"/>
              </a:rPr>
              <a:t> </a:t>
            </a:r>
            <a:r>
              <a:rPr lang="en-US" sz="1200" dirty="0" err="1" smtClean="0">
                <a:latin typeface="Times New Roman" pitchFamily="18" charset="0"/>
                <a:cs typeface="Times New Roman" pitchFamily="18" charset="0"/>
              </a:rPr>
              <a:t>trình</a:t>
            </a:r>
            <a:r>
              <a:rPr lang="en-US" sz="1200" dirty="0" smtClean="0">
                <a:latin typeface="Times New Roman" pitchFamily="18" charset="0"/>
                <a:cs typeface="Times New Roman" pitchFamily="18" charset="0"/>
              </a:rPr>
              <a:t> </a:t>
            </a:r>
            <a:r>
              <a:rPr lang="en-US" sz="1200" dirty="0" err="1" smtClean="0">
                <a:latin typeface="Times New Roman" pitchFamily="18" charset="0"/>
                <a:cs typeface="Times New Roman" pitchFamily="18" charset="0"/>
              </a:rPr>
              <a:t>phát</a:t>
            </a:r>
            <a:r>
              <a:rPr lang="en-US" sz="1200" dirty="0" smtClean="0">
                <a:latin typeface="Times New Roman" pitchFamily="18" charset="0"/>
                <a:cs typeface="Times New Roman" pitchFamily="18" charset="0"/>
              </a:rPr>
              <a:t> </a:t>
            </a:r>
            <a:r>
              <a:rPr lang="en-US" sz="1200" dirty="0" err="1" smtClean="0">
                <a:latin typeface="Times New Roman" pitchFamily="18" charset="0"/>
                <a:cs typeface="Times New Roman" pitchFamily="18" charset="0"/>
              </a:rPr>
              <a:t>triển</a:t>
            </a:r>
            <a:r>
              <a:rPr lang="en-US" sz="1200" dirty="0" smtClean="0">
                <a:latin typeface="Times New Roman" pitchFamily="18" charset="0"/>
                <a:cs typeface="Times New Roman" pitchFamily="18" charset="0"/>
              </a:rPr>
              <a:t> </a:t>
            </a:r>
            <a:r>
              <a:rPr lang="en-US" sz="1200" dirty="0" err="1" smtClean="0">
                <a:latin typeface="Times New Roman" pitchFamily="18" charset="0"/>
                <a:cs typeface="Times New Roman" pitchFamily="18" charset="0"/>
              </a:rPr>
              <a:t>bình</a:t>
            </a:r>
            <a:r>
              <a:rPr lang="en-US" sz="1200" dirty="0" smtClean="0">
                <a:latin typeface="Times New Roman" pitchFamily="18" charset="0"/>
                <a:cs typeface="Times New Roman" pitchFamily="18" charset="0"/>
              </a:rPr>
              <a:t> </a:t>
            </a:r>
            <a:r>
              <a:rPr lang="en-US" sz="1200" dirty="0" err="1" smtClean="0">
                <a:latin typeface="Times New Roman" pitchFamily="18" charset="0"/>
                <a:cs typeface="Times New Roman" pitchFamily="18" charset="0"/>
              </a:rPr>
              <a:t>thường</a:t>
            </a:r>
            <a:endParaRPr lang="en-US" sz="1200" dirty="0" smtClean="0">
              <a:latin typeface="Times New Roman" pitchFamily="18" charset="0"/>
              <a:cs typeface="Times New Roman" pitchFamily="18" charset="0"/>
            </a:endParaRPr>
          </a:p>
          <a:p>
            <a:pPr indent="0">
              <a:lnSpc>
                <a:spcPct val="100000"/>
              </a:lnSpc>
              <a:spcBef>
                <a:spcPts val="0"/>
              </a:spcBef>
            </a:pPr>
            <a:r>
              <a:rPr lang="en-US" sz="1200" dirty="0" err="1" smtClean="0">
                <a:latin typeface="Times New Roman" pitchFamily="18" charset="0"/>
                <a:cs typeface="Times New Roman" pitchFamily="18" charset="0"/>
              </a:rPr>
              <a:t>Trẻ</a:t>
            </a:r>
            <a:r>
              <a:rPr lang="en-US" sz="1200" dirty="0" smtClean="0">
                <a:latin typeface="Times New Roman" pitchFamily="18" charset="0"/>
                <a:cs typeface="Times New Roman" pitchFamily="18" charset="0"/>
              </a:rPr>
              <a:t> </a:t>
            </a:r>
            <a:r>
              <a:rPr lang="en-US" sz="1200" dirty="0" err="1" smtClean="0">
                <a:latin typeface="Times New Roman" pitchFamily="18" charset="0"/>
                <a:cs typeface="Times New Roman" pitchFamily="18" charset="0"/>
              </a:rPr>
              <a:t>được</a:t>
            </a:r>
            <a:r>
              <a:rPr lang="en-US" sz="1200" dirty="0" smtClean="0">
                <a:latin typeface="Times New Roman" pitchFamily="18" charset="0"/>
                <a:cs typeface="Times New Roman" pitchFamily="18" charset="0"/>
              </a:rPr>
              <a:t> </a:t>
            </a:r>
            <a:r>
              <a:rPr lang="en-US" sz="1200" dirty="0" err="1" smtClean="0">
                <a:latin typeface="Times New Roman" pitchFamily="18" charset="0"/>
                <a:cs typeface="Times New Roman" pitchFamily="18" charset="0"/>
              </a:rPr>
              <a:t>uống</a:t>
            </a:r>
            <a:r>
              <a:rPr lang="en-US" sz="1200" dirty="0" smtClean="0">
                <a:latin typeface="Times New Roman" pitchFamily="18" charset="0"/>
                <a:cs typeface="Times New Roman" pitchFamily="18" charset="0"/>
              </a:rPr>
              <a:t> </a:t>
            </a:r>
            <a:r>
              <a:rPr lang="en-US" sz="1200" dirty="0" err="1" smtClean="0">
                <a:latin typeface="Times New Roman" pitchFamily="18" charset="0"/>
                <a:cs typeface="Times New Roman" pitchFamily="18" charset="0"/>
              </a:rPr>
              <a:t>sữa</a:t>
            </a:r>
            <a:r>
              <a:rPr lang="en-US" sz="1200" dirty="0" smtClean="0">
                <a:latin typeface="Times New Roman" pitchFamily="18" charset="0"/>
                <a:cs typeface="Times New Roman" pitchFamily="18" charset="0"/>
              </a:rPr>
              <a:t> </a:t>
            </a:r>
            <a:r>
              <a:rPr lang="en-US" sz="1200" dirty="0" err="1" smtClean="0">
                <a:latin typeface="Times New Roman" pitchFamily="18" charset="0"/>
                <a:cs typeface="Times New Roman" pitchFamily="18" charset="0"/>
              </a:rPr>
              <a:t>ngoài</a:t>
            </a:r>
            <a:r>
              <a:rPr lang="en-US" sz="1200" dirty="0" smtClean="0">
                <a:latin typeface="Times New Roman" pitchFamily="18" charset="0"/>
                <a:cs typeface="Times New Roman" pitchFamily="18" charset="0"/>
              </a:rPr>
              <a:t> </a:t>
            </a:r>
            <a:r>
              <a:rPr lang="en-US" sz="1200" dirty="0" err="1" smtClean="0">
                <a:latin typeface="Times New Roman" pitchFamily="18" charset="0"/>
                <a:cs typeface="Times New Roman" pitchFamily="18" charset="0"/>
              </a:rPr>
              <a:t>ngay</a:t>
            </a:r>
            <a:r>
              <a:rPr lang="en-US" sz="1200" dirty="0" smtClean="0">
                <a:latin typeface="Times New Roman" pitchFamily="18" charset="0"/>
                <a:cs typeface="Times New Roman" pitchFamily="18" charset="0"/>
              </a:rPr>
              <a:t> </a:t>
            </a:r>
            <a:r>
              <a:rPr lang="en-US" sz="1200" dirty="0" err="1" smtClean="0">
                <a:latin typeface="Times New Roman" pitchFamily="18" charset="0"/>
                <a:cs typeface="Times New Roman" pitchFamily="18" charset="0"/>
              </a:rPr>
              <a:t>từ</a:t>
            </a:r>
            <a:r>
              <a:rPr lang="en-US" sz="1200" dirty="0" smtClean="0">
                <a:latin typeface="Times New Roman" pitchFamily="18" charset="0"/>
                <a:cs typeface="Times New Roman" pitchFamily="18" charset="0"/>
              </a:rPr>
              <a:t> </a:t>
            </a:r>
            <a:r>
              <a:rPr lang="en-US" sz="1200" dirty="0" err="1" smtClean="0">
                <a:latin typeface="Times New Roman" pitchFamily="18" charset="0"/>
                <a:cs typeface="Times New Roman" pitchFamily="18" charset="0"/>
              </a:rPr>
              <a:t>nhỏ</a:t>
            </a:r>
            <a:r>
              <a:rPr lang="en-US" sz="1200" dirty="0" smtClean="0">
                <a:latin typeface="Times New Roman" pitchFamily="18" charset="0"/>
                <a:cs typeface="Times New Roman" pitchFamily="18" charset="0"/>
              </a:rPr>
              <a:t>, </a:t>
            </a:r>
            <a:r>
              <a:rPr lang="en-US" sz="1200" dirty="0" err="1" smtClean="0">
                <a:latin typeface="Times New Roman" pitchFamily="18" charset="0"/>
                <a:cs typeface="Times New Roman" pitchFamily="18" charset="0"/>
              </a:rPr>
              <a:t>có</a:t>
            </a:r>
            <a:r>
              <a:rPr lang="en-US" sz="1200" dirty="0" smtClean="0">
                <a:latin typeface="Times New Roman" pitchFamily="18" charset="0"/>
                <a:cs typeface="Times New Roman" pitchFamily="18" charset="0"/>
              </a:rPr>
              <a:t> </a:t>
            </a:r>
            <a:r>
              <a:rPr lang="en-US" sz="1200" dirty="0" err="1" smtClean="0">
                <a:latin typeface="Times New Roman" pitchFamily="18" charset="0"/>
                <a:cs typeface="Times New Roman" pitchFamily="18" charset="0"/>
              </a:rPr>
              <a:t>bú</a:t>
            </a:r>
            <a:r>
              <a:rPr lang="en-US" sz="1200" dirty="0" smtClean="0">
                <a:latin typeface="Times New Roman" pitchFamily="18" charset="0"/>
                <a:cs typeface="Times New Roman" pitchFamily="18" charset="0"/>
              </a:rPr>
              <a:t> </a:t>
            </a:r>
            <a:r>
              <a:rPr lang="en-US" sz="1200" dirty="0" err="1" smtClean="0">
                <a:latin typeface="Times New Roman" pitchFamily="18" charset="0"/>
                <a:cs typeface="Times New Roman" pitchFamily="18" charset="0"/>
              </a:rPr>
              <a:t>mẹ</a:t>
            </a:r>
            <a:r>
              <a:rPr lang="en-US" sz="1200" dirty="0" smtClean="0">
                <a:latin typeface="Times New Roman" pitchFamily="18" charset="0"/>
                <a:cs typeface="Times New Roman" pitchFamily="18" charset="0"/>
              </a:rPr>
              <a:t>. </a:t>
            </a:r>
            <a:r>
              <a:rPr lang="en-US" sz="1200" dirty="0" err="1" smtClean="0">
                <a:latin typeface="Times New Roman" pitchFamily="18" charset="0"/>
                <a:cs typeface="Times New Roman" pitchFamily="18" charset="0"/>
              </a:rPr>
              <a:t>Không</a:t>
            </a:r>
            <a:r>
              <a:rPr lang="en-US" sz="1200" dirty="0" smtClean="0">
                <a:latin typeface="Times New Roman" pitchFamily="18" charset="0"/>
                <a:cs typeface="Times New Roman" pitchFamily="18" charset="0"/>
              </a:rPr>
              <a:t> </a:t>
            </a:r>
            <a:r>
              <a:rPr lang="en-US" sz="1200" dirty="0" err="1" smtClean="0">
                <a:latin typeface="Times New Roman" pitchFamily="18" charset="0"/>
                <a:cs typeface="Times New Roman" pitchFamily="18" charset="0"/>
              </a:rPr>
              <a:t>thay</a:t>
            </a:r>
            <a:r>
              <a:rPr lang="en-US" sz="1200" dirty="0" smtClean="0">
                <a:latin typeface="Times New Roman" pitchFamily="18" charset="0"/>
                <a:cs typeface="Times New Roman" pitchFamily="18" charset="0"/>
              </a:rPr>
              <a:t> </a:t>
            </a:r>
            <a:r>
              <a:rPr lang="en-US" sz="1200" dirty="0" err="1" smtClean="0">
                <a:latin typeface="Times New Roman" pitchFamily="18" charset="0"/>
                <a:cs typeface="Times New Roman" pitchFamily="18" charset="0"/>
              </a:rPr>
              <a:t>đổi</a:t>
            </a:r>
            <a:r>
              <a:rPr lang="en-US" sz="1200" dirty="0" smtClean="0">
                <a:latin typeface="Times New Roman" pitchFamily="18" charset="0"/>
                <a:cs typeface="Times New Roman" pitchFamily="18" charset="0"/>
              </a:rPr>
              <a:t> </a:t>
            </a:r>
            <a:r>
              <a:rPr lang="en-US" sz="1200" dirty="0" err="1" smtClean="0">
                <a:latin typeface="Times New Roman" pitchFamily="18" charset="0"/>
                <a:cs typeface="Times New Roman" pitchFamily="18" charset="0"/>
              </a:rPr>
              <a:t>loại</a:t>
            </a:r>
            <a:r>
              <a:rPr lang="en-US" sz="1200" dirty="0" smtClean="0">
                <a:latin typeface="Times New Roman" pitchFamily="18" charset="0"/>
                <a:cs typeface="Times New Roman" pitchFamily="18" charset="0"/>
              </a:rPr>
              <a:t> </a:t>
            </a:r>
            <a:r>
              <a:rPr lang="en-US" sz="1200" dirty="0" err="1" smtClean="0">
                <a:latin typeface="Times New Roman" pitchFamily="18" charset="0"/>
                <a:cs typeface="Times New Roman" pitchFamily="18" charset="0"/>
              </a:rPr>
              <a:t>sữa</a:t>
            </a:r>
            <a:r>
              <a:rPr lang="en-US" sz="1200" dirty="0" smtClean="0">
                <a:latin typeface="Times New Roman" pitchFamily="18" charset="0"/>
                <a:cs typeface="Times New Roman" pitchFamily="18" charset="0"/>
              </a:rPr>
              <a:t> </a:t>
            </a:r>
            <a:r>
              <a:rPr lang="en-US" sz="1200" dirty="0" err="1" smtClean="0">
                <a:latin typeface="Times New Roman" pitchFamily="18" charset="0"/>
                <a:cs typeface="Times New Roman" pitchFamily="18" charset="0"/>
              </a:rPr>
              <a:t>cho</a:t>
            </a:r>
            <a:r>
              <a:rPr lang="en-US" sz="1200" dirty="0" smtClean="0">
                <a:latin typeface="Times New Roman" pitchFamily="18" charset="0"/>
                <a:cs typeface="Times New Roman" pitchFamily="18" charset="0"/>
              </a:rPr>
              <a:t> </a:t>
            </a:r>
            <a:r>
              <a:rPr lang="en-US" sz="1200" dirty="0" err="1" smtClean="0">
                <a:latin typeface="Times New Roman" pitchFamily="18" charset="0"/>
                <a:cs typeface="Times New Roman" pitchFamily="18" charset="0"/>
              </a:rPr>
              <a:t>đến</a:t>
            </a:r>
            <a:r>
              <a:rPr lang="en-US" sz="1200" dirty="0" smtClean="0">
                <a:latin typeface="Times New Roman" pitchFamily="18" charset="0"/>
                <a:cs typeface="Times New Roman" pitchFamily="18" charset="0"/>
              </a:rPr>
              <a:t> </a:t>
            </a:r>
            <a:r>
              <a:rPr lang="en-US" sz="1200" dirty="0" err="1" smtClean="0">
                <a:latin typeface="Times New Roman" pitchFamily="18" charset="0"/>
                <a:cs typeface="Times New Roman" pitchFamily="18" charset="0"/>
              </a:rPr>
              <a:t>hôm</a:t>
            </a:r>
            <a:r>
              <a:rPr lang="en-US" sz="1200" dirty="0" smtClean="0">
                <a:latin typeface="Times New Roman" pitchFamily="18" charset="0"/>
                <a:cs typeface="Times New Roman" pitchFamily="18" charset="0"/>
              </a:rPr>
              <a:t> qua </a:t>
            </a:r>
            <a:r>
              <a:rPr lang="en-US" sz="1200" dirty="0" err="1" smtClean="0">
                <a:latin typeface="Times New Roman" pitchFamily="18" charset="0"/>
                <a:cs typeface="Times New Roman" pitchFamily="18" charset="0"/>
              </a:rPr>
              <a:t>vô</a:t>
            </a:r>
            <a:r>
              <a:rPr lang="en-US" sz="1200" dirty="0" smtClean="0">
                <a:latin typeface="Times New Roman" pitchFamily="18" charset="0"/>
                <a:cs typeface="Times New Roman" pitchFamily="18" charset="0"/>
              </a:rPr>
              <a:t> </a:t>
            </a:r>
            <a:r>
              <a:rPr lang="en-US" sz="1200" dirty="0" err="1" smtClean="0">
                <a:latin typeface="Times New Roman" pitchFamily="18" charset="0"/>
                <a:cs typeface="Times New Roman" pitchFamily="18" charset="0"/>
              </a:rPr>
              <a:t>viện</a:t>
            </a:r>
            <a:r>
              <a:rPr lang="en-US" sz="1200" dirty="0" smtClean="0">
                <a:latin typeface="Times New Roman" pitchFamily="18" charset="0"/>
                <a:cs typeface="Times New Roman" pitchFamily="18" charset="0"/>
              </a:rPr>
              <a:t> </a:t>
            </a:r>
            <a:r>
              <a:rPr lang="en-US" sz="1200" dirty="0" err="1" smtClean="0">
                <a:latin typeface="Times New Roman" pitchFamily="18" charset="0"/>
                <a:cs typeface="Times New Roman" pitchFamily="18" charset="0"/>
              </a:rPr>
              <a:t>được</a:t>
            </a:r>
            <a:r>
              <a:rPr lang="en-US" sz="1200" dirty="0" smtClean="0">
                <a:latin typeface="Times New Roman" pitchFamily="18" charset="0"/>
                <a:cs typeface="Times New Roman" pitchFamily="18" charset="0"/>
              </a:rPr>
              <a:t> </a:t>
            </a:r>
            <a:r>
              <a:rPr lang="en-US" sz="1200" dirty="0" err="1" smtClean="0">
                <a:latin typeface="Times New Roman" pitchFamily="18" charset="0"/>
                <a:cs typeface="Times New Roman" pitchFamily="18" charset="0"/>
              </a:rPr>
              <a:t>bác</a:t>
            </a:r>
            <a:r>
              <a:rPr lang="en-US" sz="1200" dirty="0" smtClean="0">
                <a:latin typeface="Times New Roman" pitchFamily="18" charset="0"/>
                <a:cs typeface="Times New Roman" pitchFamily="18" charset="0"/>
              </a:rPr>
              <a:t> </a:t>
            </a:r>
            <a:r>
              <a:rPr lang="en-US" sz="1200" dirty="0" err="1" smtClean="0">
                <a:latin typeface="Times New Roman" pitchFamily="18" charset="0"/>
                <a:cs typeface="Times New Roman" pitchFamily="18" charset="0"/>
              </a:rPr>
              <a:t>sĩ</a:t>
            </a:r>
            <a:r>
              <a:rPr lang="en-US" sz="1200" dirty="0" smtClean="0">
                <a:latin typeface="Times New Roman" pitchFamily="18" charset="0"/>
                <a:cs typeface="Times New Roman" pitchFamily="18" charset="0"/>
              </a:rPr>
              <a:t> </a:t>
            </a:r>
            <a:r>
              <a:rPr lang="en-US" sz="1200" dirty="0" err="1" smtClean="0">
                <a:latin typeface="Times New Roman" pitchFamily="18" charset="0"/>
                <a:cs typeface="Times New Roman" pitchFamily="18" charset="0"/>
              </a:rPr>
              <a:t>nói</a:t>
            </a:r>
            <a:r>
              <a:rPr lang="en-US" sz="1200" dirty="0" smtClean="0">
                <a:latin typeface="Times New Roman" pitchFamily="18" charset="0"/>
                <a:cs typeface="Times New Roman" pitchFamily="18" charset="0"/>
              </a:rPr>
              <a:t> </a:t>
            </a:r>
            <a:r>
              <a:rPr lang="en-US" sz="1200" dirty="0" err="1" smtClean="0">
                <a:latin typeface="Times New Roman" pitchFamily="18" charset="0"/>
                <a:cs typeface="Times New Roman" pitchFamily="18" charset="0"/>
              </a:rPr>
              <a:t>mua</a:t>
            </a:r>
            <a:r>
              <a:rPr lang="en-US" sz="1200" dirty="0" smtClean="0">
                <a:latin typeface="Times New Roman" pitchFamily="18" charset="0"/>
                <a:cs typeface="Times New Roman" pitchFamily="18" charset="0"/>
              </a:rPr>
              <a:t> </a:t>
            </a:r>
            <a:r>
              <a:rPr lang="en-US" sz="1200" dirty="0" err="1" smtClean="0">
                <a:latin typeface="Times New Roman" pitchFamily="18" charset="0"/>
                <a:cs typeface="Times New Roman" pitchFamily="18" charset="0"/>
              </a:rPr>
              <a:t>loại</a:t>
            </a:r>
            <a:r>
              <a:rPr lang="en-US" sz="1200" dirty="0" smtClean="0">
                <a:latin typeface="Times New Roman" pitchFamily="18" charset="0"/>
                <a:cs typeface="Times New Roman" pitchFamily="18" charset="0"/>
              </a:rPr>
              <a:t> </a:t>
            </a:r>
            <a:r>
              <a:rPr lang="en-US" sz="1200" dirty="0" err="1" smtClean="0">
                <a:latin typeface="Times New Roman" pitchFamily="18" charset="0"/>
                <a:cs typeface="Times New Roman" pitchFamily="18" charset="0"/>
              </a:rPr>
              <a:t>khác</a:t>
            </a:r>
            <a:r>
              <a:rPr lang="en-US" sz="1200" dirty="0" smtClean="0">
                <a:latin typeface="Times New Roman" pitchFamily="18" charset="0"/>
                <a:cs typeface="Times New Roman" pitchFamily="18" charset="0"/>
              </a:rPr>
              <a:t>.</a:t>
            </a:r>
          </a:p>
          <a:p>
            <a:pPr indent="0">
              <a:lnSpc>
                <a:spcPct val="100000"/>
              </a:lnSpc>
              <a:spcBef>
                <a:spcPts val="0"/>
              </a:spcBef>
            </a:pPr>
            <a:r>
              <a:rPr lang="en-US" sz="1200" dirty="0" smtClean="0">
                <a:latin typeface="Times New Roman" pitchFamily="18" charset="0"/>
                <a:cs typeface="Times New Roman" pitchFamily="18" charset="0"/>
              </a:rPr>
              <a:t>2. </a:t>
            </a:r>
            <a:r>
              <a:rPr lang="en-US" sz="1200" dirty="0" err="1" smtClean="0">
                <a:latin typeface="Times New Roman" pitchFamily="18" charset="0"/>
                <a:cs typeface="Times New Roman" pitchFamily="18" charset="0"/>
              </a:rPr>
              <a:t>Gia</a:t>
            </a:r>
            <a:r>
              <a:rPr lang="en-US" sz="1200" dirty="0" smtClean="0">
                <a:latin typeface="Times New Roman" pitchFamily="18" charset="0"/>
                <a:cs typeface="Times New Roman" pitchFamily="18" charset="0"/>
              </a:rPr>
              <a:t> </a:t>
            </a:r>
            <a:r>
              <a:rPr lang="en-US" sz="1200" dirty="0" err="1" smtClean="0">
                <a:latin typeface="Times New Roman" pitchFamily="18" charset="0"/>
                <a:cs typeface="Times New Roman" pitchFamily="18" charset="0"/>
              </a:rPr>
              <a:t>đình</a:t>
            </a:r>
            <a:r>
              <a:rPr lang="en-US" sz="1200" dirty="0" smtClean="0">
                <a:latin typeface="Times New Roman" pitchFamily="18" charset="0"/>
                <a:cs typeface="Times New Roman" pitchFamily="18" charset="0"/>
              </a:rPr>
              <a:t> </a:t>
            </a:r>
          </a:p>
          <a:p>
            <a:pPr indent="0">
              <a:lnSpc>
                <a:spcPct val="100000"/>
              </a:lnSpc>
              <a:spcBef>
                <a:spcPts val="0"/>
              </a:spcBef>
            </a:pPr>
            <a:r>
              <a:rPr lang="en-US" sz="1200" dirty="0" err="1" smtClean="0">
                <a:latin typeface="Times New Roman" pitchFamily="18" charset="0"/>
                <a:cs typeface="Times New Roman" pitchFamily="18" charset="0"/>
              </a:rPr>
              <a:t>Sống</a:t>
            </a:r>
            <a:r>
              <a:rPr lang="en-US" sz="1200" dirty="0" smtClean="0">
                <a:latin typeface="Times New Roman" pitchFamily="18" charset="0"/>
                <a:cs typeface="Times New Roman" pitchFamily="18" charset="0"/>
              </a:rPr>
              <a:t> </a:t>
            </a:r>
            <a:r>
              <a:rPr lang="en-US" sz="1200" dirty="0" err="1" smtClean="0">
                <a:latin typeface="Times New Roman" pitchFamily="18" charset="0"/>
                <a:cs typeface="Times New Roman" pitchFamily="18" charset="0"/>
              </a:rPr>
              <a:t>khỏe</a:t>
            </a:r>
            <a:endParaRPr lang="en-US" sz="1200" dirty="0" smtClean="0">
              <a:latin typeface="Times New Roman" pitchFamily="18" charset="0"/>
              <a:cs typeface="Times New Roman" pitchFamily="18" charset="0"/>
            </a:endParaRPr>
          </a:p>
        </p:txBody>
      </p:sp>
      <p:sp>
        <p:nvSpPr>
          <p:cNvPr id="4" name="Date Placeholder 3"/>
          <p:cNvSpPr>
            <a:spLocks noGrp="1"/>
          </p:cNvSpPr>
          <p:nvPr>
            <p:ph type="dt" idx="10"/>
          </p:nvPr>
        </p:nvSpPr>
        <p:spPr/>
        <p:txBody>
          <a:bodyPr/>
          <a:lstStyle/>
          <a:p>
            <a:fld id="{6EF27FC4-0641-4EA9-AA43-FC32DEE8CC83}" type="datetime1">
              <a:rPr lang="en-US" smtClean="0"/>
              <a:pPr/>
              <a:t>10/31/2018</a:t>
            </a:fld>
            <a:endParaRPr lang="en-US"/>
          </a:p>
        </p:txBody>
      </p:sp>
      <p:sp>
        <p:nvSpPr>
          <p:cNvPr id="5" name="Slide Number Placeholder 4"/>
          <p:cNvSpPr>
            <a:spLocks noGrp="1"/>
          </p:cNvSpPr>
          <p:nvPr>
            <p:ph type="sldNum" sz="quarter" idx="11"/>
          </p:nvPr>
        </p:nvSpPr>
        <p:spPr/>
        <p:txBody>
          <a:bodyPr/>
          <a:lstStyle/>
          <a:p>
            <a:fld id="{5534C2EF-8A97-4DAF-B099-E567883644D6}" type="slidenum">
              <a:rPr lang="en-US" smtClean="0"/>
              <a:pPr/>
              <a:t>51</a:t>
            </a:fld>
            <a:endParaRPr lang="en-US"/>
          </a:p>
        </p:txBody>
      </p:sp>
    </p:spTree>
    <p:extLst>
      <p:ext uri="{BB962C8B-B14F-4D97-AF65-F5344CB8AC3E}">
        <p14:creationId xmlns:p14="http://schemas.microsoft.com/office/powerpoint/2010/main" xmlns="" val="18570479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a:lnSpc>
                <a:spcPct val="100000"/>
              </a:lnSpc>
              <a:spcBef>
                <a:spcPts val="0"/>
              </a:spcBef>
            </a:pPr>
            <a:r>
              <a:rPr lang="en-US" sz="1200" dirty="0" err="1" smtClean="0">
                <a:latin typeface="Times New Roman" pitchFamily="18" charset="0"/>
                <a:cs typeface="Times New Roman" pitchFamily="18" charset="0"/>
              </a:rPr>
              <a:t>Thăm</a:t>
            </a:r>
            <a:r>
              <a:rPr lang="en-US" sz="1200" dirty="0" smtClean="0">
                <a:latin typeface="Times New Roman" pitchFamily="18" charset="0"/>
                <a:cs typeface="Times New Roman" pitchFamily="18" charset="0"/>
              </a:rPr>
              <a:t> </a:t>
            </a:r>
            <a:r>
              <a:rPr lang="en-US" sz="1200" dirty="0" err="1" smtClean="0">
                <a:latin typeface="Times New Roman" pitchFamily="18" charset="0"/>
                <a:cs typeface="Times New Roman" pitchFamily="18" charset="0"/>
              </a:rPr>
              <a:t>khám</a:t>
            </a:r>
            <a:r>
              <a:rPr lang="en-US" sz="1200" dirty="0" smtClean="0">
                <a:latin typeface="Times New Roman" pitchFamily="18" charset="0"/>
                <a:cs typeface="Times New Roman" pitchFamily="18" charset="0"/>
              </a:rPr>
              <a:t> </a:t>
            </a:r>
            <a:r>
              <a:rPr lang="en-US" sz="1200" dirty="0" err="1" smtClean="0">
                <a:latin typeface="Times New Roman" pitchFamily="18" charset="0"/>
                <a:cs typeface="Times New Roman" pitchFamily="18" charset="0"/>
              </a:rPr>
              <a:t>lúc</a:t>
            </a:r>
            <a:r>
              <a:rPr lang="en-US" sz="1200" dirty="0" smtClean="0">
                <a:latin typeface="Times New Roman" pitchFamily="18" charset="0"/>
                <a:cs typeface="Times New Roman" pitchFamily="18" charset="0"/>
              </a:rPr>
              <a:t> </a:t>
            </a:r>
            <a:r>
              <a:rPr lang="en-US" sz="1200" dirty="0" err="1" smtClean="0">
                <a:latin typeface="Times New Roman" pitchFamily="18" charset="0"/>
                <a:cs typeface="Times New Roman" pitchFamily="18" charset="0"/>
              </a:rPr>
              <a:t>vào</a:t>
            </a:r>
            <a:r>
              <a:rPr lang="en-US" sz="1200" dirty="0" smtClean="0">
                <a:latin typeface="Times New Roman" pitchFamily="18" charset="0"/>
                <a:cs typeface="Times New Roman" pitchFamily="18" charset="0"/>
              </a:rPr>
              <a:t> </a:t>
            </a:r>
            <a:r>
              <a:rPr lang="en-US" sz="1200" dirty="0" err="1" smtClean="0">
                <a:latin typeface="Times New Roman" pitchFamily="18" charset="0"/>
                <a:cs typeface="Times New Roman" pitchFamily="18" charset="0"/>
              </a:rPr>
              <a:t>viện</a:t>
            </a:r>
            <a:r>
              <a:rPr lang="en-US" sz="1200" dirty="0" smtClean="0">
                <a:latin typeface="Times New Roman" pitchFamily="18" charset="0"/>
                <a:cs typeface="Times New Roman" pitchFamily="18" charset="0"/>
              </a:rPr>
              <a:t>:</a:t>
            </a:r>
          </a:p>
          <a:p>
            <a:pPr lvl="0" indent="0">
              <a:lnSpc>
                <a:spcPct val="100000"/>
              </a:lnSpc>
              <a:spcBef>
                <a:spcPts val="0"/>
              </a:spcBef>
            </a:pPr>
            <a:r>
              <a:rPr lang="en-US" sz="1200" dirty="0" err="1" smtClean="0">
                <a:latin typeface="Times New Roman" pitchFamily="18" charset="0"/>
                <a:cs typeface="Times New Roman" pitchFamily="18" charset="0"/>
              </a:rPr>
              <a:t>Trẻ</a:t>
            </a:r>
            <a:r>
              <a:rPr lang="en-US" sz="1200" dirty="0" smtClean="0">
                <a:latin typeface="Times New Roman" pitchFamily="18" charset="0"/>
                <a:cs typeface="Times New Roman" pitchFamily="18" charset="0"/>
              </a:rPr>
              <a:t> </a:t>
            </a:r>
            <a:r>
              <a:rPr lang="en-US" sz="1200" dirty="0" err="1" smtClean="0">
                <a:latin typeface="Times New Roman" pitchFamily="18" charset="0"/>
                <a:cs typeface="Times New Roman" pitchFamily="18" charset="0"/>
              </a:rPr>
              <a:t>tỉnh,linh</a:t>
            </a:r>
            <a:r>
              <a:rPr lang="en-US" sz="1200" dirty="0" smtClean="0">
                <a:latin typeface="Times New Roman" pitchFamily="18" charset="0"/>
                <a:cs typeface="Times New Roman" pitchFamily="18" charset="0"/>
              </a:rPr>
              <a:t> </a:t>
            </a:r>
            <a:r>
              <a:rPr lang="en-US" sz="1200" dirty="0" err="1" smtClean="0">
                <a:latin typeface="Times New Roman" pitchFamily="18" charset="0"/>
                <a:cs typeface="Times New Roman" pitchFamily="18" charset="0"/>
              </a:rPr>
              <a:t>hoạt</a:t>
            </a:r>
            <a:r>
              <a:rPr lang="en-US" sz="1200" dirty="0" smtClean="0">
                <a:latin typeface="Times New Roman" pitchFamily="18" charset="0"/>
                <a:cs typeface="Times New Roman" pitchFamily="18" charset="0"/>
              </a:rPr>
              <a:t>.</a:t>
            </a:r>
          </a:p>
          <a:p>
            <a:pPr lvl="0" indent="0">
              <a:lnSpc>
                <a:spcPct val="100000"/>
              </a:lnSpc>
              <a:spcBef>
                <a:spcPts val="0"/>
              </a:spcBef>
            </a:pPr>
            <a:r>
              <a:rPr lang="en-US" sz="1200" dirty="0" err="1" smtClean="0">
                <a:latin typeface="Times New Roman" pitchFamily="18" charset="0"/>
                <a:cs typeface="Times New Roman" pitchFamily="18" charset="0"/>
              </a:rPr>
              <a:t>Không</a:t>
            </a:r>
            <a:r>
              <a:rPr lang="en-US" sz="1200" dirty="0" smtClean="0">
                <a:latin typeface="Times New Roman" pitchFamily="18" charset="0"/>
                <a:cs typeface="Times New Roman" pitchFamily="18" charset="0"/>
              </a:rPr>
              <a:t> </a:t>
            </a:r>
            <a:r>
              <a:rPr lang="en-US" sz="1200" dirty="0" err="1" smtClean="0">
                <a:latin typeface="Times New Roman" pitchFamily="18" charset="0"/>
                <a:cs typeface="Times New Roman" pitchFamily="18" charset="0"/>
              </a:rPr>
              <a:t>sốt</a:t>
            </a:r>
            <a:endParaRPr lang="en-US" sz="1200" dirty="0" smtClean="0">
              <a:latin typeface="Times New Roman" pitchFamily="18" charset="0"/>
              <a:cs typeface="Times New Roman" pitchFamily="18" charset="0"/>
            </a:endParaRPr>
          </a:p>
          <a:p>
            <a:pPr indent="0">
              <a:lnSpc>
                <a:spcPct val="100000"/>
              </a:lnSpc>
              <a:spcBef>
                <a:spcPts val="0"/>
              </a:spcBef>
            </a:pPr>
            <a:r>
              <a:rPr lang="en-US" sz="1200" dirty="0" err="1" smtClean="0">
                <a:latin typeface="Times New Roman" pitchFamily="18" charset="0"/>
                <a:cs typeface="Times New Roman" pitchFamily="18" charset="0"/>
              </a:rPr>
              <a:t>Tần</a:t>
            </a:r>
            <a:r>
              <a:rPr lang="en-US" sz="1200" dirty="0" smtClean="0">
                <a:latin typeface="Times New Roman" pitchFamily="18" charset="0"/>
                <a:cs typeface="Times New Roman" pitchFamily="18" charset="0"/>
              </a:rPr>
              <a:t> </a:t>
            </a:r>
            <a:r>
              <a:rPr lang="en-US" sz="1200" dirty="0" err="1" smtClean="0">
                <a:latin typeface="Times New Roman" pitchFamily="18" charset="0"/>
                <a:cs typeface="Times New Roman" pitchFamily="18" charset="0"/>
              </a:rPr>
              <a:t>số</a:t>
            </a:r>
            <a:r>
              <a:rPr lang="en-US" sz="1200" dirty="0" smtClean="0">
                <a:latin typeface="Times New Roman" pitchFamily="18" charset="0"/>
                <a:cs typeface="Times New Roman" pitchFamily="18" charset="0"/>
              </a:rPr>
              <a:t> </a:t>
            </a:r>
            <a:r>
              <a:rPr lang="en-US" sz="1200" dirty="0" err="1" smtClean="0">
                <a:latin typeface="Times New Roman" pitchFamily="18" charset="0"/>
                <a:cs typeface="Times New Roman" pitchFamily="18" charset="0"/>
              </a:rPr>
              <a:t>thở</a:t>
            </a:r>
            <a:r>
              <a:rPr lang="en-US" sz="1200" dirty="0" smtClean="0">
                <a:latin typeface="Times New Roman" pitchFamily="18" charset="0"/>
                <a:cs typeface="Times New Roman" pitchFamily="18" charset="0"/>
              </a:rPr>
              <a:t>: 30 </a:t>
            </a:r>
            <a:r>
              <a:rPr lang="en-US" sz="1200" dirty="0" err="1" smtClean="0">
                <a:latin typeface="Times New Roman" pitchFamily="18" charset="0"/>
                <a:cs typeface="Times New Roman" pitchFamily="18" charset="0"/>
              </a:rPr>
              <a:t>lần</a:t>
            </a:r>
            <a:r>
              <a:rPr lang="en-US" sz="1200" dirty="0" smtClean="0">
                <a:latin typeface="Times New Roman" pitchFamily="18" charset="0"/>
                <a:cs typeface="Times New Roman" pitchFamily="18" charset="0"/>
              </a:rPr>
              <a:t>/</a:t>
            </a:r>
            <a:r>
              <a:rPr lang="en-US" sz="1200" dirty="0" err="1" smtClean="0">
                <a:latin typeface="Times New Roman" pitchFamily="18" charset="0"/>
                <a:cs typeface="Times New Roman" pitchFamily="18" charset="0"/>
              </a:rPr>
              <a:t>phút</a:t>
            </a:r>
            <a:endParaRPr lang="en-US" sz="1200" dirty="0" smtClean="0">
              <a:latin typeface="Times New Roman" pitchFamily="18" charset="0"/>
              <a:cs typeface="Times New Roman" pitchFamily="18" charset="0"/>
            </a:endParaRPr>
          </a:p>
          <a:p>
            <a:pPr lvl="0" indent="0">
              <a:lnSpc>
                <a:spcPct val="100000"/>
              </a:lnSpc>
              <a:spcBef>
                <a:spcPts val="0"/>
              </a:spcBef>
            </a:pPr>
            <a:r>
              <a:rPr lang="en-US" sz="1200" dirty="0" smtClean="0">
                <a:latin typeface="Times New Roman" pitchFamily="18" charset="0"/>
                <a:cs typeface="Times New Roman" pitchFamily="18" charset="0"/>
              </a:rPr>
              <a:t>Da, </a:t>
            </a:r>
            <a:r>
              <a:rPr lang="en-US" sz="1200" dirty="0" err="1" smtClean="0">
                <a:latin typeface="Times New Roman" pitchFamily="18" charset="0"/>
                <a:cs typeface="Times New Roman" pitchFamily="18" charset="0"/>
              </a:rPr>
              <a:t>môi</a:t>
            </a:r>
            <a:r>
              <a:rPr lang="en-US" sz="1200" dirty="0" smtClean="0">
                <a:latin typeface="Times New Roman" pitchFamily="18" charset="0"/>
                <a:cs typeface="Times New Roman" pitchFamily="18" charset="0"/>
              </a:rPr>
              <a:t> </a:t>
            </a:r>
            <a:r>
              <a:rPr lang="en-US" sz="1200" dirty="0" err="1" smtClean="0">
                <a:latin typeface="Times New Roman" pitchFamily="18" charset="0"/>
                <a:cs typeface="Times New Roman" pitchFamily="18" charset="0"/>
              </a:rPr>
              <a:t>hồng</a:t>
            </a:r>
            <a:r>
              <a:rPr lang="en-US" sz="1200" dirty="0" smtClean="0">
                <a:latin typeface="Times New Roman" pitchFamily="18" charset="0"/>
                <a:cs typeface="Times New Roman" pitchFamily="18" charset="0"/>
              </a:rPr>
              <a:t>, </a:t>
            </a:r>
            <a:r>
              <a:rPr lang="en-US" sz="1200" dirty="0" err="1" smtClean="0">
                <a:latin typeface="Times New Roman" pitchFamily="18" charset="0"/>
                <a:cs typeface="Times New Roman" pitchFamily="18" charset="0"/>
              </a:rPr>
              <a:t>không</a:t>
            </a:r>
            <a:r>
              <a:rPr lang="en-US" sz="1200" dirty="0" smtClean="0">
                <a:latin typeface="Times New Roman" pitchFamily="18" charset="0"/>
                <a:cs typeface="Times New Roman" pitchFamily="18" charset="0"/>
              </a:rPr>
              <a:t> ban, </a:t>
            </a:r>
            <a:r>
              <a:rPr lang="en-US" sz="1200" dirty="0" err="1" smtClean="0">
                <a:latin typeface="Times New Roman" pitchFamily="18" charset="0"/>
                <a:cs typeface="Times New Roman" pitchFamily="18" charset="0"/>
              </a:rPr>
              <a:t>không</a:t>
            </a:r>
            <a:r>
              <a:rPr lang="en-US" sz="1200" dirty="0" smtClean="0">
                <a:latin typeface="Times New Roman" pitchFamily="18" charset="0"/>
                <a:cs typeface="Times New Roman" pitchFamily="18" charset="0"/>
              </a:rPr>
              <a:t> </a:t>
            </a:r>
            <a:r>
              <a:rPr lang="en-US" sz="1200" dirty="0" err="1" smtClean="0">
                <a:latin typeface="Times New Roman" pitchFamily="18" charset="0"/>
                <a:cs typeface="Times New Roman" pitchFamily="18" charset="0"/>
              </a:rPr>
              <a:t>xuất</a:t>
            </a:r>
            <a:r>
              <a:rPr lang="en-US" sz="1200" dirty="0" smtClean="0">
                <a:latin typeface="Times New Roman" pitchFamily="18" charset="0"/>
                <a:cs typeface="Times New Roman" pitchFamily="18" charset="0"/>
              </a:rPr>
              <a:t> </a:t>
            </a:r>
            <a:r>
              <a:rPr lang="en-US" sz="1200" dirty="0" err="1" smtClean="0">
                <a:latin typeface="Times New Roman" pitchFamily="18" charset="0"/>
                <a:cs typeface="Times New Roman" pitchFamily="18" charset="0"/>
              </a:rPr>
              <a:t>huyết</a:t>
            </a:r>
            <a:r>
              <a:rPr lang="en-US" sz="1200" dirty="0" smtClean="0">
                <a:latin typeface="Times New Roman" pitchFamily="18" charset="0"/>
                <a:cs typeface="Times New Roman" pitchFamily="18" charset="0"/>
              </a:rPr>
              <a:t>.</a:t>
            </a:r>
          </a:p>
          <a:p>
            <a:pPr lvl="0" indent="0">
              <a:lnSpc>
                <a:spcPct val="100000"/>
              </a:lnSpc>
              <a:spcBef>
                <a:spcPts val="0"/>
              </a:spcBef>
            </a:pPr>
            <a:r>
              <a:rPr lang="en-US" sz="1200" dirty="0" err="1" smtClean="0">
                <a:latin typeface="Times New Roman" pitchFamily="18" charset="0"/>
                <a:cs typeface="Times New Roman" pitchFamily="18" charset="0"/>
              </a:rPr>
              <a:t>Không</a:t>
            </a:r>
            <a:r>
              <a:rPr lang="en-US" sz="1200" dirty="0" smtClean="0">
                <a:latin typeface="Times New Roman" pitchFamily="18" charset="0"/>
                <a:cs typeface="Times New Roman" pitchFamily="18" charset="0"/>
              </a:rPr>
              <a:t> </a:t>
            </a:r>
            <a:r>
              <a:rPr lang="en-US" sz="1200" dirty="0" err="1" smtClean="0">
                <a:latin typeface="Times New Roman" pitchFamily="18" charset="0"/>
                <a:cs typeface="Times New Roman" pitchFamily="18" charset="0"/>
              </a:rPr>
              <a:t>nôn</a:t>
            </a:r>
            <a:r>
              <a:rPr lang="en-US" sz="1200" dirty="0" smtClean="0">
                <a:latin typeface="Times New Roman" pitchFamily="18" charset="0"/>
                <a:cs typeface="Times New Roman" pitchFamily="18" charset="0"/>
              </a:rPr>
              <a:t>, </a:t>
            </a:r>
            <a:r>
              <a:rPr lang="en-US" sz="1200" dirty="0" err="1" smtClean="0">
                <a:latin typeface="Times New Roman" pitchFamily="18" charset="0"/>
                <a:cs typeface="Times New Roman" pitchFamily="18" charset="0"/>
              </a:rPr>
              <a:t>bú</a:t>
            </a:r>
            <a:r>
              <a:rPr lang="en-US" sz="1200" dirty="0" smtClean="0">
                <a:latin typeface="Times New Roman" pitchFamily="18" charset="0"/>
                <a:cs typeface="Times New Roman" pitchFamily="18" charset="0"/>
              </a:rPr>
              <a:t> </a:t>
            </a:r>
            <a:r>
              <a:rPr lang="en-US" sz="1200" dirty="0" err="1" smtClean="0">
                <a:latin typeface="Times New Roman" pitchFamily="18" charset="0"/>
                <a:cs typeface="Times New Roman" pitchFamily="18" charset="0"/>
              </a:rPr>
              <a:t>được</a:t>
            </a:r>
            <a:r>
              <a:rPr lang="en-US" sz="1200" dirty="0" smtClean="0">
                <a:latin typeface="Times New Roman" pitchFamily="18" charset="0"/>
                <a:cs typeface="Times New Roman" pitchFamily="18" charset="0"/>
              </a:rPr>
              <a:t> </a:t>
            </a:r>
          </a:p>
        </p:txBody>
      </p:sp>
      <p:sp>
        <p:nvSpPr>
          <p:cNvPr id="4" name="Date Placeholder 3"/>
          <p:cNvSpPr>
            <a:spLocks noGrp="1"/>
          </p:cNvSpPr>
          <p:nvPr>
            <p:ph type="dt" idx="10"/>
          </p:nvPr>
        </p:nvSpPr>
        <p:spPr/>
        <p:txBody>
          <a:bodyPr/>
          <a:lstStyle/>
          <a:p>
            <a:fld id="{6EF27FC4-0641-4EA9-AA43-FC32DEE8CC83}" type="datetime1">
              <a:rPr lang="en-US" smtClean="0"/>
              <a:pPr/>
              <a:t>10/31/2018</a:t>
            </a:fld>
            <a:endParaRPr lang="en-US"/>
          </a:p>
        </p:txBody>
      </p:sp>
      <p:sp>
        <p:nvSpPr>
          <p:cNvPr id="5" name="Slide Number Placeholder 4"/>
          <p:cNvSpPr>
            <a:spLocks noGrp="1"/>
          </p:cNvSpPr>
          <p:nvPr>
            <p:ph type="sldNum" sz="quarter" idx="11"/>
          </p:nvPr>
        </p:nvSpPr>
        <p:spPr/>
        <p:txBody>
          <a:bodyPr/>
          <a:lstStyle/>
          <a:p>
            <a:fld id="{5534C2EF-8A97-4DAF-B099-E567883644D6}" type="slidenum">
              <a:rPr lang="en-US" smtClean="0"/>
              <a:pPr/>
              <a:t>52</a:t>
            </a:fld>
            <a:endParaRPr lang="en-US"/>
          </a:p>
        </p:txBody>
      </p:sp>
    </p:spTree>
    <p:extLst>
      <p:ext uri="{BB962C8B-B14F-4D97-AF65-F5344CB8AC3E}">
        <p14:creationId xmlns:p14="http://schemas.microsoft.com/office/powerpoint/2010/main" xmlns="" val="410064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2">
        <a:schemeClr val="bg2"/>
      </p:bgRef>
    </p:bg>
    <p:spTree>
      <p:nvGrpSpPr>
        <p:cNvPr id="1" name=""/>
        <p:cNvGrpSpPr/>
        <p:nvPr/>
      </p:nvGrpSpPr>
      <p:grpSpPr>
        <a:xfrm>
          <a:off x="0" y="0"/>
          <a:ext cx="0" cy="0"/>
          <a:chOff x="0" y="0"/>
          <a:chExt cx="0" cy="0"/>
        </a:xfrm>
      </p:grpSpPr>
      <p:sp>
        <p:nvSpPr>
          <p:cNvPr id="9" name="Title 8"/>
          <p:cNvSpPr>
            <a:spLocks noGrp="1"/>
          </p:cNvSpPr>
          <p:nvPr>
            <p:ph type="ctrTitle"/>
          </p:nvPr>
        </p:nvSpPr>
        <p:spPr>
          <a:xfrm>
            <a:off x="533400" y="1371600"/>
            <a:ext cx="7851648" cy="1828800"/>
          </a:xfrm>
          <a:ln>
            <a:noFill/>
          </a:ln>
        </p:spPr>
        <p:txBody>
          <a:bodyPr vert="horz" tIns="0" rIns="18288" bIns="0" anchor="b">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5600"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smtClean="0"/>
              <a:t>Click to edit Master title style</a:t>
            </a:r>
            <a:endParaRPr kumimoji="0" lang="en-US"/>
          </a:p>
        </p:txBody>
      </p:sp>
      <p:sp>
        <p:nvSpPr>
          <p:cNvPr id="17" name="Subtitle 16"/>
          <p:cNvSpPr>
            <a:spLocks noGrp="1"/>
          </p:cNvSpPr>
          <p:nvPr>
            <p:ph type="subTitle" idx="1"/>
          </p:nvPr>
        </p:nvSpPr>
        <p:spPr>
          <a:xfrm>
            <a:off x="533400" y="3228536"/>
            <a:ext cx="7854696" cy="1752600"/>
          </a:xfrm>
        </p:spPr>
        <p:txBody>
          <a:bodyPr lIns="0" rIns="18288"/>
          <a:lstStyle>
            <a:lvl1pPr marL="0" marR="45720" indent="0" algn="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30" name="Date Placeholder 29"/>
          <p:cNvSpPr>
            <a:spLocks noGrp="1"/>
          </p:cNvSpPr>
          <p:nvPr>
            <p:ph type="dt" sz="half" idx="10"/>
          </p:nvPr>
        </p:nvSpPr>
        <p:spPr/>
        <p:txBody>
          <a:bodyPr/>
          <a:lstStyle/>
          <a:p>
            <a:fld id="{88B1CB0B-0393-45BF-91A5-A23B8FFE8B3C}" type="datetimeFigureOut">
              <a:rPr lang="en-US" smtClean="0"/>
              <a:pPr/>
              <a:t>10/31/2018</a:t>
            </a:fld>
            <a:endParaRPr lang="en-US"/>
          </a:p>
        </p:txBody>
      </p:sp>
      <p:sp>
        <p:nvSpPr>
          <p:cNvPr id="19" name="Footer Placeholder 18"/>
          <p:cNvSpPr>
            <a:spLocks noGrp="1"/>
          </p:cNvSpPr>
          <p:nvPr>
            <p:ph type="ftr" sz="quarter" idx="11"/>
          </p:nvPr>
        </p:nvSpPr>
        <p:spPr/>
        <p:txBody>
          <a:bodyPr/>
          <a:lstStyle/>
          <a:p>
            <a:endParaRPr lang="en-US"/>
          </a:p>
        </p:txBody>
      </p:sp>
      <p:sp>
        <p:nvSpPr>
          <p:cNvPr id="27" name="Slide Number Placeholder 26"/>
          <p:cNvSpPr>
            <a:spLocks noGrp="1"/>
          </p:cNvSpPr>
          <p:nvPr>
            <p:ph type="sldNum" sz="quarter" idx="12"/>
          </p:nvPr>
        </p:nvSpPr>
        <p:spPr/>
        <p:txBody>
          <a:bodyPr/>
          <a:lstStyle/>
          <a:p>
            <a:fld id="{3ABB83A7-9DD0-48E4-80B2-602773C6DB82}" type="slidenum">
              <a:rPr lang="en-US" smtClean="0"/>
              <a:pPr/>
              <a:t>‹#›</a:t>
            </a:fld>
            <a:endParaRPr lang="en-US"/>
          </a:p>
        </p:txBody>
      </p:sp>
    </p:spTree>
  </p:cSld>
  <p:clrMapOvr>
    <a:overrideClrMapping bg1="dk1" tx1="lt1" bg2="dk2" tx2="lt2" accent1="accent1" accent2="accent2" accent3="accent3" accent4="accent4" accent5="accent5" accent6="accent6" hlink="hlink" folHlink="folHlink"/>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dirty="0" smtClean="0"/>
              <a:t>Click to edit Master title style</a:t>
            </a:r>
            <a:endParaRPr kumimoji="0" lang="en-US" dirty="0"/>
          </a:p>
        </p:txBody>
      </p:sp>
      <p:sp>
        <p:nvSpPr>
          <p:cNvPr id="3" name="Content Placeholder 2"/>
          <p:cNvSpPr>
            <a:spLocks noGrp="1"/>
          </p:cNvSpPr>
          <p:nvPr>
            <p:ph idx="1"/>
          </p:nvPr>
        </p:nvSpPr>
        <p:spPr/>
        <p:txBody>
          <a:bodyPr/>
          <a:lstStyle/>
          <a:p>
            <a:pPr lvl="0" eaLnBrk="1" latinLnBrk="0" hangingPunct="1"/>
            <a:r>
              <a:rPr lang="en-US" dirty="0" smtClean="0"/>
              <a:t>Click to edit Master text styles</a:t>
            </a:r>
          </a:p>
          <a:p>
            <a:pPr lvl="1" eaLnBrk="1" latinLnBrk="0" hangingPunct="1"/>
            <a:r>
              <a:rPr lang="en-US" dirty="0" smtClean="0"/>
              <a:t>Second level</a:t>
            </a:r>
          </a:p>
          <a:p>
            <a:pPr lvl="2" eaLnBrk="1" latinLnBrk="0" hangingPunct="1"/>
            <a:r>
              <a:rPr lang="en-US" dirty="0" smtClean="0"/>
              <a:t>Third level</a:t>
            </a:r>
          </a:p>
          <a:p>
            <a:pPr lvl="3" eaLnBrk="1" latinLnBrk="0" hangingPunct="1"/>
            <a:r>
              <a:rPr lang="en-US" dirty="0" smtClean="0"/>
              <a:t>Fourth level</a:t>
            </a:r>
          </a:p>
          <a:p>
            <a:pPr lvl="4" eaLnBrk="1" latinLnBrk="0" hangingPunct="1"/>
            <a:r>
              <a:rPr lang="en-US" dirty="0" smtClean="0"/>
              <a:t>Fifth level</a:t>
            </a:r>
            <a:endParaRPr kumimoji="0" lang="en-US" dirty="0"/>
          </a:p>
        </p:txBody>
      </p:sp>
      <p:sp>
        <p:nvSpPr>
          <p:cNvPr id="4" name="Date Placeholder 3"/>
          <p:cNvSpPr>
            <a:spLocks noGrp="1"/>
          </p:cNvSpPr>
          <p:nvPr>
            <p:ph type="dt" sz="half" idx="10"/>
          </p:nvPr>
        </p:nvSpPr>
        <p:spPr/>
        <p:txBody>
          <a:bodyPr/>
          <a:lstStyle/>
          <a:p>
            <a:fld id="{88B1CB0B-0393-45BF-91A5-A23B8FFE8B3C}" type="datetimeFigureOut">
              <a:rPr lang="en-US" smtClean="0"/>
              <a:pPr/>
              <a:t>10/31/2018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ABB83A7-9DD0-48E4-80B2-602773C6DB82}" type="slidenum">
              <a:rPr lang="en-US" smtClean="0"/>
              <a:pPr/>
              <a:t>‹#›</a:t>
            </a:fld>
            <a:endParaRPr lang="en-US"/>
          </a:p>
        </p:txBody>
      </p:sp>
    </p:spTree>
  </p:cSld>
  <p:clrMapOvr>
    <a:masterClrMapping/>
  </p:clrMapOvr>
  <mc:AlternateContent xmlns:mc="http://schemas.openxmlformats.org/markup-compatibility/2006">
    <mc:Choice xmlns:p14="http://schemas.microsoft.com/office/powerpoint/2010/main" xmlns="" Requires="p14">
      <p:transition spd="slow" p14:dur="1500">
        <p:split orient="vert"/>
      </p:transition>
    </mc:Choice>
    <mc:Fallback>
      <p:transition spd="slow">
        <p:split orient="vert"/>
      </p:transition>
    </mc:Fallback>
  </mc:AlternateContent>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530352" y="1316736"/>
            <a:ext cx="7772400" cy="1362456"/>
          </a:xfrm>
          <a:ln>
            <a:noFill/>
          </a:ln>
        </p:spPr>
        <p:txBody>
          <a:bodyPr vert="horz" tIns="0" bIns="0" anchor="b">
            <a:noAutofit/>
            <a:scene3d>
              <a:camera prst="orthographicFront"/>
              <a:lightRig rig="freezing" dir="t">
                <a:rot lat="0" lon="0" rev="5640000"/>
              </a:lightRig>
            </a:scene3d>
            <a:sp3d prstMaterial="flat">
              <a:bevelT w="38100" h="38100"/>
            </a:sp3d>
          </a:bodyPr>
          <a:lstStyle>
            <a:lvl1pPr algn="l" rtl="0">
              <a:spcBef>
                <a:spcPct val="0"/>
              </a:spcBef>
              <a:buNone/>
              <a:defRPr lang="en-US" sz="5600" b="1" cap="none" baseline="0" dirty="0">
                <a:ln w="635">
                  <a:noFill/>
                </a:ln>
                <a:solidFill>
                  <a:schemeClr val="accent4">
                    <a:tint val="90000"/>
                    <a:satMod val="125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530352" y="2704664"/>
            <a:ext cx="7772400" cy="1509712"/>
          </a:xfrm>
        </p:spPr>
        <p:txBody>
          <a:bodyPr lIns="45720" rIns="45720" anchor="t"/>
          <a:lstStyle>
            <a:lvl1pPr marL="0" indent="0">
              <a:buNone/>
              <a:defRPr sz="22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fld id="{88B1CB0B-0393-45BF-91A5-A23B8FFE8B3C}" type="datetimeFigureOut">
              <a:rPr lang="en-US" smtClean="0"/>
              <a:pPr/>
              <a:t>10/31/2018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ABB83A7-9DD0-48E4-80B2-602773C6DB82}" type="slidenum">
              <a:rPr lang="en-US" smtClean="0"/>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a:lstStyle/>
          <a:p>
            <a:r>
              <a:rPr kumimoji="0" lang="en-US" smtClean="0"/>
              <a:t>Click to edit Master title style</a:t>
            </a:r>
            <a:endParaRPr kumimoji="0" lang="en-US"/>
          </a:p>
        </p:txBody>
      </p:sp>
      <p:sp>
        <p:nvSpPr>
          <p:cNvPr id="3" name="Content Placeholder 2"/>
          <p:cNvSpPr>
            <a:spLocks noGrp="1"/>
          </p:cNvSpPr>
          <p:nvPr>
            <p:ph sz="half" idx="1"/>
          </p:nvPr>
        </p:nvSpPr>
        <p:spPr>
          <a:xfrm>
            <a:off x="457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648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88B1CB0B-0393-45BF-91A5-A23B8FFE8B3C}" type="datetimeFigureOut">
              <a:rPr lang="en-US" smtClean="0"/>
              <a:pPr/>
              <a:t>10/31/2018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ABB83A7-9DD0-48E4-80B2-602773C6DB82}"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tIns="45720" anchor="b"/>
          <a:lstStyle>
            <a:lvl1pPr>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1855248"/>
            <a:ext cx="4040188" cy="659352"/>
          </a:xfrm>
        </p:spPr>
        <p:txBody>
          <a:bodyPr lIns="45720" tIns="0" rIns="45720" bIns="0" anchor="ctr">
            <a:noAutofit/>
          </a:bodyP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45025" y="1859757"/>
            <a:ext cx="4041775" cy="654843"/>
          </a:xfrm>
        </p:spPr>
        <p:txBody>
          <a:bodyPr lIns="45720" tIns="0" rIns="45720" bIns="0" anchor="ct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2514600"/>
            <a:ext cx="4040188"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45025" y="2514600"/>
            <a:ext cx="4041775"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p>
            <a:fld id="{88B1CB0B-0393-45BF-91A5-A23B8FFE8B3C}" type="datetimeFigureOut">
              <a:rPr lang="en-US" smtClean="0"/>
              <a:pPr/>
              <a:t>10/31/2018</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ABB83A7-9DD0-48E4-80B2-602773C6DB82}"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305800" cy="1143000"/>
          </a:xfrm>
        </p:spPr>
        <p:txBody>
          <a:bodyPr vert="horz" tIns="45720" bIns="0" anchor="b">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5000" b="0">
                <a:ln>
                  <a:noFill/>
                </a:ln>
                <a:solidFill>
                  <a:schemeClr val="tx2"/>
                </a:solidFill>
                <a:effectLst/>
                <a:latin typeface="+mj-lt"/>
                <a:ea typeface="+mj-ea"/>
                <a:cs typeface="+mj-cs"/>
              </a:defRPr>
            </a:lvl1pP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88B1CB0B-0393-45BF-91A5-A23B8FFE8B3C}" type="datetimeFigureOut">
              <a:rPr lang="en-US" smtClean="0"/>
              <a:pPr/>
              <a:t>10/31/2018</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ABB83A7-9DD0-48E4-80B2-602773C6DB82}"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8B1CB0B-0393-45BF-91A5-A23B8FFE8B3C}" type="datetimeFigureOut">
              <a:rPr lang="en-US" smtClean="0"/>
              <a:pPr/>
              <a:t>10/31/2018</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ABB83A7-9DD0-48E4-80B2-602773C6DB82}"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514352"/>
            <a:ext cx="2743200" cy="1162050"/>
          </a:xfrm>
        </p:spPr>
        <p:txBody>
          <a:bodyPr lIns="0" anchor="b">
            <a:noAutofit/>
          </a:bodyPr>
          <a:lstStyle>
            <a:lvl1pPr algn="l" rtl="0">
              <a:spcBef>
                <a:spcPct val="0"/>
              </a:spcBef>
              <a:buNone/>
              <a:defRPr sz="2600" b="0">
                <a:ln>
                  <a:noFill/>
                </a:ln>
                <a:solidFill>
                  <a:schemeClr val="tx2"/>
                </a:solidFill>
                <a:effectLst/>
                <a:latin typeface="+mj-lt"/>
                <a:ea typeface="+mj-ea"/>
                <a:cs typeface="+mj-cs"/>
              </a:defRPr>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685800" y="1676400"/>
            <a:ext cx="2743200" cy="4572000"/>
          </a:xfrm>
        </p:spPr>
        <p:txBody>
          <a:bodyPr lIns="18288" rIns="18288"/>
          <a:lstStyle>
            <a:lvl1pPr marL="0" indent="0" algn="l">
              <a:buNone/>
              <a:defRPr sz="1400"/>
            </a:lvl1pPr>
            <a:lvl2pPr indent="0" algn="l">
              <a:buNone/>
              <a:defRPr sz="1200"/>
            </a:lvl2pPr>
            <a:lvl3pPr indent="0" algn="l">
              <a:buNone/>
              <a:defRPr sz="1000"/>
            </a:lvl3pPr>
            <a:lvl4pPr indent="0" algn="l">
              <a:buNone/>
              <a:defRPr sz="900"/>
            </a:lvl4pPr>
            <a:lvl5pPr indent="0" algn="l">
              <a:buNone/>
              <a:defRPr sz="900"/>
            </a:lvl5pPr>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3575050" y="1676400"/>
            <a:ext cx="5111750" cy="4572000"/>
          </a:xfrm>
        </p:spPr>
        <p:txBody>
          <a:bodyPr tIns="0"/>
          <a:lstStyle>
            <a:lvl1pPr>
              <a:defRPr sz="2800"/>
            </a:lvl1pPr>
            <a:lvl2pPr>
              <a:defRPr sz="2600"/>
            </a:lvl2pPr>
            <a:lvl3pPr>
              <a:defRPr sz="2400"/>
            </a:lvl3pPr>
            <a:lvl4pPr>
              <a:defRPr sz="20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88B1CB0B-0393-45BF-91A5-A23B8FFE8B3C}" type="datetimeFigureOut">
              <a:rPr lang="en-US" smtClean="0"/>
              <a:pPr/>
              <a:t>10/31/2018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ABB83A7-9DD0-48E4-80B2-602773C6DB82}"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9" name="Snip and Round Single Corner Rectangle 8"/>
          <p:cNvSpPr/>
          <p:nvPr/>
        </p:nvSpPr>
        <p:spPr>
          <a:xfrm rot="420000" flipV="1">
            <a:off x="3165753" y="1108077"/>
            <a:ext cx="5257800" cy="4114800"/>
          </a:xfrm>
          <a:prstGeom prst="snipRoundRect">
            <a:avLst>
              <a:gd name="adj1" fmla="val 0"/>
              <a:gd name="adj2" fmla="val 3646"/>
            </a:avLst>
          </a:prstGeom>
          <a:solidFill>
            <a:srgbClr val="FFFFFF"/>
          </a:solidFill>
          <a:ln w="3175" cap="rnd" cmpd="sng" algn="ctr">
            <a:solidFill>
              <a:srgbClr val="C0C0C0"/>
            </a:solidFill>
            <a:prstDash val="solid"/>
          </a:ln>
          <a:effectLst>
            <a:outerShdw blurRad="63500" dist="38500" dir="7500000" sx="98500" sy="100080" kx="100000" algn="tl" rotWithShape="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12" name="Right Triangle 11"/>
          <p:cNvSpPr/>
          <p:nvPr/>
        </p:nvSpPr>
        <p:spPr>
          <a:xfrm rot="420000" flipV="1">
            <a:off x="8004134" y="5359769"/>
            <a:ext cx="155448" cy="155448"/>
          </a:xfrm>
          <a:prstGeom prst="rtTriangle">
            <a:avLst/>
          </a:prstGeom>
          <a:solidFill>
            <a:srgbClr val="FFFFFF"/>
          </a:solidFill>
          <a:ln w="12700" cap="flat" cmpd="sng" algn="ctr">
            <a:solidFill>
              <a:srgbClr val="FFFFFF"/>
            </a:solidFill>
            <a:prstDash val="solid"/>
            <a:bevel/>
          </a:ln>
          <a:effectLst>
            <a:outerShdw blurRad="19685" dist="6350" dir="12900000" algn="tl"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Title 1"/>
          <p:cNvSpPr>
            <a:spLocks noGrp="1"/>
          </p:cNvSpPr>
          <p:nvPr>
            <p:ph type="title"/>
          </p:nvPr>
        </p:nvSpPr>
        <p:spPr>
          <a:xfrm>
            <a:off x="609600" y="1176996"/>
            <a:ext cx="2212848" cy="1582621"/>
          </a:xfrm>
        </p:spPr>
        <p:txBody>
          <a:bodyPr vert="horz" lIns="45720" tIns="45720" rIns="45720" bIns="45720" anchor="b"/>
          <a:lstStyle>
            <a:lvl1pPr algn="l">
              <a:buNone/>
              <a:defRPr sz="2000" b="1">
                <a:solidFill>
                  <a:schemeClr val="tx2"/>
                </a:solidFill>
              </a:defRPr>
            </a:lvl1pPr>
          </a:lstStyle>
          <a:p>
            <a:r>
              <a:rPr kumimoji="0" lang="en-US" smtClean="0"/>
              <a:t>Click to edit Master title style</a:t>
            </a:r>
            <a:endParaRPr kumimoji="0" lang="en-US"/>
          </a:p>
        </p:txBody>
      </p:sp>
      <p:sp>
        <p:nvSpPr>
          <p:cNvPr id="4" name="Text Placeholder 3"/>
          <p:cNvSpPr>
            <a:spLocks noGrp="1"/>
          </p:cNvSpPr>
          <p:nvPr>
            <p:ph type="body" sz="half" idx="2"/>
          </p:nvPr>
        </p:nvSpPr>
        <p:spPr>
          <a:xfrm>
            <a:off x="609600" y="2828785"/>
            <a:ext cx="2209800" cy="2179320"/>
          </a:xfrm>
        </p:spPr>
        <p:txBody>
          <a:bodyPr lIns="64008" rIns="45720" bIns="45720" anchor="t"/>
          <a:lstStyle>
            <a:lvl1pPr marL="0" indent="0" algn="l">
              <a:spcBef>
                <a:spcPts val="250"/>
              </a:spcBef>
              <a:buFontTx/>
              <a:buNone/>
              <a:defRPr sz="1300"/>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fld id="{88B1CB0B-0393-45BF-91A5-A23B8FFE8B3C}" type="datetimeFigureOut">
              <a:rPr lang="en-US" smtClean="0"/>
              <a:pPr/>
              <a:t>10/31/2018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8077200" y="6356350"/>
            <a:ext cx="609600" cy="365125"/>
          </a:xfrm>
        </p:spPr>
        <p:txBody>
          <a:bodyPr/>
          <a:lstStyle/>
          <a:p>
            <a:fld id="{3ABB83A7-9DD0-48E4-80B2-602773C6DB82}" type="slidenum">
              <a:rPr lang="en-US" smtClean="0"/>
              <a:pPr/>
              <a:t>‹#›</a:t>
            </a:fld>
            <a:endParaRPr lang="en-US"/>
          </a:p>
        </p:txBody>
      </p:sp>
      <p:sp>
        <p:nvSpPr>
          <p:cNvPr id="3" name="Picture Placeholder 2"/>
          <p:cNvSpPr>
            <a:spLocks noGrp="1"/>
          </p:cNvSpPr>
          <p:nvPr>
            <p:ph type="pic" idx="1"/>
          </p:nvPr>
        </p:nvSpPr>
        <p:spPr>
          <a:xfrm rot="420000">
            <a:off x="3485793" y="1199517"/>
            <a:ext cx="4617720" cy="3931920"/>
          </a:xfrm>
          <a:prstGeom prst="rect">
            <a:avLst/>
          </a:prstGeom>
          <a:solidFill>
            <a:schemeClr val="bg2"/>
          </a:solidFill>
          <a:ln w="3000" cap="rnd">
            <a:solidFill>
              <a:srgbClr val="C0C0C0"/>
            </a:solidFill>
            <a:round/>
          </a:ln>
          <a:effectLst/>
        </p:spPr>
        <p:txBody>
          <a:bodyPr/>
          <a:lstStyle>
            <a:lvl1pPr marL="0" indent="0">
              <a:buNone/>
              <a:defRPr sz="3200"/>
            </a:lvl1pPr>
          </a:lstStyle>
          <a:p>
            <a:r>
              <a:rPr kumimoji="0" lang="en-US" smtClean="0"/>
              <a:t>Click icon to add picture</a:t>
            </a:r>
            <a:endParaRPr kumimoji="0" lang="en-US" dirty="0"/>
          </a:p>
        </p:txBody>
      </p:sp>
      <p:sp>
        <p:nvSpPr>
          <p:cNvPr id="10" name="Freeform 9"/>
          <p:cNvSpPr>
            <a:spLocks/>
          </p:cNvSpPr>
          <p:nvPr/>
        </p:nvSpPr>
        <p:spPr bwMode="auto">
          <a:xfrm flipV="1">
            <a:off x="-9525" y="5816600"/>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11" name="Freeform 10"/>
          <p:cNvSpPr>
            <a:spLocks/>
          </p:cNvSpPr>
          <p:nvPr/>
        </p:nvSpPr>
        <p:spPr bwMode="auto">
          <a:xfrm flipV="1">
            <a:off x="4381500" y="6219825"/>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88B1CB0B-0393-45BF-91A5-A23B8FFE8B3C}" type="datetimeFigureOut">
              <a:rPr lang="en-US" smtClean="0"/>
              <a:pPr/>
              <a:t>10/31/2018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ABB83A7-9DD0-48E4-80B2-602773C6DB82}"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914401"/>
            <a:ext cx="2057400" cy="5211763"/>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914401"/>
            <a:ext cx="6019800" cy="5211763"/>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88B1CB0B-0393-45BF-91A5-A23B8FFE8B3C}" type="datetimeFigureOut">
              <a:rPr lang="en-US" smtClean="0"/>
              <a:pPr/>
              <a:t>10/31/2018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ABB83A7-9DD0-48E4-80B2-602773C6DB82}"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Two Pictures with Captions">
    <p:spTree>
      <p:nvGrpSpPr>
        <p:cNvPr id="1" name=""/>
        <p:cNvGrpSpPr/>
        <p:nvPr/>
      </p:nvGrpSpPr>
      <p:grpSpPr>
        <a:xfrm>
          <a:off x="0" y="0"/>
          <a:ext cx="0" cy="0"/>
          <a:chOff x="0" y="0"/>
          <a:chExt cx="0" cy="0"/>
        </a:xfrm>
      </p:grpSpPr>
      <p:pic>
        <p:nvPicPr>
          <p:cNvPr id="6" name="Picture 5"/>
          <p:cNvPicPr>
            <a:picLocks noChangeAspect="1"/>
          </p:cNvPicPr>
          <p:nvPr/>
        </p:nvPicPr>
        <p:blipFill>
          <a:blip r:embed="rId2" cstate="print">
            <a:extLst>
              <a:ext uri="{28A0092B-C50C-407E-A947-70E740481C1C}">
                <a14:useLocalDpi xmlns:a14="http://schemas.microsoft.com/office/drawing/2010/main" xmlns="" val="0"/>
              </a:ext>
            </a:extLst>
          </a:blip>
          <a:stretch>
            <a:fillRect/>
          </a:stretch>
        </p:blipFill>
        <p:spPr>
          <a:xfrm>
            <a:off x="2891" y="1716"/>
            <a:ext cx="9141714" cy="6856284"/>
          </a:xfrm>
          <a:prstGeom prst="rect">
            <a:avLst/>
          </a:prstGeom>
        </p:spPr>
      </p:pic>
      <p:sp>
        <p:nvSpPr>
          <p:cNvPr id="2" name="Title 1"/>
          <p:cNvSpPr>
            <a:spLocks noGrp="1"/>
          </p:cNvSpPr>
          <p:nvPr>
            <p:ph type="title"/>
          </p:nvPr>
        </p:nvSpPr>
        <p:spPr>
          <a:xfrm>
            <a:off x="771436" y="5791200"/>
            <a:ext cx="6086564" cy="701674"/>
          </a:xfrm>
        </p:spPr>
        <p:txBody>
          <a:bodyPr vert="horz" lIns="91440" tIns="45720" rIns="91440" bIns="45720" rtlCol="0" anchor="b">
            <a:normAutofit/>
          </a:bodyPr>
          <a:lstStyle>
            <a:lvl1pPr>
              <a:defRPr lang="en-US" sz="2400">
                <a:solidFill>
                  <a:schemeClr val="accent1"/>
                </a:solidFill>
              </a:defRPr>
            </a:lvl1pPr>
          </a:lstStyle>
          <a:p>
            <a:pPr lvl="0"/>
            <a:r>
              <a:rPr lang="en-US" smtClean="0"/>
              <a:t>Click to edit Master title style</a:t>
            </a:r>
            <a:endParaRPr lang="en-US" dirty="0"/>
          </a:p>
        </p:txBody>
      </p:sp>
      <p:sp>
        <p:nvSpPr>
          <p:cNvPr id="7" name="Freeform 5"/>
          <p:cNvSpPr>
            <a:spLocks/>
          </p:cNvSpPr>
          <p:nvPr/>
        </p:nvSpPr>
        <p:spPr bwMode="gray">
          <a:xfrm>
            <a:off x="571500" y="933450"/>
            <a:ext cx="3086100" cy="4109465"/>
          </a:xfrm>
          <a:custGeom>
            <a:avLst/>
            <a:gdLst>
              <a:gd name="T0" fmla="*/ 870 w 933"/>
              <a:gd name="T1" fmla="*/ 64 h 1275"/>
              <a:gd name="T2" fmla="*/ 870 w 933"/>
              <a:gd name="T3" fmla="*/ 1213 h 1275"/>
              <a:gd name="T4" fmla="*/ 61 w 933"/>
              <a:gd name="T5" fmla="*/ 1213 h 1275"/>
              <a:gd name="T6" fmla="*/ 61 w 933"/>
              <a:gd name="T7" fmla="*/ 64 h 1275"/>
              <a:gd name="T8" fmla="*/ 870 w 933"/>
              <a:gd name="T9" fmla="*/ 64 h 1275"/>
            </a:gdLst>
            <a:ahLst/>
            <a:cxnLst>
              <a:cxn ang="0">
                <a:pos x="T0" y="T1"/>
              </a:cxn>
              <a:cxn ang="0">
                <a:pos x="T2" y="T3"/>
              </a:cxn>
              <a:cxn ang="0">
                <a:pos x="T4" y="T5"/>
              </a:cxn>
              <a:cxn ang="0">
                <a:pos x="T6" y="T7"/>
              </a:cxn>
              <a:cxn ang="0">
                <a:pos x="T8" y="T9"/>
              </a:cxn>
            </a:cxnLst>
            <a:rect l="0" t="0" r="r" b="b"/>
            <a:pathLst>
              <a:path w="933" h="1275">
                <a:moveTo>
                  <a:pt x="870" y="64"/>
                </a:moveTo>
                <a:cubicBezTo>
                  <a:pt x="933" y="128"/>
                  <a:pt x="922" y="1160"/>
                  <a:pt x="870" y="1213"/>
                </a:cubicBezTo>
                <a:cubicBezTo>
                  <a:pt x="817" y="1266"/>
                  <a:pt x="121" y="1275"/>
                  <a:pt x="61" y="1213"/>
                </a:cubicBezTo>
                <a:cubicBezTo>
                  <a:pt x="0" y="1151"/>
                  <a:pt x="3" y="123"/>
                  <a:pt x="61" y="64"/>
                </a:cubicBezTo>
                <a:cubicBezTo>
                  <a:pt x="118" y="5"/>
                  <a:pt x="806" y="0"/>
                  <a:pt x="870" y="64"/>
                </a:cubicBezTo>
                <a:close/>
              </a:path>
            </a:pathLst>
          </a:custGeom>
          <a:solidFill>
            <a:srgbClr val="FFFFFF"/>
          </a:solidFill>
          <a:effectLst>
            <a:outerShdw blurRad="317500" dist="63500" dir="2700000" algn="tl" rotWithShape="0">
              <a:prstClr val="black">
                <a:alpha val="30000"/>
              </a:prstClr>
            </a:outerShdw>
          </a:effectLst>
        </p:spPr>
        <p:txBody>
          <a:bodyPr vert="horz" wrap="square" lIns="91440" tIns="45720" rIns="91440" bIns="45720" numCol="1" anchor="t" anchorCtr="0" compatLnSpc="1">
            <a:prstTxWarp prst="textNoShape">
              <a:avLst/>
            </a:prstTxWarp>
          </a:bodyPr>
          <a:lstStyle/>
          <a:p>
            <a:endParaRPr lang="en-US"/>
          </a:p>
        </p:txBody>
      </p:sp>
      <p:sp>
        <p:nvSpPr>
          <p:cNvPr id="15" name="Picture Placeholder 14" descr="An empty placeholder to add an image. Click on the placeholder and select the image that you wish to add"/>
          <p:cNvSpPr>
            <a:spLocks noGrp="1"/>
          </p:cNvSpPr>
          <p:nvPr>
            <p:ph type="pic" sz="quarter" idx="13"/>
          </p:nvPr>
        </p:nvSpPr>
        <p:spPr>
          <a:xfrm>
            <a:off x="744327" y="1113023"/>
            <a:ext cx="2728840" cy="3750319"/>
          </a:xfrm>
          <a:custGeom>
            <a:avLst/>
            <a:gdLst>
              <a:gd name="connsiteX0" fmla="*/ 1744346 w 3503695"/>
              <a:gd name="connsiteY0" fmla="*/ 62 h 4031418"/>
              <a:gd name="connsiteX1" fmla="*/ 3334838 w 3503695"/>
              <a:gd name="connsiteY1" fmla="*/ 150223 h 4031418"/>
              <a:gd name="connsiteX2" fmla="*/ 3334838 w 3503695"/>
              <a:gd name="connsiteY2" fmla="*/ 3890810 h 4031418"/>
              <a:gd name="connsiteX3" fmla="*/ 174362 w 3503695"/>
              <a:gd name="connsiteY3" fmla="*/ 3890810 h 4031418"/>
              <a:gd name="connsiteX4" fmla="*/ 174362 w 3503695"/>
              <a:gd name="connsiteY4" fmla="*/ 150223 h 4031418"/>
              <a:gd name="connsiteX5" fmla="*/ 1744346 w 3503695"/>
              <a:gd name="connsiteY5" fmla="*/ 62 h 40314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503695" h="4031418">
                <a:moveTo>
                  <a:pt x="1744346" y="62"/>
                </a:moveTo>
                <a:cubicBezTo>
                  <a:pt x="2475376" y="-1972"/>
                  <a:pt x="3209826" y="46047"/>
                  <a:pt x="3334838" y="150223"/>
                </a:cubicBezTo>
                <a:cubicBezTo>
                  <a:pt x="3580957" y="358576"/>
                  <a:pt x="3537984" y="3718268"/>
                  <a:pt x="3334838" y="3890810"/>
                </a:cubicBezTo>
                <a:cubicBezTo>
                  <a:pt x="3127786" y="4063352"/>
                  <a:pt x="408761" y="4092652"/>
                  <a:pt x="174362" y="3890810"/>
                </a:cubicBezTo>
                <a:cubicBezTo>
                  <a:pt x="-63943" y="3688968"/>
                  <a:pt x="-52223" y="342299"/>
                  <a:pt x="174362" y="150223"/>
                </a:cubicBezTo>
                <a:cubicBezTo>
                  <a:pt x="285702" y="54185"/>
                  <a:pt x="1013315" y="2097"/>
                  <a:pt x="1744346" y="62"/>
                </a:cubicBezTo>
                <a:close/>
              </a:path>
            </a:pathLst>
          </a:custGeom>
          <a:solidFill>
            <a:schemeClr val="accent2">
              <a:lumMod val="20000"/>
              <a:lumOff val="80000"/>
            </a:schemeClr>
          </a:solidFill>
        </p:spPr>
        <p:txBody>
          <a:bodyPr wrap="square" tIns="365760">
            <a:noAutofit/>
          </a:bodyPr>
          <a:lstStyle>
            <a:lvl1pPr marL="0" indent="0" algn="ctr">
              <a:buNone/>
              <a:defRPr/>
            </a:lvl1pPr>
          </a:lstStyle>
          <a:p>
            <a:r>
              <a:rPr lang="en-US" smtClean="0"/>
              <a:t>Click icon to add picture</a:t>
            </a:r>
            <a:endParaRPr lang="en-US"/>
          </a:p>
        </p:txBody>
      </p:sp>
      <p:sp>
        <p:nvSpPr>
          <p:cNvPr id="17" name="Text Placeholder 16"/>
          <p:cNvSpPr>
            <a:spLocks noGrp="1"/>
          </p:cNvSpPr>
          <p:nvPr>
            <p:ph type="body" sz="quarter" idx="14"/>
          </p:nvPr>
        </p:nvSpPr>
        <p:spPr>
          <a:xfrm>
            <a:off x="771436" y="5181600"/>
            <a:ext cx="2674620" cy="493776"/>
          </a:xfrm>
        </p:spPr>
        <p:txBody>
          <a:bodyPr>
            <a:normAutofit/>
          </a:bodyPr>
          <a:lstStyle>
            <a:lvl1pPr marL="0" indent="0">
              <a:buNone/>
              <a:defRPr sz="1800"/>
            </a:lvl1pPr>
            <a:lvl2pPr marL="0" indent="0">
              <a:spcBef>
                <a:spcPts val="1200"/>
              </a:spcBef>
              <a:buNone/>
              <a:defRPr sz="1800"/>
            </a:lvl2pPr>
            <a:lvl3pPr marL="0" indent="0">
              <a:spcBef>
                <a:spcPts val="1200"/>
              </a:spcBef>
              <a:buNone/>
              <a:defRPr sz="1800"/>
            </a:lvl3pPr>
            <a:lvl4pPr marL="0" indent="0">
              <a:spcBef>
                <a:spcPts val="1200"/>
              </a:spcBef>
              <a:buNone/>
              <a:defRPr sz="1800"/>
            </a:lvl4pPr>
            <a:lvl5pPr marL="0" indent="0">
              <a:spcBef>
                <a:spcPts val="1200"/>
              </a:spcBef>
              <a:buNone/>
              <a:defRPr sz="1800"/>
            </a:lvl5pPr>
          </a:lstStyle>
          <a:p>
            <a:pPr lvl="0"/>
            <a:r>
              <a:rPr lang="en-US" smtClean="0"/>
              <a:t>Click to edit Master text styles</a:t>
            </a:r>
          </a:p>
        </p:txBody>
      </p:sp>
      <p:sp>
        <p:nvSpPr>
          <p:cNvPr id="18" name="Freeform 5"/>
          <p:cNvSpPr>
            <a:spLocks/>
          </p:cNvSpPr>
          <p:nvPr/>
        </p:nvSpPr>
        <p:spPr bwMode="gray">
          <a:xfrm>
            <a:off x="3975100" y="933450"/>
            <a:ext cx="3086100" cy="4109465"/>
          </a:xfrm>
          <a:custGeom>
            <a:avLst/>
            <a:gdLst>
              <a:gd name="T0" fmla="*/ 870 w 933"/>
              <a:gd name="T1" fmla="*/ 64 h 1275"/>
              <a:gd name="T2" fmla="*/ 870 w 933"/>
              <a:gd name="T3" fmla="*/ 1213 h 1275"/>
              <a:gd name="T4" fmla="*/ 61 w 933"/>
              <a:gd name="T5" fmla="*/ 1213 h 1275"/>
              <a:gd name="T6" fmla="*/ 61 w 933"/>
              <a:gd name="T7" fmla="*/ 64 h 1275"/>
              <a:gd name="T8" fmla="*/ 870 w 933"/>
              <a:gd name="T9" fmla="*/ 64 h 1275"/>
            </a:gdLst>
            <a:ahLst/>
            <a:cxnLst>
              <a:cxn ang="0">
                <a:pos x="T0" y="T1"/>
              </a:cxn>
              <a:cxn ang="0">
                <a:pos x="T2" y="T3"/>
              </a:cxn>
              <a:cxn ang="0">
                <a:pos x="T4" y="T5"/>
              </a:cxn>
              <a:cxn ang="0">
                <a:pos x="T6" y="T7"/>
              </a:cxn>
              <a:cxn ang="0">
                <a:pos x="T8" y="T9"/>
              </a:cxn>
            </a:cxnLst>
            <a:rect l="0" t="0" r="r" b="b"/>
            <a:pathLst>
              <a:path w="933" h="1275">
                <a:moveTo>
                  <a:pt x="870" y="64"/>
                </a:moveTo>
                <a:cubicBezTo>
                  <a:pt x="933" y="128"/>
                  <a:pt x="922" y="1160"/>
                  <a:pt x="870" y="1213"/>
                </a:cubicBezTo>
                <a:cubicBezTo>
                  <a:pt x="817" y="1266"/>
                  <a:pt x="121" y="1275"/>
                  <a:pt x="61" y="1213"/>
                </a:cubicBezTo>
                <a:cubicBezTo>
                  <a:pt x="0" y="1151"/>
                  <a:pt x="3" y="123"/>
                  <a:pt x="61" y="64"/>
                </a:cubicBezTo>
                <a:cubicBezTo>
                  <a:pt x="118" y="5"/>
                  <a:pt x="806" y="0"/>
                  <a:pt x="870" y="64"/>
                </a:cubicBezTo>
                <a:close/>
              </a:path>
            </a:pathLst>
          </a:custGeom>
          <a:solidFill>
            <a:srgbClr val="FFFFFF"/>
          </a:solidFill>
          <a:effectLst>
            <a:outerShdw blurRad="317500" dist="63500" dir="2700000" algn="tl" rotWithShape="0">
              <a:prstClr val="black">
                <a:alpha val="30000"/>
              </a:prstClr>
            </a:outerShdw>
          </a:effectLst>
        </p:spPr>
        <p:txBody>
          <a:bodyPr vert="horz" wrap="square" lIns="91440" tIns="45720" rIns="91440" bIns="45720" numCol="1" anchor="t" anchorCtr="0" compatLnSpc="1">
            <a:prstTxWarp prst="textNoShape">
              <a:avLst/>
            </a:prstTxWarp>
          </a:bodyPr>
          <a:lstStyle/>
          <a:p>
            <a:endParaRPr lang="en-US"/>
          </a:p>
        </p:txBody>
      </p:sp>
      <p:sp>
        <p:nvSpPr>
          <p:cNvPr id="19" name="Picture Placeholder 18" descr="An empty placeholder to add an image. Click on the placeholder and select the image that you wish to add"/>
          <p:cNvSpPr>
            <a:spLocks noGrp="1"/>
          </p:cNvSpPr>
          <p:nvPr>
            <p:ph type="pic" sz="quarter" idx="15"/>
          </p:nvPr>
        </p:nvSpPr>
        <p:spPr>
          <a:xfrm>
            <a:off x="4147926" y="1113023"/>
            <a:ext cx="2728840" cy="3750319"/>
          </a:xfrm>
          <a:custGeom>
            <a:avLst/>
            <a:gdLst>
              <a:gd name="connsiteX0" fmla="*/ 1744346 w 3503695"/>
              <a:gd name="connsiteY0" fmla="*/ 62 h 4031418"/>
              <a:gd name="connsiteX1" fmla="*/ 3334838 w 3503695"/>
              <a:gd name="connsiteY1" fmla="*/ 150223 h 4031418"/>
              <a:gd name="connsiteX2" fmla="*/ 3334838 w 3503695"/>
              <a:gd name="connsiteY2" fmla="*/ 3890810 h 4031418"/>
              <a:gd name="connsiteX3" fmla="*/ 174362 w 3503695"/>
              <a:gd name="connsiteY3" fmla="*/ 3890810 h 4031418"/>
              <a:gd name="connsiteX4" fmla="*/ 174362 w 3503695"/>
              <a:gd name="connsiteY4" fmla="*/ 150223 h 4031418"/>
              <a:gd name="connsiteX5" fmla="*/ 1744346 w 3503695"/>
              <a:gd name="connsiteY5" fmla="*/ 62 h 40314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503695" h="4031418">
                <a:moveTo>
                  <a:pt x="1744346" y="62"/>
                </a:moveTo>
                <a:cubicBezTo>
                  <a:pt x="2475376" y="-1972"/>
                  <a:pt x="3209826" y="46047"/>
                  <a:pt x="3334838" y="150223"/>
                </a:cubicBezTo>
                <a:cubicBezTo>
                  <a:pt x="3580957" y="358576"/>
                  <a:pt x="3537984" y="3718268"/>
                  <a:pt x="3334838" y="3890810"/>
                </a:cubicBezTo>
                <a:cubicBezTo>
                  <a:pt x="3127786" y="4063352"/>
                  <a:pt x="408761" y="4092652"/>
                  <a:pt x="174362" y="3890810"/>
                </a:cubicBezTo>
                <a:cubicBezTo>
                  <a:pt x="-63943" y="3688968"/>
                  <a:pt x="-52223" y="342299"/>
                  <a:pt x="174362" y="150223"/>
                </a:cubicBezTo>
                <a:cubicBezTo>
                  <a:pt x="285702" y="54185"/>
                  <a:pt x="1013315" y="2097"/>
                  <a:pt x="1744346" y="62"/>
                </a:cubicBezTo>
                <a:close/>
              </a:path>
            </a:pathLst>
          </a:custGeom>
          <a:solidFill>
            <a:schemeClr val="accent2">
              <a:lumMod val="20000"/>
              <a:lumOff val="80000"/>
            </a:schemeClr>
          </a:solidFill>
        </p:spPr>
        <p:txBody>
          <a:bodyPr wrap="square" tIns="365760">
            <a:noAutofit/>
          </a:bodyPr>
          <a:lstStyle>
            <a:lvl1pPr marL="0" indent="0" algn="ctr">
              <a:buNone/>
              <a:defRPr/>
            </a:lvl1pPr>
          </a:lstStyle>
          <a:p>
            <a:r>
              <a:rPr lang="en-US" smtClean="0"/>
              <a:t>Click icon to add picture</a:t>
            </a:r>
            <a:endParaRPr lang="en-US" dirty="0"/>
          </a:p>
        </p:txBody>
      </p:sp>
      <p:sp>
        <p:nvSpPr>
          <p:cNvPr id="20" name="Text Placeholder 16"/>
          <p:cNvSpPr>
            <a:spLocks noGrp="1"/>
          </p:cNvSpPr>
          <p:nvPr>
            <p:ph type="body" sz="quarter" idx="16"/>
          </p:nvPr>
        </p:nvSpPr>
        <p:spPr>
          <a:xfrm>
            <a:off x="4175036" y="5181600"/>
            <a:ext cx="2674620" cy="493776"/>
          </a:xfrm>
        </p:spPr>
        <p:txBody>
          <a:bodyPr>
            <a:normAutofit/>
          </a:bodyPr>
          <a:lstStyle>
            <a:lvl1pPr marL="0" indent="0">
              <a:buNone/>
              <a:defRPr sz="1800"/>
            </a:lvl1pPr>
            <a:lvl2pPr marL="0" indent="0">
              <a:spcBef>
                <a:spcPts val="1200"/>
              </a:spcBef>
              <a:buNone/>
              <a:defRPr sz="1800"/>
            </a:lvl2pPr>
            <a:lvl3pPr marL="0" indent="0">
              <a:spcBef>
                <a:spcPts val="1200"/>
              </a:spcBef>
              <a:buNone/>
              <a:defRPr sz="1800"/>
            </a:lvl3pPr>
            <a:lvl4pPr marL="0" indent="0">
              <a:spcBef>
                <a:spcPts val="1200"/>
              </a:spcBef>
              <a:buNone/>
              <a:defRPr sz="1800"/>
            </a:lvl4pPr>
            <a:lvl5pPr marL="0" indent="0">
              <a:spcBef>
                <a:spcPts val="1200"/>
              </a:spcBef>
              <a:buNone/>
              <a:defRPr sz="1800"/>
            </a:lvl5pPr>
          </a:lstStyle>
          <a:p>
            <a:pPr lvl="0"/>
            <a:r>
              <a:rPr lang="en-US" smtClean="0"/>
              <a:t>Click to edit Master text styles</a:t>
            </a:r>
          </a:p>
        </p:txBody>
      </p:sp>
    </p:spTree>
    <p:extLst>
      <p:ext uri="{BB962C8B-B14F-4D97-AF65-F5344CB8AC3E}">
        <p14:creationId xmlns:p14="http://schemas.microsoft.com/office/powerpoint/2010/main" xmlns="" val="2037772369"/>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7" name="Freeform 6"/>
          <p:cNvSpPr>
            <a:spLocks/>
          </p:cNvSpPr>
          <p:nvPr/>
        </p:nvSpPr>
        <p:spPr bwMode="auto">
          <a:xfrm>
            <a:off x="-9525" y="-7144"/>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8" name="Freeform 7"/>
          <p:cNvSpPr>
            <a:spLocks/>
          </p:cNvSpPr>
          <p:nvPr/>
        </p:nvSpPr>
        <p:spPr bwMode="auto">
          <a:xfrm>
            <a:off x="4381500" y="-7144"/>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9" name="Title Placeholder 8"/>
          <p:cNvSpPr>
            <a:spLocks noGrp="1"/>
          </p:cNvSpPr>
          <p:nvPr>
            <p:ph type="title"/>
          </p:nvPr>
        </p:nvSpPr>
        <p:spPr>
          <a:xfrm>
            <a:off x="1430276" y="148182"/>
            <a:ext cx="7713724" cy="1143000"/>
          </a:xfrm>
          <a:prstGeom prst="rect">
            <a:avLst/>
          </a:prstGeom>
        </p:spPr>
        <p:txBody>
          <a:bodyPr vert="horz" lIns="0" rIns="0" bIns="0" anchor="b">
            <a:normAutofit/>
          </a:bodyPr>
          <a:lstStyle/>
          <a:p>
            <a:r>
              <a:rPr kumimoji="0" lang="en-US" dirty="0" smtClean="0"/>
              <a:t>Click to edit Master title style</a:t>
            </a:r>
            <a:endParaRPr kumimoji="0" lang="en-US" dirty="0"/>
          </a:p>
        </p:txBody>
      </p:sp>
      <p:sp>
        <p:nvSpPr>
          <p:cNvPr id="30" name="Text Placeholder 29"/>
          <p:cNvSpPr>
            <a:spLocks noGrp="1"/>
          </p:cNvSpPr>
          <p:nvPr>
            <p:ph type="body" idx="1"/>
          </p:nvPr>
        </p:nvSpPr>
        <p:spPr>
          <a:xfrm>
            <a:off x="457200" y="1935480"/>
            <a:ext cx="8229600" cy="4389120"/>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0" name="Date Placeholder 9"/>
          <p:cNvSpPr>
            <a:spLocks noGrp="1"/>
          </p:cNvSpPr>
          <p:nvPr>
            <p:ph type="dt" sz="half" idx="2"/>
          </p:nvPr>
        </p:nvSpPr>
        <p:spPr>
          <a:xfrm>
            <a:off x="457200" y="6356350"/>
            <a:ext cx="21336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fld id="{88B1CB0B-0393-45BF-91A5-A23B8FFE8B3C}" type="datetimeFigureOut">
              <a:rPr lang="en-US" smtClean="0"/>
              <a:pPr/>
              <a:t>10/31/2018</a:t>
            </a:fld>
            <a:endParaRPr lang="en-US"/>
          </a:p>
        </p:txBody>
      </p:sp>
      <p:sp>
        <p:nvSpPr>
          <p:cNvPr id="22" name="Footer Placeholder 21"/>
          <p:cNvSpPr>
            <a:spLocks noGrp="1"/>
          </p:cNvSpPr>
          <p:nvPr>
            <p:ph type="ftr" sz="quarter" idx="3"/>
          </p:nvPr>
        </p:nvSpPr>
        <p:spPr>
          <a:xfrm>
            <a:off x="2667000" y="6356350"/>
            <a:ext cx="33528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endParaRPr lang="en-US"/>
          </a:p>
        </p:txBody>
      </p:sp>
      <p:sp>
        <p:nvSpPr>
          <p:cNvPr id="18" name="Slide Number Placeholder 17"/>
          <p:cNvSpPr>
            <a:spLocks noGrp="1"/>
          </p:cNvSpPr>
          <p:nvPr>
            <p:ph type="sldNum" sz="quarter" idx="4"/>
          </p:nvPr>
        </p:nvSpPr>
        <p:spPr>
          <a:xfrm>
            <a:off x="7924800" y="6356350"/>
            <a:ext cx="762000" cy="365125"/>
          </a:xfrm>
          <a:prstGeom prst="rect">
            <a:avLst/>
          </a:prstGeom>
        </p:spPr>
        <p:txBody>
          <a:bodyPr vert="horz" lIns="0" tIns="0" rIns="0" bIns="0" anchor="b"/>
          <a:lstStyle>
            <a:lvl1pPr algn="r" eaLnBrk="1" latinLnBrk="0" hangingPunct="1">
              <a:defRPr kumimoji="0" sz="1200">
                <a:solidFill>
                  <a:schemeClr val="tx2">
                    <a:shade val="90000"/>
                  </a:schemeClr>
                </a:solidFill>
              </a:defRPr>
            </a:lvl1pPr>
          </a:lstStyle>
          <a:p>
            <a:fld id="{3ABB83A7-9DD0-48E4-80B2-602773C6DB82}" type="slidenum">
              <a:rPr lang="en-US" smtClean="0"/>
              <a:pPr/>
              <a:t>‹#›</a:t>
            </a:fld>
            <a:endParaRPr lang="en-US"/>
          </a:p>
        </p:txBody>
      </p:sp>
      <p:grpSp>
        <p:nvGrpSpPr>
          <p:cNvPr id="2" name="Group 1"/>
          <p:cNvGrpSpPr/>
          <p:nvPr/>
        </p:nvGrpSpPr>
        <p:grpSpPr>
          <a:xfrm>
            <a:off x="-19017" y="202408"/>
            <a:ext cx="9180548" cy="649224"/>
            <a:chOff x="-19045" y="216550"/>
            <a:chExt cx="9180548" cy="649224"/>
          </a:xfrm>
        </p:grpSpPr>
        <p:sp>
          <p:nvSpPr>
            <p:cNvPr id="12" name="Freeform 11"/>
            <p:cNvSpPr>
              <a:spLocks/>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Freeform 12"/>
            <p:cNvSpPr>
              <a:spLocks/>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grpSp>
      <p:pic>
        <p:nvPicPr>
          <p:cNvPr id="3" name="Picture 2"/>
          <p:cNvPicPr>
            <a:picLocks noChangeAspect="1"/>
          </p:cNvPicPr>
          <p:nvPr/>
        </p:nvPicPr>
        <p:blipFill>
          <a:blip r:embed="rId14" cstate="print">
            <a:extLst>
              <a:ext uri="{28A0092B-C50C-407E-A947-70E740481C1C}">
                <a14:useLocalDpi xmlns:a14="http://schemas.microsoft.com/office/drawing/2010/main" xmlns="" val="0"/>
              </a:ext>
            </a:extLst>
          </a:blip>
          <a:stretch>
            <a:fillRect/>
          </a:stretch>
        </p:blipFill>
        <p:spPr>
          <a:xfrm>
            <a:off x="-29295" y="0"/>
            <a:ext cx="1459571" cy="1375795"/>
          </a:xfrm>
          <a:prstGeom prst="rect">
            <a:avLst/>
          </a:prstGeom>
        </p:spPr>
      </p:pic>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timing>
    <p:tnLst>
      <p:par>
        <p:cTn id="1" dur="indefinite" restart="never" nodeType="tmRoot"/>
      </p:par>
    </p:tnLst>
  </p:timing>
  <p:txStyles>
    <p:titleStyle>
      <a:lvl1pPr algn="ctr" rtl="0" eaLnBrk="1" latinLnBrk="0" hangingPunct="1">
        <a:spcBef>
          <a:spcPct val="0"/>
        </a:spcBef>
        <a:buNone/>
        <a:defRPr kumimoji="0" sz="5000" b="0" kern="1200">
          <a:ln>
            <a:noFill/>
          </a:ln>
          <a:solidFill>
            <a:srgbClr val="FF0000"/>
          </a:solidFill>
          <a:effectLst/>
          <a:latin typeface="+mj-lt"/>
          <a:ea typeface="+mj-ea"/>
          <a:cs typeface="+mj-cs"/>
        </a:defRPr>
      </a:lvl1pPr>
    </p:titleStyle>
    <p:bodyStyle>
      <a:lvl1pPr marL="274320" indent="-274320" algn="l" rtl="0" eaLnBrk="1" latinLnBrk="0" hangingPunct="1">
        <a:spcBef>
          <a:spcPct val="20000"/>
        </a:spcBef>
        <a:buClr>
          <a:schemeClr val="accent3"/>
        </a:buClr>
        <a:buSzPct val="95000"/>
        <a:buFont typeface="Wingdings 2"/>
        <a:buChar char=""/>
        <a:defRPr kumimoji="0" sz="2600" kern="1200">
          <a:solidFill>
            <a:schemeClr val="tx1"/>
          </a:solidFill>
          <a:latin typeface="+mn-lt"/>
          <a:ea typeface="+mn-ea"/>
          <a:cs typeface="+mn-cs"/>
        </a:defRPr>
      </a:lvl1pPr>
      <a:lvl2pPr marL="640080" indent="-246888" algn="l" rtl="0" eaLnBrk="1" latinLnBrk="0" hangingPunct="1">
        <a:spcBef>
          <a:spcPct val="20000"/>
        </a:spcBef>
        <a:buClr>
          <a:schemeClr val="accent1"/>
        </a:buClr>
        <a:buSzPct val="85000"/>
        <a:buFont typeface="Wingdings 2"/>
        <a:buChar char=""/>
        <a:defRPr kumimoji="0" sz="2400" kern="1200">
          <a:solidFill>
            <a:schemeClr val="tx1"/>
          </a:solidFill>
          <a:latin typeface="+mn-lt"/>
          <a:ea typeface="+mn-ea"/>
          <a:cs typeface="+mn-cs"/>
        </a:defRPr>
      </a:lvl2pPr>
      <a:lvl3pPr marL="914400" indent="-246888" algn="l" rtl="0" eaLnBrk="1" latinLnBrk="0" hangingPunct="1">
        <a:spcBef>
          <a:spcPct val="20000"/>
        </a:spcBef>
        <a:buClr>
          <a:schemeClr val="accent2"/>
        </a:buClr>
        <a:buSzPct val="70000"/>
        <a:buFont typeface="Wingdings 2"/>
        <a:buChar char=""/>
        <a:defRPr kumimoji="0" sz="2100" kern="1200">
          <a:solidFill>
            <a:schemeClr val="tx1"/>
          </a:solidFill>
          <a:latin typeface="+mn-lt"/>
          <a:ea typeface="+mn-ea"/>
          <a:cs typeface="+mn-cs"/>
        </a:defRPr>
      </a:lvl3pPr>
      <a:lvl4pPr marL="1188720" indent="-210312" algn="l" rtl="0" eaLnBrk="1" latinLnBrk="0" hangingPunct="1">
        <a:spcBef>
          <a:spcPct val="20000"/>
        </a:spcBef>
        <a:buClr>
          <a:schemeClr val="accent3"/>
        </a:buClr>
        <a:buSzPct val="65000"/>
        <a:buFont typeface="Wingdings 2"/>
        <a:buChar char=""/>
        <a:defRPr kumimoji="0" sz="2000" kern="1200">
          <a:solidFill>
            <a:schemeClr val="tx1"/>
          </a:solidFill>
          <a:latin typeface="+mn-lt"/>
          <a:ea typeface="+mn-ea"/>
          <a:cs typeface="+mn-cs"/>
        </a:defRPr>
      </a:lvl4pPr>
      <a:lvl5pPr marL="1463040" indent="-210312" algn="l" rtl="0" eaLnBrk="1" latinLnBrk="0" hangingPunct="1">
        <a:spcBef>
          <a:spcPct val="20000"/>
        </a:spcBef>
        <a:buClr>
          <a:schemeClr val="accent4"/>
        </a:buClr>
        <a:buSzPct val="65000"/>
        <a:buFont typeface="Wingdings 2"/>
        <a:buChar char=""/>
        <a:defRPr kumimoji="0" sz="2000" kern="1200">
          <a:solidFill>
            <a:schemeClr val="tx1"/>
          </a:solidFill>
          <a:latin typeface="+mn-lt"/>
          <a:ea typeface="+mn-ea"/>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6.gif"/><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27584" y="332656"/>
            <a:ext cx="7772400" cy="1152128"/>
          </a:xfrm>
        </p:spPr>
        <p:txBody>
          <a:bodyPr>
            <a:normAutofit/>
          </a:bodyPr>
          <a:lstStyle/>
          <a:p>
            <a:pPr algn="ctr"/>
            <a:r>
              <a:rPr lang="en-US" b="1" dirty="0" smtClean="0">
                <a:solidFill>
                  <a:srgbClr val="FF0000"/>
                </a:solidFill>
                <a:latin typeface="Times New Roman" pitchFamily="18" charset="0"/>
                <a:cs typeface="Times New Roman" pitchFamily="18" charset="0"/>
              </a:rPr>
              <a:t>SỐT Ở TRẺ EM</a:t>
            </a:r>
            <a:endParaRPr lang="en-US" b="1" dirty="0">
              <a:solidFill>
                <a:srgbClr val="FF0000"/>
              </a:solidFill>
              <a:latin typeface="Times New Roman" pitchFamily="18" charset="0"/>
              <a:cs typeface="Times New Roman" pitchFamily="18" charset="0"/>
            </a:endParaRPr>
          </a:p>
        </p:txBody>
      </p:sp>
      <p:sp>
        <p:nvSpPr>
          <p:cNvPr id="3" name="Subtitle 2"/>
          <p:cNvSpPr>
            <a:spLocks noGrp="1"/>
          </p:cNvSpPr>
          <p:nvPr>
            <p:ph type="subTitle" idx="1"/>
          </p:nvPr>
        </p:nvSpPr>
        <p:spPr>
          <a:xfrm>
            <a:off x="971600" y="1988840"/>
            <a:ext cx="7344816" cy="4248472"/>
          </a:xfrm>
        </p:spPr>
        <p:txBody>
          <a:bodyPr>
            <a:normAutofit/>
          </a:bodyPr>
          <a:lstStyle/>
          <a:p>
            <a:endParaRPr lang="en-US" dirty="0" smtClean="0"/>
          </a:p>
          <a:p>
            <a:endParaRPr lang="en-US" dirty="0"/>
          </a:p>
          <a:p>
            <a:pPr>
              <a:spcBef>
                <a:spcPts val="125"/>
              </a:spcBef>
            </a:pPr>
            <a:endParaRPr lang="en-US" dirty="0" smtClean="0"/>
          </a:p>
          <a:p>
            <a:pPr>
              <a:spcBef>
                <a:spcPts val="125"/>
              </a:spcBef>
            </a:pPr>
            <a:endParaRPr lang="en-US" sz="2600" b="1" dirty="0" smtClean="0">
              <a:solidFill>
                <a:prstClr val="black"/>
              </a:solidFill>
              <a:latin typeface="Times New Roman" panose="02020603050405020304" pitchFamily="18" charset="0"/>
              <a:cs typeface="Times New Roman" panose="02020603050405020304" pitchFamily="18" charset="0"/>
            </a:endParaRPr>
          </a:p>
          <a:p>
            <a:pPr>
              <a:spcBef>
                <a:spcPts val="125"/>
              </a:spcBef>
            </a:pPr>
            <a:endParaRPr lang="en-US" b="1" dirty="0" smtClean="0">
              <a:solidFill>
                <a:prstClr val="black"/>
              </a:solidFill>
              <a:latin typeface="Times New Roman" panose="02020603050405020304" pitchFamily="18" charset="0"/>
              <a:cs typeface="Times New Roman" panose="02020603050405020304" pitchFamily="18" charset="0"/>
            </a:endParaRPr>
          </a:p>
          <a:p>
            <a:pPr>
              <a:spcBef>
                <a:spcPts val="125"/>
              </a:spcBef>
            </a:pPr>
            <a:endParaRPr lang="en-US" sz="2600" b="1" dirty="0" smtClean="0">
              <a:solidFill>
                <a:prstClr val="black"/>
              </a:solidFill>
              <a:latin typeface="Times New Roman" panose="02020603050405020304" pitchFamily="18" charset="0"/>
              <a:cs typeface="Times New Roman" panose="02020603050405020304" pitchFamily="18" charset="0"/>
            </a:endParaRPr>
          </a:p>
          <a:p>
            <a:pPr>
              <a:spcBef>
                <a:spcPts val="125"/>
              </a:spcBef>
            </a:pPr>
            <a:endParaRPr lang="en-US" b="1" dirty="0" smtClean="0">
              <a:solidFill>
                <a:prstClr val="black"/>
              </a:solidFill>
              <a:latin typeface="Times New Roman" panose="02020603050405020304" pitchFamily="18" charset="0"/>
              <a:cs typeface="Times New Roman" panose="02020603050405020304" pitchFamily="18" charset="0"/>
            </a:endParaRPr>
          </a:p>
          <a:p>
            <a:pPr>
              <a:spcBef>
                <a:spcPts val="125"/>
              </a:spcBef>
            </a:pPr>
            <a:endParaRPr lang="en-US" sz="2600" b="1" dirty="0" smtClean="0">
              <a:solidFill>
                <a:prstClr val="black"/>
              </a:solidFill>
              <a:latin typeface="Times New Roman" panose="02020603050405020304" pitchFamily="18" charset="0"/>
              <a:cs typeface="Times New Roman" panose="02020603050405020304" pitchFamily="18" charset="0"/>
            </a:endParaRPr>
          </a:p>
          <a:p>
            <a:pPr algn="ctr">
              <a:spcBef>
                <a:spcPts val="125"/>
              </a:spcBef>
            </a:pPr>
            <a:r>
              <a:rPr lang="vi-VN" sz="2600" b="1" dirty="0" smtClean="0">
                <a:solidFill>
                  <a:prstClr val="black"/>
                </a:solidFill>
                <a:latin typeface="Times New Roman" panose="02020603050405020304" pitchFamily="18" charset="0"/>
                <a:cs typeface="Times New Roman" panose="02020603050405020304" pitchFamily="18" charset="0"/>
              </a:rPr>
              <a:t>Nhóm: Thần </a:t>
            </a:r>
            <a:r>
              <a:rPr lang="en-US" sz="2600" b="1" dirty="0" smtClean="0">
                <a:solidFill>
                  <a:prstClr val="black"/>
                </a:solidFill>
                <a:latin typeface="Times New Roman" panose="02020603050405020304" pitchFamily="18" charset="0"/>
                <a:cs typeface="Times New Roman" panose="02020603050405020304" pitchFamily="18" charset="0"/>
              </a:rPr>
              <a:t>K</a:t>
            </a:r>
            <a:r>
              <a:rPr lang="vi-VN" sz="2600" b="1" dirty="0" smtClean="0">
                <a:solidFill>
                  <a:prstClr val="black"/>
                </a:solidFill>
                <a:latin typeface="Times New Roman" panose="02020603050405020304" pitchFamily="18" charset="0"/>
                <a:cs typeface="Times New Roman" panose="02020603050405020304" pitchFamily="18" charset="0"/>
              </a:rPr>
              <a:t>inh - </a:t>
            </a:r>
            <a:r>
              <a:rPr lang="en-US" sz="2600" b="1" dirty="0" err="1" smtClean="0">
                <a:solidFill>
                  <a:prstClr val="black"/>
                </a:solidFill>
                <a:latin typeface="Times New Roman" panose="02020603050405020304" pitchFamily="18" charset="0"/>
                <a:cs typeface="Times New Roman" panose="02020603050405020304" pitchFamily="18" charset="0"/>
              </a:rPr>
              <a:t>Tâ</a:t>
            </a:r>
            <a:r>
              <a:rPr lang="vi-VN" sz="2600" b="1" dirty="0" smtClean="0">
                <a:solidFill>
                  <a:prstClr val="black"/>
                </a:solidFill>
                <a:latin typeface="Times New Roman" panose="02020603050405020304" pitchFamily="18" charset="0"/>
                <a:cs typeface="Times New Roman" panose="02020603050405020304" pitchFamily="18" charset="0"/>
              </a:rPr>
              <a:t>m </a:t>
            </a:r>
            <a:r>
              <a:rPr lang="en-US" b="1" dirty="0" smtClean="0">
                <a:solidFill>
                  <a:prstClr val="black"/>
                </a:solidFill>
                <a:latin typeface="Times New Roman" panose="02020603050405020304" pitchFamily="18" charset="0"/>
                <a:cs typeface="Times New Roman" panose="02020603050405020304" pitchFamily="18" charset="0"/>
              </a:rPr>
              <a:t>B</a:t>
            </a:r>
            <a:r>
              <a:rPr lang="vi-VN" sz="2600" b="1" dirty="0" smtClean="0">
                <a:solidFill>
                  <a:prstClr val="black"/>
                </a:solidFill>
                <a:latin typeface="Times New Roman" panose="02020603050405020304" pitchFamily="18" charset="0"/>
                <a:cs typeface="Times New Roman" panose="02020603050405020304" pitchFamily="18" charset="0"/>
              </a:rPr>
              <a:t>ệnh </a:t>
            </a:r>
          </a:p>
          <a:p>
            <a:pPr algn="ctr">
              <a:spcBef>
                <a:spcPts val="125"/>
              </a:spcBef>
            </a:pPr>
            <a:r>
              <a:rPr lang="vi-VN" sz="2600" b="1" dirty="0" smtClean="0">
                <a:solidFill>
                  <a:prstClr val="black"/>
                </a:solidFill>
                <a:latin typeface="Times New Roman" panose="02020603050405020304" pitchFamily="18" charset="0"/>
                <a:cs typeface="Times New Roman" panose="02020603050405020304" pitchFamily="18" charset="0"/>
              </a:rPr>
              <a:t>CLB Nhi khoa – Trường ĐH Y Dược Hải Phòng</a:t>
            </a:r>
          </a:p>
          <a:p>
            <a:endParaRPr lang="en-US" dirty="0"/>
          </a:p>
        </p:txBody>
      </p:sp>
      <p:pic>
        <p:nvPicPr>
          <p:cNvPr id="4" name="Picture 3" descr="sot-virut-o-tre-em-2.jpg"/>
          <p:cNvPicPr>
            <a:picLocks noChangeAspect="1"/>
          </p:cNvPicPr>
          <p:nvPr/>
        </p:nvPicPr>
        <p:blipFill>
          <a:blip r:embed="rId3" cstate="print"/>
          <a:stretch>
            <a:fillRect/>
          </a:stretch>
        </p:blipFill>
        <p:spPr>
          <a:xfrm>
            <a:off x="827584" y="1484784"/>
            <a:ext cx="7560840" cy="3816424"/>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Tree>
  </p:cSld>
  <p:clrMapOvr>
    <a:masterClrMapping/>
  </p:clrMapOvr>
  <p:transition spd="slow">
    <p:randomBar dir="vert"/>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Line 2"/>
          <p:cNvSpPr>
            <a:spLocks noChangeShapeType="1"/>
          </p:cNvSpPr>
          <p:nvPr/>
        </p:nvSpPr>
        <p:spPr bwMode="auto">
          <a:xfrm flipV="1">
            <a:off x="2395106" y="1755775"/>
            <a:ext cx="381000" cy="381000"/>
          </a:xfrm>
          <a:prstGeom prst="line">
            <a:avLst/>
          </a:prstGeom>
          <a:noFill/>
          <a:ln w="12700" cap="rnd">
            <a:solidFill>
              <a:srgbClr val="003366"/>
            </a:solidFill>
            <a:prstDash val="sysDot"/>
            <a:round/>
            <a:headEnd/>
            <a:tailEnd/>
          </a:ln>
          <a:effectLst/>
        </p:spPr>
        <p:txBody>
          <a:bodyPr/>
          <a:lstStyle/>
          <a:p>
            <a:endParaRPr lang="en-US"/>
          </a:p>
        </p:txBody>
      </p:sp>
      <p:sp>
        <p:nvSpPr>
          <p:cNvPr id="5" name="Line 3"/>
          <p:cNvSpPr>
            <a:spLocks noChangeShapeType="1"/>
          </p:cNvSpPr>
          <p:nvPr/>
        </p:nvSpPr>
        <p:spPr bwMode="auto">
          <a:xfrm>
            <a:off x="2318906" y="4422775"/>
            <a:ext cx="457200" cy="304800"/>
          </a:xfrm>
          <a:prstGeom prst="line">
            <a:avLst/>
          </a:prstGeom>
          <a:noFill/>
          <a:ln w="12700" cap="rnd">
            <a:solidFill>
              <a:srgbClr val="003366"/>
            </a:solidFill>
            <a:prstDash val="sysDot"/>
            <a:round/>
            <a:headEnd/>
            <a:tailEnd/>
          </a:ln>
          <a:effectLst/>
        </p:spPr>
        <p:txBody>
          <a:bodyPr/>
          <a:lstStyle/>
          <a:p>
            <a:endParaRPr lang="en-US"/>
          </a:p>
        </p:txBody>
      </p:sp>
      <p:sp>
        <p:nvSpPr>
          <p:cNvPr id="6" name="Line 4"/>
          <p:cNvSpPr>
            <a:spLocks noChangeShapeType="1"/>
          </p:cNvSpPr>
          <p:nvPr/>
        </p:nvSpPr>
        <p:spPr bwMode="auto">
          <a:xfrm>
            <a:off x="2776106" y="1755775"/>
            <a:ext cx="609600" cy="0"/>
          </a:xfrm>
          <a:prstGeom prst="line">
            <a:avLst/>
          </a:prstGeom>
          <a:noFill/>
          <a:ln w="12700" cap="rnd">
            <a:solidFill>
              <a:srgbClr val="003366"/>
            </a:solidFill>
            <a:prstDash val="sysDot"/>
            <a:round/>
            <a:headEnd/>
            <a:tailEnd/>
          </a:ln>
          <a:effectLst/>
        </p:spPr>
        <p:txBody>
          <a:bodyPr/>
          <a:lstStyle/>
          <a:p>
            <a:endParaRPr lang="en-US"/>
          </a:p>
        </p:txBody>
      </p:sp>
      <p:sp>
        <p:nvSpPr>
          <p:cNvPr id="7" name="Line 5"/>
          <p:cNvSpPr>
            <a:spLocks noChangeShapeType="1"/>
          </p:cNvSpPr>
          <p:nvPr/>
        </p:nvSpPr>
        <p:spPr bwMode="auto">
          <a:xfrm>
            <a:off x="2776106" y="4727575"/>
            <a:ext cx="609600" cy="0"/>
          </a:xfrm>
          <a:prstGeom prst="line">
            <a:avLst/>
          </a:prstGeom>
          <a:noFill/>
          <a:ln w="12700" cap="rnd">
            <a:solidFill>
              <a:srgbClr val="003366"/>
            </a:solidFill>
            <a:prstDash val="sysDot"/>
            <a:round/>
            <a:headEnd/>
            <a:tailEnd/>
          </a:ln>
          <a:effectLst/>
        </p:spPr>
        <p:txBody>
          <a:bodyPr/>
          <a:lstStyle/>
          <a:p>
            <a:endParaRPr lang="en-US"/>
          </a:p>
        </p:txBody>
      </p:sp>
      <p:sp>
        <p:nvSpPr>
          <p:cNvPr id="8" name="Line 6"/>
          <p:cNvSpPr>
            <a:spLocks noChangeShapeType="1"/>
          </p:cNvSpPr>
          <p:nvPr/>
        </p:nvSpPr>
        <p:spPr bwMode="auto">
          <a:xfrm flipV="1">
            <a:off x="2699906" y="2517775"/>
            <a:ext cx="685800" cy="0"/>
          </a:xfrm>
          <a:prstGeom prst="line">
            <a:avLst/>
          </a:prstGeom>
          <a:noFill/>
          <a:ln w="12700" cap="rnd">
            <a:solidFill>
              <a:srgbClr val="003366"/>
            </a:solidFill>
            <a:prstDash val="sysDot"/>
            <a:round/>
            <a:headEnd/>
            <a:tailEnd/>
          </a:ln>
          <a:effectLst/>
        </p:spPr>
        <p:txBody>
          <a:bodyPr/>
          <a:lstStyle/>
          <a:p>
            <a:endParaRPr lang="en-US"/>
          </a:p>
        </p:txBody>
      </p:sp>
      <p:sp>
        <p:nvSpPr>
          <p:cNvPr id="9" name="Line 7"/>
          <p:cNvSpPr>
            <a:spLocks noChangeShapeType="1"/>
          </p:cNvSpPr>
          <p:nvPr/>
        </p:nvSpPr>
        <p:spPr bwMode="auto">
          <a:xfrm>
            <a:off x="2776106" y="3279775"/>
            <a:ext cx="609600" cy="0"/>
          </a:xfrm>
          <a:prstGeom prst="line">
            <a:avLst/>
          </a:prstGeom>
          <a:noFill/>
          <a:ln w="12700" cap="rnd">
            <a:solidFill>
              <a:srgbClr val="003366"/>
            </a:solidFill>
            <a:prstDash val="sysDot"/>
            <a:round/>
            <a:headEnd/>
            <a:tailEnd/>
          </a:ln>
          <a:effectLst/>
        </p:spPr>
        <p:txBody>
          <a:bodyPr/>
          <a:lstStyle/>
          <a:p>
            <a:endParaRPr lang="en-US"/>
          </a:p>
        </p:txBody>
      </p:sp>
      <p:sp>
        <p:nvSpPr>
          <p:cNvPr id="10" name="Line 8"/>
          <p:cNvSpPr>
            <a:spLocks noChangeShapeType="1"/>
          </p:cNvSpPr>
          <p:nvPr/>
        </p:nvSpPr>
        <p:spPr bwMode="auto">
          <a:xfrm flipV="1">
            <a:off x="2699906" y="3965575"/>
            <a:ext cx="685800" cy="0"/>
          </a:xfrm>
          <a:prstGeom prst="line">
            <a:avLst/>
          </a:prstGeom>
          <a:noFill/>
          <a:ln w="12700" cap="rnd">
            <a:solidFill>
              <a:srgbClr val="003366"/>
            </a:solidFill>
            <a:prstDash val="sysDot"/>
            <a:round/>
            <a:headEnd/>
            <a:tailEnd/>
          </a:ln>
          <a:effectLst/>
        </p:spPr>
        <p:txBody>
          <a:bodyPr/>
          <a:lstStyle/>
          <a:p>
            <a:endParaRPr lang="en-US"/>
          </a:p>
        </p:txBody>
      </p:sp>
      <p:grpSp>
        <p:nvGrpSpPr>
          <p:cNvPr id="2" name="Group 10"/>
          <p:cNvGrpSpPr>
            <a:grpSpLocks/>
          </p:cNvGrpSpPr>
          <p:nvPr/>
        </p:nvGrpSpPr>
        <p:grpSpPr bwMode="auto">
          <a:xfrm>
            <a:off x="323528" y="1988840"/>
            <a:ext cx="2673350" cy="2671762"/>
            <a:chOff x="140" y="1419"/>
            <a:chExt cx="1684" cy="1683"/>
          </a:xfrm>
        </p:grpSpPr>
        <p:sp>
          <p:nvSpPr>
            <p:cNvPr id="12" name="Oval 11"/>
            <p:cNvSpPr>
              <a:spLocks noChangeArrowheads="1"/>
            </p:cNvSpPr>
            <p:nvPr/>
          </p:nvSpPr>
          <p:spPr bwMode="gray">
            <a:xfrm>
              <a:off x="140" y="1419"/>
              <a:ext cx="1684" cy="1683"/>
            </a:xfrm>
            <a:prstGeom prst="ellipse">
              <a:avLst/>
            </a:prstGeom>
            <a:gradFill rotWithShape="1">
              <a:gsLst>
                <a:gs pos="0">
                  <a:schemeClr val="folHlink">
                    <a:gamma/>
                    <a:tint val="0"/>
                    <a:invGamma/>
                  </a:schemeClr>
                </a:gs>
                <a:gs pos="50000">
                  <a:schemeClr val="folHlink"/>
                </a:gs>
                <a:gs pos="100000">
                  <a:schemeClr val="folHlink">
                    <a:gamma/>
                    <a:tint val="0"/>
                    <a:invGamma/>
                  </a:schemeClr>
                </a:gs>
              </a:gsLst>
              <a:lin ang="2700000" scaled="1"/>
            </a:gradFill>
            <a:ln w="38100" algn="ctr">
              <a:noFill/>
              <a:round/>
              <a:headEnd/>
              <a:tailEnd/>
            </a:ln>
            <a:effectLst/>
          </p:spPr>
          <p:txBody>
            <a:bodyPr wrap="none" anchor="ctr">
              <a:spAutoFit/>
            </a:bodyPr>
            <a:lstStyle/>
            <a:p>
              <a:endParaRPr lang="en-US"/>
            </a:p>
          </p:txBody>
        </p:sp>
        <p:sp>
          <p:nvSpPr>
            <p:cNvPr id="13" name="Oval 12"/>
            <p:cNvSpPr>
              <a:spLocks noChangeArrowheads="1"/>
            </p:cNvSpPr>
            <p:nvPr/>
          </p:nvSpPr>
          <p:spPr bwMode="gray">
            <a:xfrm>
              <a:off x="251" y="1528"/>
              <a:ext cx="1461" cy="1463"/>
            </a:xfrm>
            <a:prstGeom prst="ellipse">
              <a:avLst/>
            </a:prstGeom>
            <a:gradFill rotWithShape="1">
              <a:gsLst>
                <a:gs pos="0">
                  <a:schemeClr val="folHlink">
                    <a:gamma/>
                    <a:shade val="54118"/>
                    <a:invGamma/>
                  </a:schemeClr>
                </a:gs>
                <a:gs pos="50000">
                  <a:schemeClr val="folHlink"/>
                </a:gs>
                <a:gs pos="100000">
                  <a:schemeClr val="folHlink">
                    <a:gamma/>
                    <a:shade val="54118"/>
                    <a:invGamma/>
                  </a:schemeClr>
                </a:gs>
              </a:gsLst>
              <a:lin ang="18900000" scaled="1"/>
            </a:gradFill>
            <a:ln w="38100" algn="ctr">
              <a:noFill/>
              <a:round/>
              <a:headEnd/>
              <a:tailEnd/>
            </a:ln>
            <a:effectLst/>
          </p:spPr>
          <p:txBody>
            <a:bodyPr anchor="ctr">
              <a:spAutoFit/>
            </a:bodyPr>
            <a:lstStyle/>
            <a:p>
              <a:endParaRPr lang="en-US"/>
            </a:p>
          </p:txBody>
        </p:sp>
        <p:sp>
          <p:nvSpPr>
            <p:cNvPr id="14" name="Oval 13"/>
            <p:cNvSpPr>
              <a:spLocks noChangeArrowheads="1"/>
            </p:cNvSpPr>
            <p:nvPr/>
          </p:nvSpPr>
          <p:spPr bwMode="gray">
            <a:xfrm>
              <a:off x="258" y="1536"/>
              <a:ext cx="1461" cy="1462"/>
            </a:xfrm>
            <a:prstGeom prst="ellipse">
              <a:avLst/>
            </a:prstGeom>
            <a:gradFill rotWithShape="1">
              <a:gsLst>
                <a:gs pos="0">
                  <a:schemeClr val="folHlink">
                    <a:gamma/>
                    <a:shade val="63529"/>
                    <a:invGamma/>
                  </a:schemeClr>
                </a:gs>
                <a:gs pos="100000">
                  <a:schemeClr val="folHlink">
                    <a:alpha val="0"/>
                  </a:schemeClr>
                </a:gs>
              </a:gsLst>
              <a:lin ang="2700000" scaled="1"/>
            </a:gradFill>
            <a:ln w="38100" algn="ctr">
              <a:noFill/>
              <a:round/>
              <a:headEnd/>
              <a:tailEnd/>
            </a:ln>
            <a:effectLst/>
          </p:spPr>
          <p:txBody>
            <a:bodyPr anchor="ctr">
              <a:spAutoFit/>
            </a:bodyPr>
            <a:lstStyle/>
            <a:p>
              <a:endParaRPr lang="en-US"/>
            </a:p>
          </p:txBody>
        </p:sp>
        <p:sp>
          <p:nvSpPr>
            <p:cNvPr id="15" name="Oval 14"/>
            <p:cNvSpPr>
              <a:spLocks noChangeArrowheads="1"/>
            </p:cNvSpPr>
            <p:nvPr/>
          </p:nvSpPr>
          <p:spPr bwMode="gray">
            <a:xfrm>
              <a:off x="323" y="1602"/>
              <a:ext cx="1317" cy="1316"/>
            </a:xfrm>
            <a:prstGeom prst="ellipse">
              <a:avLst/>
            </a:prstGeom>
            <a:solidFill>
              <a:srgbClr val="000000"/>
            </a:solidFill>
            <a:ln w="38100" algn="ctr">
              <a:noFill/>
              <a:round/>
              <a:headEnd/>
              <a:tailEnd/>
            </a:ln>
            <a:effectLst/>
          </p:spPr>
          <p:txBody>
            <a:bodyPr anchor="ctr">
              <a:spAutoFit/>
            </a:bodyPr>
            <a:lstStyle/>
            <a:p>
              <a:endParaRPr lang="en-US"/>
            </a:p>
          </p:txBody>
        </p:sp>
        <p:sp>
          <p:nvSpPr>
            <p:cNvPr id="16" name="Oval 15"/>
            <p:cNvSpPr>
              <a:spLocks noChangeArrowheads="1"/>
            </p:cNvSpPr>
            <p:nvPr/>
          </p:nvSpPr>
          <p:spPr bwMode="gray">
            <a:xfrm>
              <a:off x="344" y="1623"/>
              <a:ext cx="1276" cy="1277"/>
            </a:xfrm>
            <a:prstGeom prst="ellipse">
              <a:avLst/>
            </a:prstGeom>
            <a:gradFill rotWithShape="1">
              <a:gsLst>
                <a:gs pos="0">
                  <a:srgbClr val="D6E1E2">
                    <a:gamma/>
                    <a:shade val="46275"/>
                    <a:invGamma/>
                  </a:srgbClr>
                </a:gs>
                <a:gs pos="100000">
                  <a:srgbClr val="D6E1E2"/>
                </a:gs>
              </a:gsLst>
              <a:lin ang="5400000" scaled="1"/>
            </a:gradFill>
            <a:ln w="9525" algn="ctr">
              <a:noFill/>
              <a:round/>
              <a:headEnd/>
              <a:tailEnd/>
            </a:ln>
            <a:effectLst/>
          </p:spPr>
          <p:txBody>
            <a:bodyPr vert="eaVert" wrap="none" anchor="ctr"/>
            <a:lstStyle/>
            <a:p>
              <a:endParaRPr lang="en-US"/>
            </a:p>
          </p:txBody>
        </p:sp>
        <p:sp>
          <p:nvSpPr>
            <p:cNvPr id="17" name="Oval 16"/>
            <p:cNvSpPr>
              <a:spLocks noChangeArrowheads="1"/>
            </p:cNvSpPr>
            <p:nvPr/>
          </p:nvSpPr>
          <p:spPr bwMode="gray">
            <a:xfrm>
              <a:off x="360" y="1630"/>
              <a:ext cx="1246" cy="1246"/>
            </a:xfrm>
            <a:prstGeom prst="ellipse">
              <a:avLst/>
            </a:prstGeom>
            <a:gradFill rotWithShape="1">
              <a:gsLst>
                <a:gs pos="0">
                  <a:srgbClr val="D6E1E2">
                    <a:alpha val="0"/>
                  </a:srgbClr>
                </a:gs>
                <a:gs pos="100000">
                  <a:srgbClr val="D6E1E2">
                    <a:gamma/>
                    <a:tint val="34902"/>
                    <a:invGamma/>
                  </a:srgbClr>
                </a:gs>
              </a:gsLst>
              <a:lin ang="5400000" scaled="1"/>
            </a:gradFill>
            <a:ln w="9525" algn="ctr">
              <a:noFill/>
              <a:round/>
              <a:headEnd/>
              <a:tailEnd/>
            </a:ln>
            <a:effectLst/>
          </p:spPr>
          <p:txBody>
            <a:bodyPr vert="eaVert" wrap="none" anchor="ctr"/>
            <a:lstStyle/>
            <a:p>
              <a:endParaRPr lang="en-US"/>
            </a:p>
          </p:txBody>
        </p:sp>
        <p:sp>
          <p:nvSpPr>
            <p:cNvPr id="18" name="Oval 17"/>
            <p:cNvSpPr>
              <a:spLocks noChangeArrowheads="1"/>
            </p:cNvSpPr>
            <p:nvPr/>
          </p:nvSpPr>
          <p:spPr bwMode="gray">
            <a:xfrm>
              <a:off x="374" y="1642"/>
              <a:ext cx="1184" cy="1164"/>
            </a:xfrm>
            <a:prstGeom prst="ellipse">
              <a:avLst/>
            </a:prstGeom>
            <a:gradFill rotWithShape="1">
              <a:gsLst>
                <a:gs pos="0">
                  <a:srgbClr val="D6E1E2">
                    <a:gamma/>
                    <a:shade val="79216"/>
                    <a:invGamma/>
                  </a:srgbClr>
                </a:gs>
                <a:gs pos="100000">
                  <a:srgbClr val="D6E1E2">
                    <a:alpha val="48000"/>
                  </a:srgbClr>
                </a:gs>
              </a:gsLst>
              <a:lin ang="5400000" scaled="1"/>
            </a:gradFill>
            <a:ln w="9525" algn="ctr">
              <a:noFill/>
              <a:round/>
              <a:headEnd/>
              <a:tailEnd/>
            </a:ln>
            <a:effectLst/>
          </p:spPr>
          <p:txBody>
            <a:bodyPr vert="eaVert" wrap="none" anchor="ctr"/>
            <a:lstStyle/>
            <a:p>
              <a:endParaRPr lang="en-US"/>
            </a:p>
          </p:txBody>
        </p:sp>
        <p:sp>
          <p:nvSpPr>
            <p:cNvPr id="19" name="Oval 18"/>
            <p:cNvSpPr>
              <a:spLocks noChangeArrowheads="1"/>
            </p:cNvSpPr>
            <p:nvPr/>
          </p:nvSpPr>
          <p:spPr bwMode="gray">
            <a:xfrm>
              <a:off x="380" y="1614"/>
              <a:ext cx="1200" cy="1152"/>
            </a:xfrm>
            <a:prstGeom prst="ellipse">
              <a:avLst/>
            </a:prstGeom>
            <a:gradFill rotWithShape="1">
              <a:gsLst>
                <a:gs pos="0">
                  <a:srgbClr val="D6E1E2">
                    <a:gamma/>
                    <a:tint val="0"/>
                    <a:invGamma/>
                  </a:srgbClr>
                </a:gs>
                <a:gs pos="100000">
                  <a:srgbClr val="D6E1E2">
                    <a:alpha val="38000"/>
                  </a:srgbClr>
                </a:gs>
              </a:gsLst>
              <a:lin ang="5400000" scaled="1"/>
            </a:gradFill>
            <a:ln w="9525" algn="ctr">
              <a:noFill/>
              <a:round/>
              <a:headEnd/>
              <a:tailEnd/>
            </a:ln>
            <a:effectLst/>
          </p:spPr>
          <p:txBody>
            <a:bodyPr vert="eaVert" wrap="none" anchor="ctr"/>
            <a:lstStyle/>
            <a:p>
              <a:endParaRPr lang="en-US"/>
            </a:p>
          </p:txBody>
        </p:sp>
      </p:grpSp>
      <p:sp>
        <p:nvSpPr>
          <p:cNvPr id="20" name="AutoShape 20"/>
          <p:cNvSpPr>
            <a:spLocks noChangeArrowheads="1"/>
          </p:cNvSpPr>
          <p:nvPr/>
        </p:nvSpPr>
        <p:spPr bwMode="gray">
          <a:xfrm>
            <a:off x="3347864" y="1556792"/>
            <a:ext cx="5105400" cy="488950"/>
          </a:xfrm>
          <a:prstGeom prst="roundRect">
            <a:avLst>
              <a:gd name="adj" fmla="val 50000"/>
            </a:avLst>
          </a:prstGeom>
          <a:gradFill rotWithShape="1">
            <a:gsLst>
              <a:gs pos="0">
                <a:srgbClr val="F8F8F8"/>
              </a:gs>
              <a:gs pos="100000">
                <a:srgbClr val="F8F8F8">
                  <a:gamma/>
                  <a:shade val="76471"/>
                  <a:invGamma/>
                </a:srgbClr>
              </a:gs>
            </a:gsLst>
            <a:lin ang="5400000" scaled="1"/>
          </a:gradFill>
          <a:ln w="19050">
            <a:solidFill>
              <a:srgbClr val="C0C0C0"/>
            </a:solidFill>
            <a:round/>
            <a:headEnd/>
            <a:tailEnd/>
          </a:ln>
          <a:effectLst>
            <a:outerShdw dist="53882" dir="2700000" algn="ctr" rotWithShape="0">
              <a:srgbClr val="292929">
                <a:alpha val="50000"/>
              </a:srgbClr>
            </a:outerShdw>
          </a:effectLst>
        </p:spPr>
        <p:txBody>
          <a:bodyPr wrap="none" anchor="ctr"/>
          <a:lstStyle/>
          <a:p>
            <a:r>
              <a:rPr lang="en-US" sz="2800" dirty="0" smtClean="0">
                <a:latin typeface="Times New Roman" pitchFamily="18" charset="0"/>
                <a:cs typeface="Times New Roman" pitchFamily="18" charset="0"/>
              </a:rPr>
              <a:t> </a:t>
            </a:r>
            <a:r>
              <a:rPr lang="en-US" sz="2400" b="1" dirty="0" smtClean="0">
                <a:latin typeface="Times New Roman" pitchFamily="18" charset="0"/>
                <a:cs typeface="Times New Roman" pitchFamily="18" charset="0"/>
              </a:rPr>
              <a:t>ĐỊNH NGHĨA</a:t>
            </a:r>
            <a:endParaRPr lang="en-US" sz="2400" b="1" dirty="0">
              <a:latin typeface="Times New Roman" pitchFamily="18" charset="0"/>
              <a:cs typeface="Times New Roman" pitchFamily="18" charset="0"/>
            </a:endParaRPr>
          </a:p>
        </p:txBody>
      </p:sp>
      <p:sp>
        <p:nvSpPr>
          <p:cNvPr id="22" name="AutoShape 22"/>
          <p:cNvSpPr>
            <a:spLocks noChangeArrowheads="1"/>
          </p:cNvSpPr>
          <p:nvPr/>
        </p:nvSpPr>
        <p:spPr bwMode="gray">
          <a:xfrm>
            <a:off x="3347864" y="2276872"/>
            <a:ext cx="5105400" cy="488950"/>
          </a:xfrm>
          <a:prstGeom prst="roundRect">
            <a:avLst>
              <a:gd name="adj" fmla="val 50000"/>
            </a:avLst>
          </a:prstGeom>
          <a:gradFill rotWithShape="1">
            <a:gsLst>
              <a:gs pos="0">
                <a:srgbClr val="F8F8F8"/>
              </a:gs>
              <a:gs pos="100000">
                <a:srgbClr val="F8F8F8">
                  <a:gamma/>
                  <a:shade val="76471"/>
                  <a:invGamma/>
                </a:srgbClr>
              </a:gs>
            </a:gsLst>
            <a:lin ang="5400000" scaled="1"/>
          </a:gradFill>
          <a:ln w="19050">
            <a:solidFill>
              <a:srgbClr val="C0C0C0"/>
            </a:solidFill>
            <a:round/>
            <a:headEnd/>
            <a:tailEnd/>
          </a:ln>
          <a:effectLst>
            <a:outerShdw dist="53882" dir="2700000" algn="ctr" rotWithShape="0">
              <a:srgbClr val="292929">
                <a:alpha val="50000"/>
              </a:srgbClr>
            </a:outerShdw>
          </a:effectLst>
        </p:spPr>
        <p:txBody>
          <a:bodyPr wrap="none" anchor="ctr"/>
          <a:lstStyle/>
          <a:p>
            <a:r>
              <a:rPr lang="en-US" sz="2400" b="1" dirty="0" smtClean="0">
                <a:latin typeface="Times New Roman" pitchFamily="18" charset="0"/>
                <a:cs typeface="Times New Roman" pitchFamily="18" charset="0"/>
              </a:rPr>
              <a:t>NGUYÊN NHÂN, SINH LÝ BỆNH</a:t>
            </a:r>
            <a:endParaRPr lang="en-US" sz="2400" b="1" dirty="0">
              <a:latin typeface="Times New Roman" pitchFamily="18" charset="0"/>
              <a:cs typeface="Times New Roman" pitchFamily="18" charset="0"/>
            </a:endParaRPr>
          </a:p>
        </p:txBody>
      </p:sp>
      <p:sp>
        <p:nvSpPr>
          <p:cNvPr id="23" name="AutoShape 24"/>
          <p:cNvSpPr>
            <a:spLocks noChangeArrowheads="1"/>
          </p:cNvSpPr>
          <p:nvPr/>
        </p:nvSpPr>
        <p:spPr bwMode="gray">
          <a:xfrm>
            <a:off x="3404756" y="3005137"/>
            <a:ext cx="5105400" cy="488950"/>
          </a:xfrm>
          <a:prstGeom prst="roundRect">
            <a:avLst>
              <a:gd name="adj" fmla="val 50000"/>
            </a:avLst>
          </a:prstGeom>
          <a:gradFill rotWithShape="1">
            <a:gsLst>
              <a:gs pos="0">
                <a:srgbClr val="F8F8F8"/>
              </a:gs>
              <a:gs pos="100000">
                <a:srgbClr val="F8F8F8">
                  <a:gamma/>
                  <a:shade val="76471"/>
                  <a:invGamma/>
                </a:srgbClr>
              </a:gs>
            </a:gsLst>
            <a:lin ang="5400000" scaled="1"/>
          </a:gradFill>
          <a:ln w="19050">
            <a:solidFill>
              <a:srgbClr val="C0C0C0"/>
            </a:solidFill>
            <a:round/>
            <a:headEnd/>
            <a:tailEnd/>
          </a:ln>
          <a:effectLst>
            <a:outerShdw dist="53882" dir="2700000" algn="ctr" rotWithShape="0">
              <a:srgbClr val="292929">
                <a:alpha val="50000"/>
              </a:srgbClr>
            </a:outerShdw>
          </a:effectLst>
        </p:spPr>
        <p:txBody>
          <a:bodyPr wrap="none" anchor="ctr"/>
          <a:lstStyle/>
          <a:p>
            <a:r>
              <a:rPr lang="en-US" sz="2400" b="1" dirty="0" smtClean="0">
                <a:latin typeface="Times New Roman" pitchFamily="18" charset="0"/>
                <a:cs typeface="Times New Roman" pitchFamily="18" charset="0"/>
              </a:rPr>
              <a:t>PHÂN LOẠI</a:t>
            </a:r>
            <a:endParaRPr lang="en-US" sz="2400" b="1" dirty="0">
              <a:latin typeface="Times New Roman" pitchFamily="18" charset="0"/>
              <a:cs typeface="Times New Roman" pitchFamily="18" charset="0"/>
            </a:endParaRPr>
          </a:p>
        </p:txBody>
      </p:sp>
      <p:sp>
        <p:nvSpPr>
          <p:cNvPr id="25" name="Oval 26"/>
          <p:cNvSpPr>
            <a:spLocks noChangeArrowheads="1"/>
          </p:cNvSpPr>
          <p:nvPr/>
        </p:nvSpPr>
        <p:spPr bwMode="gray">
          <a:xfrm>
            <a:off x="3347864" y="1628800"/>
            <a:ext cx="228600" cy="228600"/>
          </a:xfrm>
          <a:prstGeom prst="ellipse">
            <a:avLst/>
          </a:prstGeom>
          <a:gradFill rotWithShape="1">
            <a:gsLst>
              <a:gs pos="0">
                <a:srgbClr val="E96E29"/>
              </a:gs>
              <a:gs pos="100000">
                <a:srgbClr val="E96E29">
                  <a:gamma/>
                  <a:shade val="66667"/>
                  <a:invGamma/>
                </a:srgbClr>
              </a:gs>
            </a:gsLst>
            <a:path path="shape">
              <a:fillToRect l="50000" t="50000" r="50000" b="50000"/>
            </a:path>
          </a:gradFill>
          <a:ln w="19050">
            <a:solidFill>
              <a:srgbClr val="FFFFFF"/>
            </a:solidFill>
            <a:round/>
            <a:headEnd/>
            <a:tailEnd/>
          </a:ln>
          <a:effectLst>
            <a:outerShdw dist="63500" dir="2212194" algn="ctr" rotWithShape="0">
              <a:schemeClr val="bg2">
                <a:alpha val="50000"/>
              </a:schemeClr>
            </a:outerShdw>
          </a:effectLst>
        </p:spPr>
        <p:txBody>
          <a:bodyPr wrap="none" anchor="ctr"/>
          <a:lstStyle/>
          <a:p>
            <a:endParaRPr lang="en-US" dirty="0"/>
          </a:p>
        </p:txBody>
      </p:sp>
      <p:sp>
        <p:nvSpPr>
          <p:cNvPr id="26" name="Oval 27"/>
          <p:cNvSpPr>
            <a:spLocks noChangeArrowheads="1"/>
          </p:cNvSpPr>
          <p:nvPr/>
        </p:nvSpPr>
        <p:spPr bwMode="gray">
          <a:xfrm>
            <a:off x="3303156" y="2409825"/>
            <a:ext cx="228600" cy="228600"/>
          </a:xfrm>
          <a:prstGeom prst="ellipse">
            <a:avLst/>
          </a:prstGeom>
          <a:gradFill rotWithShape="1">
            <a:gsLst>
              <a:gs pos="0">
                <a:srgbClr val="DCDC48"/>
              </a:gs>
              <a:gs pos="100000">
                <a:srgbClr val="DCDC48">
                  <a:gamma/>
                  <a:shade val="66667"/>
                  <a:invGamma/>
                </a:srgbClr>
              </a:gs>
            </a:gsLst>
            <a:path path="shape">
              <a:fillToRect l="50000" t="50000" r="50000" b="50000"/>
            </a:path>
          </a:gradFill>
          <a:ln w="19050">
            <a:solidFill>
              <a:srgbClr val="FFFFFF"/>
            </a:solidFill>
            <a:round/>
            <a:headEnd/>
            <a:tailEnd/>
          </a:ln>
          <a:effectLst>
            <a:outerShdw dist="63500" dir="2212194" algn="ctr" rotWithShape="0">
              <a:schemeClr val="bg2">
                <a:alpha val="50000"/>
              </a:schemeClr>
            </a:outerShdw>
          </a:effectLst>
        </p:spPr>
        <p:txBody>
          <a:bodyPr wrap="none" anchor="ctr"/>
          <a:lstStyle/>
          <a:p>
            <a:endParaRPr lang="en-US"/>
          </a:p>
        </p:txBody>
      </p:sp>
      <p:sp>
        <p:nvSpPr>
          <p:cNvPr id="27" name="Oval 28"/>
          <p:cNvSpPr>
            <a:spLocks noChangeArrowheads="1"/>
          </p:cNvSpPr>
          <p:nvPr/>
        </p:nvSpPr>
        <p:spPr bwMode="gray">
          <a:xfrm>
            <a:off x="3303156" y="3165475"/>
            <a:ext cx="228600" cy="228600"/>
          </a:xfrm>
          <a:prstGeom prst="ellipse">
            <a:avLst/>
          </a:prstGeom>
          <a:gradFill rotWithShape="1">
            <a:gsLst>
              <a:gs pos="0">
                <a:schemeClr val="accent2"/>
              </a:gs>
              <a:gs pos="100000">
                <a:schemeClr val="accent2">
                  <a:gamma/>
                  <a:shade val="66667"/>
                  <a:invGamma/>
                </a:schemeClr>
              </a:gs>
            </a:gsLst>
            <a:path path="shape">
              <a:fillToRect l="50000" t="50000" r="50000" b="50000"/>
            </a:path>
          </a:gradFill>
          <a:ln w="19050">
            <a:solidFill>
              <a:srgbClr val="FFFFFF"/>
            </a:solidFill>
            <a:round/>
            <a:headEnd/>
            <a:tailEnd/>
          </a:ln>
          <a:effectLst>
            <a:outerShdw dist="63500" dir="2212194" algn="ctr" rotWithShape="0">
              <a:schemeClr val="bg2">
                <a:alpha val="50000"/>
              </a:schemeClr>
            </a:outerShdw>
          </a:effectLst>
        </p:spPr>
        <p:txBody>
          <a:bodyPr wrap="none" anchor="ctr"/>
          <a:lstStyle/>
          <a:p>
            <a:endParaRPr lang="en-US"/>
          </a:p>
        </p:txBody>
      </p:sp>
      <p:sp>
        <p:nvSpPr>
          <p:cNvPr id="28" name="AutoShape 29"/>
          <p:cNvSpPr>
            <a:spLocks noChangeArrowheads="1"/>
          </p:cNvSpPr>
          <p:nvPr/>
        </p:nvSpPr>
        <p:spPr bwMode="gray">
          <a:xfrm>
            <a:off x="3379356" y="3751263"/>
            <a:ext cx="5105400" cy="488950"/>
          </a:xfrm>
          <a:prstGeom prst="roundRect">
            <a:avLst>
              <a:gd name="adj" fmla="val 50000"/>
            </a:avLst>
          </a:prstGeom>
          <a:gradFill rotWithShape="1">
            <a:gsLst>
              <a:gs pos="0">
                <a:srgbClr val="F8F8F8"/>
              </a:gs>
              <a:gs pos="100000">
                <a:srgbClr val="F8F8F8">
                  <a:gamma/>
                  <a:shade val="76471"/>
                  <a:invGamma/>
                </a:srgbClr>
              </a:gs>
            </a:gsLst>
            <a:lin ang="5400000" scaled="1"/>
          </a:gradFill>
          <a:ln w="19050">
            <a:solidFill>
              <a:srgbClr val="C0C0C0"/>
            </a:solidFill>
            <a:round/>
            <a:headEnd/>
            <a:tailEnd/>
          </a:ln>
          <a:effectLst>
            <a:outerShdw dist="53882" dir="2700000" algn="ctr" rotWithShape="0">
              <a:srgbClr val="292929">
                <a:alpha val="50000"/>
              </a:srgbClr>
            </a:outerShdw>
          </a:effectLst>
        </p:spPr>
        <p:txBody>
          <a:bodyPr wrap="none" anchor="ctr"/>
          <a:lstStyle/>
          <a:p>
            <a:r>
              <a:rPr lang="en-US" sz="2400" b="1" dirty="0" smtClean="0">
                <a:latin typeface="Times New Roman" pitchFamily="18" charset="0"/>
                <a:cs typeface="Times New Roman" pitchFamily="18" charset="0"/>
              </a:rPr>
              <a:t>CÁC LOẠI THIẾT BỊ</a:t>
            </a:r>
            <a:endParaRPr lang="en-US" sz="2400" b="1" dirty="0">
              <a:latin typeface="Times New Roman" pitchFamily="18" charset="0"/>
              <a:cs typeface="Times New Roman" pitchFamily="18" charset="0"/>
            </a:endParaRPr>
          </a:p>
        </p:txBody>
      </p:sp>
      <p:sp>
        <p:nvSpPr>
          <p:cNvPr id="30" name="Oval 31"/>
          <p:cNvSpPr>
            <a:spLocks noChangeArrowheads="1"/>
          </p:cNvSpPr>
          <p:nvPr/>
        </p:nvSpPr>
        <p:spPr bwMode="gray">
          <a:xfrm>
            <a:off x="3290456" y="3889375"/>
            <a:ext cx="228600" cy="228600"/>
          </a:xfrm>
          <a:prstGeom prst="ellipse">
            <a:avLst/>
          </a:prstGeom>
          <a:gradFill rotWithShape="1">
            <a:gsLst>
              <a:gs pos="0">
                <a:srgbClr val="E96E29"/>
              </a:gs>
              <a:gs pos="100000">
                <a:srgbClr val="E96E29">
                  <a:gamma/>
                  <a:shade val="66667"/>
                  <a:invGamma/>
                </a:srgbClr>
              </a:gs>
            </a:gsLst>
            <a:path path="shape">
              <a:fillToRect l="50000" t="50000" r="50000" b="50000"/>
            </a:path>
          </a:gradFill>
          <a:ln w="19050">
            <a:solidFill>
              <a:srgbClr val="FFFFFF"/>
            </a:solidFill>
            <a:round/>
            <a:headEnd/>
            <a:tailEnd/>
          </a:ln>
          <a:effectLst>
            <a:outerShdw dist="63500" dir="2212194" algn="ctr" rotWithShape="0">
              <a:schemeClr val="bg2">
                <a:alpha val="50000"/>
              </a:schemeClr>
            </a:outerShdw>
          </a:effectLst>
        </p:spPr>
        <p:txBody>
          <a:bodyPr wrap="none" anchor="ctr"/>
          <a:lstStyle/>
          <a:p>
            <a:endParaRPr lang="en-US"/>
          </a:p>
        </p:txBody>
      </p:sp>
      <p:sp>
        <p:nvSpPr>
          <p:cNvPr id="31" name="AutoShape 32"/>
          <p:cNvSpPr>
            <a:spLocks noChangeArrowheads="1"/>
          </p:cNvSpPr>
          <p:nvPr/>
        </p:nvSpPr>
        <p:spPr bwMode="gray">
          <a:xfrm>
            <a:off x="3347864" y="4509120"/>
            <a:ext cx="5105400" cy="488950"/>
          </a:xfrm>
          <a:prstGeom prst="roundRect">
            <a:avLst>
              <a:gd name="adj" fmla="val 50000"/>
            </a:avLst>
          </a:prstGeom>
          <a:gradFill rotWithShape="1">
            <a:gsLst>
              <a:gs pos="0">
                <a:srgbClr val="F8F8F8"/>
              </a:gs>
              <a:gs pos="100000">
                <a:srgbClr val="F8F8F8">
                  <a:gamma/>
                  <a:shade val="76471"/>
                  <a:invGamma/>
                </a:srgbClr>
              </a:gs>
            </a:gsLst>
            <a:lin ang="5400000" scaled="1"/>
          </a:gradFill>
          <a:ln w="19050">
            <a:solidFill>
              <a:srgbClr val="C0C0C0"/>
            </a:solidFill>
            <a:round/>
            <a:headEnd/>
            <a:tailEnd/>
          </a:ln>
          <a:effectLst>
            <a:outerShdw dist="53882" dir="2700000" algn="ctr" rotWithShape="0">
              <a:srgbClr val="292929">
                <a:alpha val="50000"/>
              </a:srgbClr>
            </a:outerShdw>
          </a:effectLst>
        </p:spPr>
        <p:txBody>
          <a:bodyPr wrap="none" anchor="ctr"/>
          <a:lstStyle/>
          <a:p>
            <a:r>
              <a:rPr lang="en-US" sz="2400" b="1" dirty="0" smtClean="0">
                <a:latin typeface="Times New Roman" pitchFamily="18" charset="0"/>
                <a:cs typeface="Times New Roman" pitchFamily="18" charset="0"/>
              </a:rPr>
              <a:t>TIẾP CẬN</a:t>
            </a:r>
          </a:p>
        </p:txBody>
      </p:sp>
      <p:sp>
        <p:nvSpPr>
          <p:cNvPr id="32" name="Rectangle 33"/>
          <p:cNvSpPr>
            <a:spLocks noChangeArrowheads="1"/>
          </p:cNvSpPr>
          <p:nvPr/>
        </p:nvSpPr>
        <p:spPr bwMode="auto">
          <a:xfrm>
            <a:off x="3779912" y="4509120"/>
            <a:ext cx="184731" cy="523220"/>
          </a:xfrm>
          <a:prstGeom prst="rect">
            <a:avLst/>
          </a:prstGeom>
          <a:noFill/>
          <a:ln w="9525">
            <a:noFill/>
            <a:miter lim="800000"/>
            <a:headEnd/>
            <a:tailEnd/>
          </a:ln>
          <a:effectLst/>
        </p:spPr>
        <p:txBody>
          <a:bodyPr wrap="none">
            <a:spAutoFit/>
          </a:bodyPr>
          <a:lstStyle/>
          <a:p>
            <a:pPr eaLnBrk="0" hangingPunct="0"/>
            <a:endParaRPr lang="en-US" sz="2800" dirty="0">
              <a:solidFill>
                <a:srgbClr val="000000"/>
              </a:solidFill>
              <a:latin typeface="Times New Roman" pitchFamily="18" charset="0"/>
              <a:cs typeface="Times New Roman" pitchFamily="18" charset="0"/>
            </a:endParaRPr>
          </a:p>
        </p:txBody>
      </p:sp>
      <p:sp>
        <p:nvSpPr>
          <p:cNvPr id="33" name="Oval 34"/>
          <p:cNvSpPr>
            <a:spLocks noChangeArrowheads="1"/>
          </p:cNvSpPr>
          <p:nvPr/>
        </p:nvSpPr>
        <p:spPr bwMode="gray">
          <a:xfrm>
            <a:off x="3303156" y="4673600"/>
            <a:ext cx="228600" cy="228600"/>
          </a:xfrm>
          <a:prstGeom prst="ellipse">
            <a:avLst/>
          </a:prstGeom>
          <a:gradFill rotWithShape="1">
            <a:gsLst>
              <a:gs pos="0">
                <a:srgbClr val="DCDC48"/>
              </a:gs>
              <a:gs pos="100000">
                <a:srgbClr val="DCDC48">
                  <a:gamma/>
                  <a:shade val="66667"/>
                  <a:invGamma/>
                </a:srgbClr>
              </a:gs>
            </a:gsLst>
            <a:path path="shape">
              <a:fillToRect l="50000" t="50000" r="50000" b="50000"/>
            </a:path>
          </a:gradFill>
          <a:ln w="19050">
            <a:solidFill>
              <a:srgbClr val="FFFFFF"/>
            </a:solidFill>
            <a:round/>
            <a:headEnd/>
            <a:tailEnd/>
          </a:ln>
          <a:effectLst>
            <a:outerShdw dist="63500" dir="2212194" algn="ctr" rotWithShape="0">
              <a:schemeClr val="bg2">
                <a:alpha val="50000"/>
              </a:schemeClr>
            </a:outerShdw>
          </a:effectLst>
        </p:spPr>
        <p:txBody>
          <a:bodyPr wrap="none" anchor="ctr"/>
          <a:lstStyle/>
          <a:p>
            <a:endParaRPr lang="en-US"/>
          </a:p>
        </p:txBody>
      </p:sp>
      <p:sp>
        <p:nvSpPr>
          <p:cNvPr id="34" name="TextBox 33"/>
          <p:cNvSpPr txBox="1"/>
          <p:nvPr/>
        </p:nvSpPr>
        <p:spPr>
          <a:xfrm>
            <a:off x="788556" y="2670175"/>
            <a:ext cx="1828800" cy="1077218"/>
          </a:xfrm>
          <a:prstGeom prst="rect">
            <a:avLst/>
          </a:prstGeom>
          <a:noFill/>
        </p:spPr>
        <p:txBody>
          <a:bodyPr wrap="square" rtlCol="0">
            <a:spAutoFit/>
          </a:bodyPr>
          <a:lstStyle/>
          <a:p>
            <a:pPr algn="ctr"/>
            <a:r>
              <a:rPr lang="en-US" sz="3200" b="1" dirty="0" smtClean="0">
                <a:solidFill>
                  <a:srgbClr val="FF0000"/>
                </a:solidFill>
                <a:latin typeface="Times New Roman" pitchFamily="18" charset="0"/>
                <a:cs typeface="Times New Roman" pitchFamily="18" charset="0"/>
              </a:rPr>
              <a:t>NỘI DUNG</a:t>
            </a:r>
            <a:endParaRPr lang="en-US" sz="3200" b="1" dirty="0">
              <a:solidFill>
                <a:srgbClr val="FF0000"/>
              </a:solidFill>
              <a:latin typeface="Times New Roman" pitchFamily="18" charset="0"/>
              <a:cs typeface="Times New Roman" pitchFamily="18" charset="0"/>
            </a:endParaRPr>
          </a:p>
        </p:txBody>
      </p:sp>
      <p:sp>
        <p:nvSpPr>
          <p:cNvPr id="41" name="Rectangle 40"/>
          <p:cNvSpPr/>
          <p:nvPr/>
        </p:nvSpPr>
        <p:spPr>
          <a:xfrm>
            <a:off x="26556" y="6403975"/>
            <a:ext cx="1447800" cy="152400"/>
          </a:xfrm>
          <a:prstGeom prst="rect">
            <a:avLst/>
          </a:prstGeom>
          <a:solidFill>
            <a:schemeClr val="accent5">
              <a:lumMod val="50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AutoShape 32"/>
          <p:cNvSpPr>
            <a:spLocks noChangeArrowheads="1"/>
          </p:cNvSpPr>
          <p:nvPr/>
        </p:nvSpPr>
        <p:spPr bwMode="gray">
          <a:xfrm>
            <a:off x="3419872" y="5301208"/>
            <a:ext cx="5105400" cy="488950"/>
          </a:xfrm>
          <a:prstGeom prst="roundRect">
            <a:avLst>
              <a:gd name="adj" fmla="val 50000"/>
            </a:avLst>
          </a:prstGeom>
          <a:gradFill rotWithShape="1">
            <a:gsLst>
              <a:gs pos="0">
                <a:srgbClr val="F8F8F8"/>
              </a:gs>
              <a:gs pos="100000">
                <a:srgbClr val="F8F8F8">
                  <a:gamma/>
                  <a:shade val="76471"/>
                  <a:invGamma/>
                </a:srgbClr>
              </a:gs>
            </a:gsLst>
            <a:lin ang="5400000" scaled="1"/>
          </a:gradFill>
          <a:ln w="19050">
            <a:solidFill>
              <a:srgbClr val="C0C0C0"/>
            </a:solidFill>
            <a:round/>
            <a:headEnd/>
            <a:tailEnd/>
          </a:ln>
          <a:effectLst>
            <a:outerShdw dist="53882" dir="2700000" algn="ctr" rotWithShape="0">
              <a:srgbClr val="292929">
                <a:alpha val="50000"/>
              </a:srgbClr>
            </a:outerShdw>
          </a:effectLst>
        </p:spPr>
        <p:txBody>
          <a:bodyPr wrap="none" anchor="ctr"/>
          <a:lstStyle/>
          <a:p>
            <a:r>
              <a:rPr lang="en-US" sz="2400" b="1" dirty="0" smtClean="0">
                <a:latin typeface="Times New Roman" pitchFamily="18" charset="0"/>
                <a:cs typeface="Times New Roman" pitchFamily="18" charset="0"/>
              </a:rPr>
              <a:t>ĐÁNH GIÁ, XỬ TRÍ VÀ ĐIỀU TRỊ</a:t>
            </a:r>
          </a:p>
        </p:txBody>
      </p:sp>
      <p:cxnSp>
        <p:nvCxnSpPr>
          <p:cNvPr id="42" name="Straight Connector 41"/>
          <p:cNvCxnSpPr>
            <a:stCxn id="14" idx="4"/>
          </p:cNvCxnSpPr>
          <p:nvPr/>
        </p:nvCxnSpPr>
        <p:spPr>
          <a:xfrm>
            <a:off x="1670522" y="4495502"/>
            <a:ext cx="1821358" cy="1165746"/>
          </a:xfrm>
          <a:prstGeom prst="line">
            <a:avLst/>
          </a:prstGeom>
        </p:spPr>
        <p:style>
          <a:lnRef idx="1">
            <a:schemeClr val="accent1"/>
          </a:lnRef>
          <a:fillRef idx="0">
            <a:schemeClr val="accent1"/>
          </a:fillRef>
          <a:effectRef idx="0">
            <a:schemeClr val="accent1"/>
          </a:effectRef>
          <a:fontRef idx="minor">
            <a:schemeClr val="tx1"/>
          </a:fontRef>
        </p:style>
      </p:cxnSp>
      <p:sp>
        <p:nvSpPr>
          <p:cNvPr id="43" name="Oval 26"/>
          <p:cNvSpPr>
            <a:spLocks noChangeArrowheads="1"/>
          </p:cNvSpPr>
          <p:nvPr/>
        </p:nvSpPr>
        <p:spPr bwMode="gray">
          <a:xfrm>
            <a:off x="3347864" y="5445224"/>
            <a:ext cx="228600" cy="228600"/>
          </a:xfrm>
          <a:prstGeom prst="ellipse">
            <a:avLst/>
          </a:prstGeom>
          <a:gradFill rotWithShape="1">
            <a:gsLst>
              <a:gs pos="0">
                <a:srgbClr val="E96E29"/>
              </a:gs>
              <a:gs pos="100000">
                <a:srgbClr val="E96E29">
                  <a:gamma/>
                  <a:shade val="66667"/>
                  <a:invGamma/>
                </a:srgbClr>
              </a:gs>
            </a:gsLst>
            <a:path path="shape">
              <a:fillToRect l="50000" t="50000" r="50000" b="50000"/>
            </a:path>
          </a:gradFill>
          <a:ln w="19050">
            <a:solidFill>
              <a:srgbClr val="FFFFFF"/>
            </a:solidFill>
            <a:round/>
            <a:headEnd/>
            <a:tailEnd/>
          </a:ln>
          <a:effectLst>
            <a:outerShdw dist="63500" dir="2212194" algn="ctr" rotWithShape="0">
              <a:schemeClr val="bg2">
                <a:alpha val="50000"/>
              </a:schemeClr>
            </a:outerShdw>
          </a:effectLst>
        </p:spPr>
        <p:txBody>
          <a:bodyPr wrap="none" anchor="ctr"/>
          <a:lstStyle/>
          <a:p>
            <a:endParaRPr lang="en-US" dirty="0"/>
          </a:p>
        </p:txBody>
      </p:sp>
      <p:cxnSp>
        <p:nvCxnSpPr>
          <p:cNvPr id="45" name="Straight Connector 44"/>
          <p:cNvCxnSpPr>
            <a:stCxn id="4" idx="0"/>
            <a:endCxn id="6" idx="0"/>
          </p:cNvCxnSpPr>
          <p:nvPr/>
        </p:nvCxnSpPr>
        <p:spPr>
          <a:xfrm flipV="1">
            <a:off x="2395106" y="1755775"/>
            <a:ext cx="381000" cy="381000"/>
          </a:xfrm>
          <a:prstGeom prst="line">
            <a:avLst/>
          </a:prstGeom>
        </p:spPr>
        <p:style>
          <a:lnRef idx="1">
            <a:schemeClr val="accent1"/>
          </a:lnRef>
          <a:fillRef idx="0">
            <a:schemeClr val="accent1"/>
          </a:fillRef>
          <a:effectRef idx="0">
            <a:schemeClr val="accent1"/>
          </a:effectRef>
          <a:fontRef idx="minor">
            <a:schemeClr val="tx1"/>
          </a:fontRef>
        </p:style>
      </p:cxnSp>
      <p:cxnSp>
        <p:nvCxnSpPr>
          <p:cNvPr id="48" name="Straight Connector 47"/>
          <p:cNvCxnSpPr/>
          <p:nvPr/>
        </p:nvCxnSpPr>
        <p:spPr>
          <a:xfrm>
            <a:off x="2771800" y="1772816"/>
            <a:ext cx="742950" cy="3175"/>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xmlns="" val="1890415676"/>
      </p:ext>
    </p:extLst>
  </p:cSld>
  <p:clrMapOvr>
    <a:masterClrMapping/>
  </p:clrMapOvr>
  <p:transition spd="slow">
    <p:randomBa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anim calcmode="lin" valueType="num">
                                      <p:cBhvr additive="base">
                                        <p:cTn id="7" dur="500" fill="hold"/>
                                        <p:tgtEl>
                                          <p:spTgt spid="20"/>
                                        </p:tgtEl>
                                        <p:attrNameLst>
                                          <p:attrName>ppt_x</p:attrName>
                                        </p:attrNameLst>
                                      </p:cBhvr>
                                      <p:tavLst>
                                        <p:tav tm="0">
                                          <p:val>
                                            <p:strVal val="#ppt_x"/>
                                          </p:val>
                                        </p:tav>
                                        <p:tav tm="100000">
                                          <p:val>
                                            <p:strVal val="#ppt_x"/>
                                          </p:val>
                                        </p:tav>
                                      </p:tavLst>
                                    </p:anim>
                                    <p:anim calcmode="lin" valueType="num">
                                      <p:cBhvr additive="base">
                                        <p:cTn id="8" dur="500" fill="hold"/>
                                        <p:tgtEl>
                                          <p:spTgt spid="20"/>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2"/>
                                        </p:tgtEl>
                                        <p:attrNameLst>
                                          <p:attrName>style.visibility</p:attrName>
                                        </p:attrNameLst>
                                      </p:cBhvr>
                                      <p:to>
                                        <p:strVal val="visible"/>
                                      </p:to>
                                    </p:set>
                                    <p:anim calcmode="lin" valueType="num">
                                      <p:cBhvr additive="base">
                                        <p:cTn id="13" dur="500" fill="hold"/>
                                        <p:tgtEl>
                                          <p:spTgt spid="22"/>
                                        </p:tgtEl>
                                        <p:attrNameLst>
                                          <p:attrName>ppt_x</p:attrName>
                                        </p:attrNameLst>
                                      </p:cBhvr>
                                      <p:tavLst>
                                        <p:tav tm="0">
                                          <p:val>
                                            <p:strVal val="#ppt_x"/>
                                          </p:val>
                                        </p:tav>
                                        <p:tav tm="100000">
                                          <p:val>
                                            <p:strVal val="#ppt_x"/>
                                          </p:val>
                                        </p:tav>
                                      </p:tavLst>
                                    </p:anim>
                                    <p:anim calcmode="lin" valueType="num">
                                      <p:cBhvr additive="base">
                                        <p:cTn id="14" dur="500" fill="hold"/>
                                        <p:tgtEl>
                                          <p:spTgt spid="22"/>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23"/>
                                        </p:tgtEl>
                                        <p:attrNameLst>
                                          <p:attrName>style.visibility</p:attrName>
                                        </p:attrNameLst>
                                      </p:cBhvr>
                                      <p:to>
                                        <p:strVal val="visible"/>
                                      </p:to>
                                    </p:set>
                                    <p:anim calcmode="lin" valueType="num">
                                      <p:cBhvr additive="base">
                                        <p:cTn id="19" dur="500" fill="hold"/>
                                        <p:tgtEl>
                                          <p:spTgt spid="23"/>
                                        </p:tgtEl>
                                        <p:attrNameLst>
                                          <p:attrName>ppt_x</p:attrName>
                                        </p:attrNameLst>
                                      </p:cBhvr>
                                      <p:tavLst>
                                        <p:tav tm="0">
                                          <p:val>
                                            <p:strVal val="#ppt_x"/>
                                          </p:val>
                                        </p:tav>
                                        <p:tav tm="100000">
                                          <p:val>
                                            <p:strVal val="#ppt_x"/>
                                          </p:val>
                                        </p:tav>
                                      </p:tavLst>
                                    </p:anim>
                                    <p:anim calcmode="lin" valueType="num">
                                      <p:cBhvr additive="base">
                                        <p:cTn id="20" dur="500" fill="hold"/>
                                        <p:tgtEl>
                                          <p:spTgt spid="23"/>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28"/>
                                        </p:tgtEl>
                                        <p:attrNameLst>
                                          <p:attrName>style.visibility</p:attrName>
                                        </p:attrNameLst>
                                      </p:cBhvr>
                                      <p:to>
                                        <p:strVal val="visible"/>
                                      </p:to>
                                    </p:set>
                                    <p:anim calcmode="lin" valueType="num">
                                      <p:cBhvr additive="base">
                                        <p:cTn id="25" dur="500" fill="hold"/>
                                        <p:tgtEl>
                                          <p:spTgt spid="28"/>
                                        </p:tgtEl>
                                        <p:attrNameLst>
                                          <p:attrName>ppt_x</p:attrName>
                                        </p:attrNameLst>
                                      </p:cBhvr>
                                      <p:tavLst>
                                        <p:tav tm="0">
                                          <p:val>
                                            <p:strVal val="#ppt_x"/>
                                          </p:val>
                                        </p:tav>
                                        <p:tav tm="100000">
                                          <p:val>
                                            <p:strVal val="#ppt_x"/>
                                          </p:val>
                                        </p:tav>
                                      </p:tavLst>
                                    </p:anim>
                                    <p:anim calcmode="lin" valueType="num">
                                      <p:cBhvr additive="base">
                                        <p:cTn id="26" dur="500" fill="hold"/>
                                        <p:tgtEl>
                                          <p:spTgt spid="28"/>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1"/>
                                        </p:tgtEl>
                                        <p:attrNameLst>
                                          <p:attrName>style.visibility</p:attrName>
                                        </p:attrNameLst>
                                      </p:cBhvr>
                                      <p:to>
                                        <p:strVal val="visible"/>
                                      </p:to>
                                    </p:set>
                                    <p:anim calcmode="lin" valueType="num">
                                      <p:cBhvr additive="base">
                                        <p:cTn id="31" dur="500" fill="hold"/>
                                        <p:tgtEl>
                                          <p:spTgt spid="31"/>
                                        </p:tgtEl>
                                        <p:attrNameLst>
                                          <p:attrName>ppt_x</p:attrName>
                                        </p:attrNameLst>
                                      </p:cBhvr>
                                      <p:tavLst>
                                        <p:tav tm="0">
                                          <p:val>
                                            <p:strVal val="#ppt_x"/>
                                          </p:val>
                                        </p:tav>
                                        <p:tav tm="100000">
                                          <p:val>
                                            <p:strVal val="#ppt_x"/>
                                          </p:val>
                                        </p:tav>
                                      </p:tavLst>
                                    </p:anim>
                                    <p:anim calcmode="lin" valueType="num">
                                      <p:cBhvr additive="base">
                                        <p:cTn id="32" dur="500" fill="hold"/>
                                        <p:tgtEl>
                                          <p:spTgt spid="31"/>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6"/>
                                        </p:tgtEl>
                                        <p:attrNameLst>
                                          <p:attrName>style.visibility</p:attrName>
                                        </p:attrNameLst>
                                      </p:cBhvr>
                                      <p:to>
                                        <p:strVal val="visible"/>
                                      </p:to>
                                    </p:set>
                                    <p:anim calcmode="lin" valueType="num">
                                      <p:cBhvr additive="base">
                                        <p:cTn id="37" dur="500" fill="hold"/>
                                        <p:tgtEl>
                                          <p:spTgt spid="36"/>
                                        </p:tgtEl>
                                        <p:attrNameLst>
                                          <p:attrName>ppt_x</p:attrName>
                                        </p:attrNameLst>
                                      </p:cBhvr>
                                      <p:tavLst>
                                        <p:tav tm="0">
                                          <p:val>
                                            <p:strVal val="#ppt_x"/>
                                          </p:val>
                                        </p:tav>
                                        <p:tav tm="100000">
                                          <p:val>
                                            <p:strVal val="#ppt_x"/>
                                          </p:val>
                                        </p:tav>
                                      </p:tavLst>
                                    </p:anim>
                                    <p:anim calcmode="lin" valueType="num">
                                      <p:cBhvr additive="base">
                                        <p:cTn id="38" dur="500" fill="hold"/>
                                        <p:tgtEl>
                                          <p:spTgt spid="3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22" grpId="0" animBg="1"/>
      <p:bldP spid="23" grpId="0" animBg="1"/>
      <p:bldP spid="28" grpId="0" animBg="1"/>
      <p:bldP spid="31" grpId="0" animBg="1"/>
      <p:bldP spid="36"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5536" y="620688"/>
            <a:ext cx="8172908" cy="872276"/>
          </a:xfrm>
        </p:spPr>
        <p:txBody>
          <a:bodyPr>
            <a:noAutofit/>
          </a:bodyPr>
          <a:lstStyle/>
          <a:p>
            <a:pPr algn="ctr"/>
            <a:r>
              <a:rPr lang="en-US" sz="4000" b="1" dirty="0" smtClean="0">
                <a:solidFill>
                  <a:srgbClr val="0070C0"/>
                </a:solidFill>
                <a:latin typeface="Times New Roman" panose="02020603050405020304" pitchFamily="18" charset="0"/>
                <a:cs typeface="Times New Roman" panose="02020603050405020304" pitchFamily="18" charset="0"/>
              </a:rPr>
              <a:t/>
            </a:r>
            <a:br>
              <a:rPr lang="en-US" sz="4000" b="1" dirty="0" smtClean="0">
                <a:solidFill>
                  <a:srgbClr val="0070C0"/>
                </a:solidFill>
                <a:latin typeface="Times New Roman" panose="02020603050405020304" pitchFamily="18" charset="0"/>
                <a:cs typeface="Times New Roman" panose="02020603050405020304" pitchFamily="18" charset="0"/>
              </a:rPr>
            </a:br>
            <a:r>
              <a:rPr lang="en-US" sz="4000" b="1" dirty="0">
                <a:solidFill>
                  <a:srgbClr val="0070C0"/>
                </a:solidFill>
                <a:latin typeface="Times New Roman" panose="02020603050405020304" pitchFamily="18" charset="0"/>
                <a:cs typeface="Times New Roman" panose="02020603050405020304" pitchFamily="18" charset="0"/>
              </a:rPr>
              <a:t/>
            </a:r>
            <a:br>
              <a:rPr lang="en-US" sz="4000" b="1" dirty="0">
                <a:solidFill>
                  <a:srgbClr val="0070C0"/>
                </a:solidFill>
                <a:latin typeface="Times New Roman" panose="02020603050405020304" pitchFamily="18" charset="0"/>
                <a:cs typeface="Times New Roman" panose="02020603050405020304" pitchFamily="18" charset="0"/>
              </a:rPr>
            </a:br>
            <a:r>
              <a:rPr lang="en-US" sz="4000" b="1" dirty="0" smtClean="0">
                <a:solidFill>
                  <a:srgbClr val="0070C0"/>
                </a:solidFill>
                <a:latin typeface="Times New Roman" panose="02020603050405020304" pitchFamily="18" charset="0"/>
                <a:cs typeface="Times New Roman" panose="02020603050405020304" pitchFamily="18" charset="0"/>
              </a:rPr>
              <a:t> </a:t>
            </a:r>
            <a:br>
              <a:rPr lang="en-US" sz="4000" b="1" dirty="0" smtClean="0">
                <a:solidFill>
                  <a:srgbClr val="0070C0"/>
                </a:solidFill>
                <a:latin typeface="Times New Roman" panose="02020603050405020304" pitchFamily="18" charset="0"/>
                <a:cs typeface="Times New Roman" panose="02020603050405020304" pitchFamily="18" charset="0"/>
              </a:rPr>
            </a:br>
            <a:r>
              <a:rPr lang="en-US" sz="4000" b="1" dirty="0">
                <a:solidFill>
                  <a:srgbClr val="0070C0"/>
                </a:solidFill>
                <a:latin typeface="Times New Roman" panose="02020603050405020304" pitchFamily="18" charset="0"/>
                <a:cs typeface="Times New Roman" panose="02020603050405020304" pitchFamily="18" charset="0"/>
              </a:rPr>
              <a:t/>
            </a:r>
            <a:br>
              <a:rPr lang="en-US" sz="4000" b="1" dirty="0">
                <a:solidFill>
                  <a:srgbClr val="0070C0"/>
                </a:solidFill>
                <a:latin typeface="Times New Roman" panose="02020603050405020304" pitchFamily="18" charset="0"/>
                <a:cs typeface="Times New Roman" panose="02020603050405020304" pitchFamily="18" charset="0"/>
              </a:rPr>
            </a:br>
            <a:r>
              <a:rPr lang="en-US" sz="4000" b="1" dirty="0" smtClean="0">
                <a:solidFill>
                  <a:srgbClr val="0070C0"/>
                </a:solidFill>
                <a:latin typeface="Times New Roman" panose="02020603050405020304" pitchFamily="18" charset="0"/>
                <a:cs typeface="Times New Roman" panose="02020603050405020304" pitchFamily="18" charset="0"/>
              </a:rPr>
              <a:t> </a:t>
            </a:r>
            <a:r>
              <a:rPr lang="en-US" sz="4000" b="1" dirty="0" smtClean="0">
                <a:solidFill>
                  <a:srgbClr val="FF0000"/>
                </a:solidFill>
                <a:latin typeface="Times New Roman" panose="02020603050405020304" pitchFamily="18" charset="0"/>
                <a:cs typeface="Times New Roman" panose="02020603050405020304" pitchFamily="18" charset="0"/>
              </a:rPr>
              <a:t>ĐỊNH NGHĨA SỐT </a:t>
            </a:r>
            <a:endParaRPr lang="en-US" sz="4000" dirty="0">
              <a:solidFill>
                <a:srgbClr val="FF0000"/>
              </a:solidFill>
            </a:endParaRPr>
          </a:p>
        </p:txBody>
      </p:sp>
      <p:sp>
        <p:nvSpPr>
          <p:cNvPr id="3" name="Subtitle 2"/>
          <p:cNvSpPr>
            <a:spLocks noGrp="1"/>
          </p:cNvSpPr>
          <p:nvPr>
            <p:ph type="subTitle" idx="4294967295"/>
          </p:nvPr>
        </p:nvSpPr>
        <p:spPr>
          <a:xfrm>
            <a:off x="0" y="1916113"/>
            <a:ext cx="8642350" cy="4249737"/>
          </a:xfrm>
        </p:spPr>
        <p:txBody>
          <a:bodyPr>
            <a:noAutofit/>
          </a:bodyPr>
          <a:lstStyle/>
          <a:p>
            <a:pPr algn="just">
              <a:lnSpc>
                <a:spcPct val="110000"/>
              </a:lnSpc>
              <a:spcBef>
                <a:spcPts val="600"/>
              </a:spcBef>
              <a:buFont typeface="Wingdings" pitchFamily="2" charset="2"/>
              <a:buChar char="Ø"/>
            </a:pPr>
            <a:r>
              <a:rPr lang="en-US" sz="2400" dirty="0" err="1" smtClean="0">
                <a:latin typeface="Times New Roman" panose="02020603050405020304" pitchFamily="18" charset="0"/>
                <a:cs typeface="Times New Roman" panose="02020603050405020304" pitchFamily="18" charset="0"/>
              </a:rPr>
              <a:t>Sốt</a:t>
            </a:r>
            <a:r>
              <a:rPr lang="en-US" sz="2400" dirty="0" smtClean="0">
                <a:latin typeface="Times New Roman" panose="02020603050405020304" pitchFamily="18" charset="0"/>
                <a:cs typeface="Times New Roman" panose="02020603050405020304" pitchFamily="18" charset="0"/>
              </a:rPr>
              <a:t>  </a:t>
            </a:r>
            <a:r>
              <a:rPr lang="en-US" sz="2400" dirty="0" err="1" smtClean="0">
                <a:latin typeface="Times New Roman" panose="02020603050405020304" pitchFamily="18" charset="0"/>
                <a:cs typeface="Times New Roman" panose="02020603050405020304" pitchFamily="18" charset="0"/>
              </a:rPr>
              <a:t>là</a:t>
            </a:r>
            <a:r>
              <a:rPr lang="en-US" sz="2400" dirty="0" smtClean="0">
                <a:latin typeface="Times New Roman" panose="02020603050405020304" pitchFamily="18" charset="0"/>
                <a:cs typeface="Times New Roman" panose="02020603050405020304" pitchFamily="18" charset="0"/>
              </a:rPr>
              <a:t> </a:t>
            </a:r>
            <a:r>
              <a:rPr lang="en-US" sz="2400" dirty="0" err="1" smtClean="0">
                <a:latin typeface="Times New Roman" panose="02020603050405020304" pitchFamily="18" charset="0"/>
                <a:cs typeface="Times New Roman" panose="02020603050405020304" pitchFamily="18" charset="0"/>
              </a:rPr>
              <a:t>một</a:t>
            </a:r>
            <a:r>
              <a:rPr lang="en-US" sz="2400" dirty="0" smtClean="0">
                <a:latin typeface="Times New Roman" panose="02020603050405020304" pitchFamily="18" charset="0"/>
                <a:cs typeface="Times New Roman" panose="02020603050405020304" pitchFamily="18" charset="0"/>
              </a:rPr>
              <a:t> </a:t>
            </a:r>
            <a:r>
              <a:rPr lang="en-US" sz="2400" dirty="0" err="1" smtClean="0">
                <a:latin typeface="Times New Roman" panose="02020603050405020304" pitchFamily="18" charset="0"/>
                <a:cs typeface="Times New Roman" panose="02020603050405020304" pitchFamily="18" charset="0"/>
              </a:rPr>
              <a:t>triệu</a:t>
            </a:r>
            <a:r>
              <a:rPr lang="en-US" sz="2400" dirty="0" smtClean="0">
                <a:latin typeface="Times New Roman" panose="02020603050405020304" pitchFamily="18" charset="0"/>
                <a:cs typeface="Times New Roman" panose="02020603050405020304" pitchFamily="18" charset="0"/>
              </a:rPr>
              <a:t> </a:t>
            </a:r>
            <a:r>
              <a:rPr lang="en-US" sz="2400" dirty="0" err="1" smtClean="0">
                <a:latin typeface="Times New Roman" panose="02020603050405020304" pitchFamily="18" charset="0"/>
                <a:cs typeface="Times New Roman" panose="02020603050405020304" pitchFamily="18" charset="0"/>
              </a:rPr>
              <a:t>chứng</a:t>
            </a:r>
            <a:r>
              <a:rPr lang="en-US" sz="2400" dirty="0" smtClean="0">
                <a:latin typeface="Times New Roman" panose="02020603050405020304" pitchFamily="18" charset="0"/>
                <a:cs typeface="Times New Roman" panose="02020603050405020304" pitchFamily="18" charset="0"/>
              </a:rPr>
              <a:t> </a:t>
            </a:r>
            <a:r>
              <a:rPr lang="en-US" sz="2400" dirty="0" err="1" smtClean="0">
                <a:latin typeface="Times New Roman" panose="02020603050405020304" pitchFamily="18" charset="0"/>
                <a:cs typeface="Times New Roman" panose="02020603050405020304" pitchFamily="18" charset="0"/>
              </a:rPr>
              <a:t>thường</a:t>
            </a:r>
            <a:r>
              <a:rPr lang="en-US" sz="2400" dirty="0" smtClean="0">
                <a:latin typeface="Times New Roman" panose="02020603050405020304" pitchFamily="18" charset="0"/>
                <a:cs typeface="Times New Roman" panose="02020603050405020304" pitchFamily="18" charset="0"/>
              </a:rPr>
              <a:t> </a:t>
            </a:r>
            <a:r>
              <a:rPr lang="en-US" sz="2400" dirty="0" err="1" smtClean="0">
                <a:latin typeface="Times New Roman" panose="02020603050405020304" pitchFamily="18" charset="0"/>
                <a:cs typeface="Times New Roman" panose="02020603050405020304" pitchFamily="18" charset="0"/>
              </a:rPr>
              <a:t>gặp</a:t>
            </a:r>
            <a:r>
              <a:rPr lang="en-US" sz="2400" dirty="0" smtClean="0">
                <a:latin typeface="Times New Roman" panose="02020603050405020304" pitchFamily="18" charset="0"/>
                <a:cs typeface="Times New Roman" panose="02020603050405020304" pitchFamily="18" charset="0"/>
              </a:rPr>
              <a:t> </a:t>
            </a:r>
            <a:r>
              <a:rPr lang="en-US" sz="2400" dirty="0" err="1" smtClean="0">
                <a:latin typeface="Times New Roman" panose="02020603050405020304" pitchFamily="18" charset="0"/>
                <a:cs typeface="Times New Roman" panose="02020603050405020304" pitchFamily="18" charset="0"/>
              </a:rPr>
              <a:t>của</a:t>
            </a:r>
            <a:r>
              <a:rPr lang="en-US" sz="2400" dirty="0" smtClean="0">
                <a:latin typeface="Times New Roman" panose="02020603050405020304" pitchFamily="18" charset="0"/>
                <a:cs typeface="Times New Roman" panose="02020603050405020304" pitchFamily="18" charset="0"/>
              </a:rPr>
              <a:t> </a:t>
            </a:r>
            <a:r>
              <a:rPr lang="en-US" sz="2400" dirty="0" err="1" smtClean="0">
                <a:latin typeface="Times New Roman" panose="02020603050405020304" pitchFamily="18" charset="0"/>
                <a:cs typeface="Times New Roman" panose="02020603050405020304" pitchFamily="18" charset="0"/>
              </a:rPr>
              <a:t>nhiều</a:t>
            </a:r>
            <a:r>
              <a:rPr lang="en-US" sz="2400" dirty="0" smtClean="0">
                <a:latin typeface="Times New Roman" panose="02020603050405020304" pitchFamily="18" charset="0"/>
                <a:cs typeface="Times New Roman" panose="02020603050405020304" pitchFamily="18" charset="0"/>
              </a:rPr>
              <a:t> </a:t>
            </a:r>
            <a:r>
              <a:rPr lang="en-US" sz="2400" dirty="0" err="1" smtClean="0">
                <a:latin typeface="Times New Roman" panose="02020603050405020304" pitchFamily="18" charset="0"/>
                <a:cs typeface="Times New Roman" panose="02020603050405020304" pitchFamily="18" charset="0"/>
              </a:rPr>
              <a:t>bệnh</a:t>
            </a:r>
            <a:r>
              <a:rPr lang="en-US" sz="2400" dirty="0" smtClean="0">
                <a:latin typeface="Times New Roman" panose="02020603050405020304" pitchFamily="18" charset="0"/>
                <a:cs typeface="Times New Roman" panose="02020603050405020304" pitchFamily="18" charset="0"/>
              </a:rPr>
              <a:t> </a:t>
            </a:r>
            <a:r>
              <a:rPr lang="en-US" sz="2400" dirty="0" err="1" smtClean="0">
                <a:latin typeface="Times New Roman" panose="02020603050405020304" pitchFamily="18" charset="0"/>
                <a:cs typeface="Times New Roman" panose="02020603050405020304" pitchFamily="18" charset="0"/>
              </a:rPr>
              <a:t>lý</a:t>
            </a:r>
            <a:r>
              <a:rPr lang="en-US" sz="2400" dirty="0" smtClean="0">
                <a:latin typeface="Times New Roman" panose="02020603050405020304" pitchFamily="18" charset="0"/>
                <a:cs typeface="Times New Roman" panose="02020603050405020304" pitchFamily="18" charset="0"/>
              </a:rPr>
              <a:t> </a:t>
            </a:r>
            <a:r>
              <a:rPr lang="en-US" sz="2400" dirty="0" err="1" smtClean="0">
                <a:latin typeface="Times New Roman" panose="02020603050405020304" pitchFamily="18" charset="0"/>
                <a:cs typeface="Times New Roman" panose="02020603050405020304" pitchFamily="18" charset="0"/>
              </a:rPr>
              <a:t>toàn</a:t>
            </a:r>
            <a:r>
              <a:rPr lang="en-US" sz="2400" dirty="0" smtClean="0">
                <a:latin typeface="Times New Roman" panose="02020603050405020304" pitchFamily="18" charset="0"/>
                <a:cs typeface="Times New Roman" panose="02020603050405020304" pitchFamily="18" charset="0"/>
              </a:rPr>
              <a:t> </a:t>
            </a:r>
            <a:r>
              <a:rPr lang="en-US" sz="2400" dirty="0" err="1" smtClean="0">
                <a:latin typeface="Times New Roman" panose="02020603050405020304" pitchFamily="18" charset="0"/>
                <a:cs typeface="Times New Roman" panose="02020603050405020304" pitchFamily="18" charset="0"/>
              </a:rPr>
              <a:t>thân</a:t>
            </a:r>
            <a:r>
              <a:rPr lang="en-US" sz="2400" dirty="0" smtClean="0">
                <a:latin typeface="Times New Roman" panose="02020603050405020304" pitchFamily="18" charset="0"/>
                <a:cs typeface="Times New Roman" panose="02020603050405020304" pitchFamily="18" charset="0"/>
              </a:rPr>
              <a:t>, </a:t>
            </a:r>
            <a:r>
              <a:rPr lang="en-US" sz="2400" dirty="0" err="1" smtClean="0">
                <a:latin typeface="Times New Roman" panose="02020603050405020304" pitchFamily="18" charset="0"/>
                <a:cs typeface="Times New Roman" panose="02020603050405020304" pitchFamily="18" charset="0"/>
              </a:rPr>
              <a:t>gây</a:t>
            </a:r>
            <a:r>
              <a:rPr lang="en-US" sz="2400" dirty="0" smtClean="0">
                <a:latin typeface="Times New Roman" panose="02020603050405020304" pitchFamily="18" charset="0"/>
                <a:cs typeface="Times New Roman" panose="02020603050405020304" pitchFamily="18" charset="0"/>
              </a:rPr>
              <a:t> </a:t>
            </a:r>
            <a:r>
              <a:rPr lang="en-US" sz="2400" dirty="0" err="1" smtClean="0">
                <a:latin typeface="Times New Roman" panose="02020603050405020304" pitchFamily="18" charset="0"/>
                <a:cs typeface="Times New Roman" panose="02020603050405020304" pitchFamily="18" charset="0"/>
              </a:rPr>
              <a:t>ra</a:t>
            </a:r>
            <a:r>
              <a:rPr lang="en-US" sz="2400" dirty="0" smtClean="0">
                <a:latin typeface="Times New Roman" panose="02020603050405020304" pitchFamily="18" charset="0"/>
                <a:cs typeface="Times New Roman" panose="02020603050405020304" pitchFamily="18" charset="0"/>
              </a:rPr>
              <a:t> </a:t>
            </a:r>
            <a:r>
              <a:rPr lang="en-US" sz="2400" dirty="0" err="1" smtClean="0">
                <a:latin typeface="Times New Roman" panose="02020603050405020304" pitchFamily="18" charset="0"/>
                <a:cs typeface="Times New Roman" panose="02020603050405020304" pitchFamily="18" charset="0"/>
              </a:rPr>
              <a:t>sự</a:t>
            </a:r>
            <a:r>
              <a:rPr lang="en-US" sz="2400" dirty="0" smtClean="0">
                <a:latin typeface="Times New Roman" panose="02020603050405020304" pitchFamily="18" charset="0"/>
                <a:cs typeface="Times New Roman" panose="02020603050405020304" pitchFamily="18" charset="0"/>
              </a:rPr>
              <a:t> </a:t>
            </a:r>
            <a:r>
              <a:rPr lang="en-US" sz="2400" dirty="0" err="1" smtClean="0">
                <a:latin typeface="Times New Roman" panose="02020603050405020304" pitchFamily="18" charset="0"/>
                <a:cs typeface="Times New Roman" panose="02020603050405020304" pitchFamily="18" charset="0"/>
              </a:rPr>
              <a:t>mất</a:t>
            </a:r>
            <a:r>
              <a:rPr lang="en-US" sz="2400" dirty="0" smtClean="0">
                <a:latin typeface="Times New Roman" panose="02020603050405020304" pitchFamily="18" charset="0"/>
                <a:cs typeface="Times New Roman" panose="02020603050405020304" pitchFamily="18" charset="0"/>
              </a:rPr>
              <a:t> </a:t>
            </a:r>
            <a:r>
              <a:rPr lang="en-US" sz="2400" dirty="0" err="1" smtClean="0">
                <a:latin typeface="Times New Roman" panose="02020603050405020304" pitchFamily="18" charset="0"/>
                <a:cs typeface="Times New Roman" panose="02020603050405020304" pitchFamily="18" charset="0"/>
              </a:rPr>
              <a:t>cân</a:t>
            </a:r>
            <a:r>
              <a:rPr lang="en-US" sz="2400" dirty="0" smtClean="0">
                <a:latin typeface="Times New Roman" panose="02020603050405020304" pitchFamily="18" charset="0"/>
                <a:cs typeface="Times New Roman" panose="02020603050405020304" pitchFamily="18" charset="0"/>
              </a:rPr>
              <a:t> </a:t>
            </a:r>
            <a:r>
              <a:rPr lang="en-US" sz="2400" dirty="0" err="1" smtClean="0">
                <a:latin typeface="Times New Roman" panose="02020603050405020304" pitchFamily="18" charset="0"/>
                <a:cs typeface="Times New Roman" panose="02020603050405020304" pitchFamily="18" charset="0"/>
              </a:rPr>
              <a:t>bằng</a:t>
            </a:r>
            <a:r>
              <a:rPr lang="en-US" sz="2400" dirty="0" smtClean="0">
                <a:latin typeface="Times New Roman" panose="02020603050405020304" pitchFamily="18" charset="0"/>
                <a:cs typeface="Times New Roman" panose="02020603050405020304" pitchFamily="18" charset="0"/>
              </a:rPr>
              <a:t> </a:t>
            </a:r>
            <a:r>
              <a:rPr lang="en-US" sz="2400" dirty="0" err="1" smtClean="0">
                <a:latin typeface="Times New Roman" panose="02020603050405020304" pitchFamily="18" charset="0"/>
                <a:cs typeface="Times New Roman" panose="02020603050405020304" pitchFamily="18" charset="0"/>
              </a:rPr>
              <a:t>giữa</a:t>
            </a:r>
            <a:r>
              <a:rPr lang="en-US" sz="2400" dirty="0" smtClean="0">
                <a:latin typeface="Times New Roman" panose="02020603050405020304" pitchFamily="18" charset="0"/>
                <a:cs typeface="Times New Roman" panose="02020603050405020304" pitchFamily="18" charset="0"/>
              </a:rPr>
              <a:t> </a:t>
            </a:r>
            <a:r>
              <a:rPr lang="en-US" sz="2400" dirty="0" err="1" smtClean="0">
                <a:latin typeface="Times New Roman" panose="02020603050405020304" pitchFamily="18" charset="0"/>
                <a:cs typeface="Times New Roman" panose="02020603050405020304" pitchFamily="18" charset="0"/>
              </a:rPr>
              <a:t>quá</a:t>
            </a:r>
            <a:r>
              <a:rPr lang="en-US" sz="2400" dirty="0" smtClean="0">
                <a:latin typeface="Times New Roman" panose="02020603050405020304" pitchFamily="18" charset="0"/>
                <a:cs typeface="Times New Roman" panose="02020603050405020304" pitchFamily="18" charset="0"/>
              </a:rPr>
              <a:t> </a:t>
            </a:r>
            <a:r>
              <a:rPr lang="en-US" sz="2400" dirty="0" err="1" smtClean="0">
                <a:latin typeface="Times New Roman" panose="02020603050405020304" pitchFamily="18" charset="0"/>
                <a:cs typeface="Times New Roman" panose="02020603050405020304" pitchFamily="18" charset="0"/>
              </a:rPr>
              <a:t>trình</a:t>
            </a:r>
            <a:r>
              <a:rPr lang="en-US" sz="2400" dirty="0" smtClean="0">
                <a:latin typeface="Times New Roman" panose="02020603050405020304" pitchFamily="18" charset="0"/>
                <a:cs typeface="Times New Roman" panose="02020603050405020304" pitchFamily="18" charset="0"/>
              </a:rPr>
              <a:t> </a:t>
            </a:r>
            <a:r>
              <a:rPr lang="en-US" sz="2400" dirty="0" err="1" smtClean="0">
                <a:latin typeface="Times New Roman" panose="02020603050405020304" pitchFamily="18" charset="0"/>
                <a:cs typeface="Times New Roman" panose="02020603050405020304" pitchFamily="18" charset="0"/>
              </a:rPr>
              <a:t>sinh</a:t>
            </a:r>
            <a:r>
              <a:rPr lang="en-US" sz="2400" dirty="0" smtClean="0">
                <a:latin typeface="Times New Roman" panose="02020603050405020304" pitchFamily="18" charset="0"/>
                <a:cs typeface="Times New Roman" panose="02020603050405020304" pitchFamily="18" charset="0"/>
              </a:rPr>
              <a:t> </a:t>
            </a:r>
            <a:r>
              <a:rPr lang="en-US" sz="2400" dirty="0" err="1" smtClean="0">
                <a:latin typeface="Times New Roman" panose="02020603050405020304" pitchFamily="18" charset="0"/>
                <a:cs typeface="Times New Roman" panose="02020603050405020304" pitchFamily="18" charset="0"/>
              </a:rPr>
              <a:t>nhiệt</a:t>
            </a:r>
            <a:r>
              <a:rPr lang="en-US" sz="2400" dirty="0" smtClean="0">
                <a:latin typeface="Times New Roman" panose="02020603050405020304" pitchFamily="18" charset="0"/>
                <a:cs typeface="Times New Roman" panose="02020603050405020304" pitchFamily="18" charset="0"/>
              </a:rPr>
              <a:t> </a:t>
            </a:r>
            <a:r>
              <a:rPr lang="en-US" sz="2400" dirty="0" err="1" smtClean="0">
                <a:latin typeface="Times New Roman" panose="02020603050405020304" pitchFamily="18" charset="0"/>
                <a:cs typeface="Times New Roman" panose="02020603050405020304" pitchFamily="18" charset="0"/>
              </a:rPr>
              <a:t>và</a:t>
            </a:r>
            <a:r>
              <a:rPr lang="en-US" sz="2400" dirty="0" smtClean="0">
                <a:latin typeface="Times New Roman" panose="02020603050405020304" pitchFamily="18" charset="0"/>
                <a:cs typeface="Times New Roman" panose="02020603050405020304" pitchFamily="18" charset="0"/>
              </a:rPr>
              <a:t> </a:t>
            </a:r>
            <a:r>
              <a:rPr lang="en-US" sz="2400" dirty="0" err="1" smtClean="0">
                <a:latin typeface="Times New Roman" panose="02020603050405020304" pitchFamily="18" charset="0"/>
                <a:cs typeface="Times New Roman" panose="02020603050405020304" pitchFamily="18" charset="0"/>
              </a:rPr>
              <a:t>thải</a:t>
            </a:r>
            <a:r>
              <a:rPr lang="en-US" sz="2400" dirty="0" smtClean="0">
                <a:latin typeface="Times New Roman" panose="02020603050405020304" pitchFamily="18" charset="0"/>
                <a:cs typeface="Times New Roman" panose="02020603050405020304" pitchFamily="18" charset="0"/>
              </a:rPr>
              <a:t> </a:t>
            </a:r>
            <a:r>
              <a:rPr lang="en-US" sz="2400" dirty="0" err="1" smtClean="0">
                <a:latin typeface="Times New Roman" panose="02020603050405020304" pitchFamily="18" charset="0"/>
                <a:cs typeface="Times New Roman" panose="02020603050405020304" pitchFamily="18" charset="0"/>
              </a:rPr>
              <a:t>nhiệt</a:t>
            </a:r>
            <a:r>
              <a:rPr lang="en-US" sz="2400" dirty="0" smtClean="0">
                <a:latin typeface="Times New Roman" panose="02020603050405020304" pitchFamily="18" charset="0"/>
                <a:cs typeface="Times New Roman" panose="02020603050405020304" pitchFamily="18" charset="0"/>
              </a:rPr>
              <a:t>, </a:t>
            </a:r>
            <a:r>
              <a:rPr lang="en-US" sz="2400" dirty="0" err="1" smtClean="0">
                <a:latin typeface="Times New Roman" panose="02020603050405020304" pitchFamily="18" charset="0"/>
                <a:cs typeface="Times New Roman" panose="02020603050405020304" pitchFamily="18" charset="0"/>
              </a:rPr>
              <a:t>dân</a:t>
            </a:r>
            <a:r>
              <a:rPr lang="en-US" sz="2400" dirty="0" smtClean="0">
                <a:latin typeface="Times New Roman" panose="02020603050405020304" pitchFamily="18" charset="0"/>
                <a:cs typeface="Times New Roman" panose="02020603050405020304" pitchFamily="18" charset="0"/>
              </a:rPr>
              <a:t> </a:t>
            </a:r>
            <a:r>
              <a:rPr lang="en-US" sz="2400" dirty="0" err="1" smtClean="0">
                <a:latin typeface="Times New Roman" panose="02020603050405020304" pitchFamily="18" charset="0"/>
                <a:cs typeface="Times New Roman" panose="02020603050405020304" pitchFamily="18" charset="0"/>
              </a:rPr>
              <a:t>đến</a:t>
            </a:r>
            <a:r>
              <a:rPr lang="en-US" sz="2400" dirty="0" smtClean="0">
                <a:latin typeface="Times New Roman" panose="02020603050405020304" pitchFamily="18" charset="0"/>
                <a:cs typeface="Times New Roman" panose="02020603050405020304" pitchFamily="18" charset="0"/>
              </a:rPr>
              <a:t> </a:t>
            </a:r>
            <a:r>
              <a:rPr lang="en-US" sz="2400" dirty="0" err="1" smtClean="0">
                <a:latin typeface="Times New Roman" panose="02020603050405020304" pitchFamily="18" charset="0"/>
                <a:cs typeface="Times New Roman" panose="02020603050405020304" pitchFamily="18" charset="0"/>
              </a:rPr>
              <a:t>rối</a:t>
            </a:r>
            <a:r>
              <a:rPr lang="en-US" sz="2400" dirty="0" smtClean="0">
                <a:latin typeface="Times New Roman" panose="02020603050405020304" pitchFamily="18" charset="0"/>
                <a:cs typeface="Times New Roman" panose="02020603050405020304" pitchFamily="18" charset="0"/>
              </a:rPr>
              <a:t> </a:t>
            </a:r>
            <a:r>
              <a:rPr lang="en-US" sz="2400" dirty="0" err="1" smtClean="0">
                <a:latin typeface="Times New Roman" panose="02020603050405020304" pitchFamily="18" charset="0"/>
                <a:cs typeface="Times New Roman" panose="02020603050405020304" pitchFamily="18" charset="0"/>
              </a:rPr>
              <a:t>lọan</a:t>
            </a:r>
            <a:r>
              <a:rPr lang="en-US" sz="2400" dirty="0" smtClean="0">
                <a:latin typeface="Times New Roman" panose="02020603050405020304" pitchFamily="18" charset="0"/>
                <a:cs typeface="Times New Roman" panose="02020603050405020304" pitchFamily="18" charset="0"/>
              </a:rPr>
              <a:t> </a:t>
            </a:r>
            <a:r>
              <a:rPr lang="en-US" sz="2400" dirty="0" err="1" smtClean="0">
                <a:latin typeface="Times New Roman" panose="02020603050405020304" pitchFamily="18" charset="0"/>
                <a:cs typeface="Times New Roman" panose="02020603050405020304" pitchFamily="18" charset="0"/>
              </a:rPr>
              <a:t>điều</a:t>
            </a:r>
            <a:r>
              <a:rPr lang="en-US" sz="2400" dirty="0" smtClean="0">
                <a:latin typeface="Times New Roman" panose="02020603050405020304" pitchFamily="18" charset="0"/>
                <a:cs typeface="Times New Roman" panose="02020603050405020304" pitchFamily="18" charset="0"/>
              </a:rPr>
              <a:t> </a:t>
            </a:r>
            <a:r>
              <a:rPr lang="en-US" sz="2400" dirty="0" err="1" smtClean="0">
                <a:latin typeface="Times New Roman" panose="02020603050405020304" pitchFamily="18" charset="0"/>
                <a:cs typeface="Times New Roman" panose="02020603050405020304" pitchFamily="18" charset="0"/>
              </a:rPr>
              <a:t>hoà</a:t>
            </a:r>
            <a:r>
              <a:rPr lang="en-US" sz="2400" dirty="0" smtClean="0">
                <a:latin typeface="Times New Roman" panose="02020603050405020304" pitchFamily="18" charset="0"/>
                <a:cs typeface="Times New Roman" panose="02020603050405020304" pitchFamily="18" charset="0"/>
              </a:rPr>
              <a:t> </a:t>
            </a:r>
            <a:r>
              <a:rPr lang="en-US" sz="2400" dirty="0" err="1" smtClean="0">
                <a:latin typeface="Times New Roman" panose="02020603050405020304" pitchFamily="18" charset="0"/>
                <a:cs typeface="Times New Roman" panose="02020603050405020304" pitchFamily="18" charset="0"/>
              </a:rPr>
              <a:t>thân</a:t>
            </a:r>
            <a:r>
              <a:rPr lang="en-US" sz="2400" dirty="0" smtClean="0">
                <a:latin typeface="Times New Roman" panose="02020603050405020304" pitchFamily="18" charset="0"/>
                <a:cs typeface="Times New Roman" panose="02020603050405020304" pitchFamily="18" charset="0"/>
              </a:rPr>
              <a:t> </a:t>
            </a:r>
            <a:r>
              <a:rPr lang="en-US" sz="2400" dirty="0" err="1" smtClean="0">
                <a:latin typeface="Times New Roman" panose="02020603050405020304" pitchFamily="18" charset="0"/>
                <a:cs typeface="Times New Roman" panose="02020603050405020304" pitchFamily="18" charset="0"/>
              </a:rPr>
              <a:t>nhiệt</a:t>
            </a:r>
            <a:r>
              <a:rPr lang="en-US" sz="2400" dirty="0" smtClean="0">
                <a:latin typeface="Times New Roman" panose="02020603050405020304" pitchFamily="18" charset="0"/>
                <a:cs typeface="Times New Roman" panose="02020603050405020304" pitchFamily="18" charset="0"/>
              </a:rPr>
              <a:t>. </a:t>
            </a:r>
          </a:p>
          <a:p>
            <a:pPr algn="just">
              <a:lnSpc>
                <a:spcPct val="110000"/>
              </a:lnSpc>
              <a:spcBef>
                <a:spcPts val="600"/>
              </a:spcBef>
              <a:buFont typeface="Wingdings" pitchFamily="2" charset="2"/>
              <a:buChar char="Ø"/>
            </a:pPr>
            <a:r>
              <a:rPr lang="en-US" sz="2400" dirty="0" err="1" smtClean="0">
                <a:latin typeface="Times New Roman" pitchFamily="18" charset="0"/>
                <a:cs typeface="Times New Roman" pitchFamily="18" charset="0"/>
              </a:rPr>
              <a:t>Hiện</a:t>
            </a:r>
            <a:r>
              <a:rPr lang="en-US" sz="2400" dirty="0" smtClean="0">
                <a:latin typeface="Times New Roman" pitchFamily="18" charset="0"/>
                <a:cs typeface="Times New Roman" pitchFamily="18" charset="0"/>
              </a:rPr>
              <a:t> nay , </a:t>
            </a:r>
            <a:r>
              <a:rPr lang="en-US" sz="2400" dirty="0" err="1" smtClean="0">
                <a:latin typeface="Times New Roman" pitchFamily="18" charset="0"/>
                <a:cs typeface="Times New Roman" pitchFamily="18" charset="0"/>
              </a:rPr>
              <a:t>ngưỡng</a:t>
            </a:r>
            <a:r>
              <a:rPr lang="en-US" sz="2400" dirty="0" smtClean="0">
                <a:latin typeface="Times New Roman" pitchFamily="18" charset="0"/>
                <a:cs typeface="Times New Roman" pitchFamily="18" charset="0"/>
              </a:rPr>
              <a:t> </a:t>
            </a:r>
            <a:r>
              <a:rPr lang="en-US" sz="2400" dirty="0" err="1" smtClean="0">
                <a:latin typeface="Times New Roman" pitchFamily="18" charset="0"/>
                <a:cs typeface="Times New Roman" pitchFamily="18" charset="0"/>
              </a:rPr>
              <a:t>thân</a:t>
            </a:r>
            <a:r>
              <a:rPr lang="en-US" sz="2400" dirty="0" smtClean="0">
                <a:latin typeface="Times New Roman" pitchFamily="18" charset="0"/>
                <a:cs typeface="Times New Roman" pitchFamily="18" charset="0"/>
              </a:rPr>
              <a:t> </a:t>
            </a:r>
            <a:r>
              <a:rPr lang="en-US" sz="2400" dirty="0" err="1" smtClean="0">
                <a:latin typeface="Times New Roman" pitchFamily="18" charset="0"/>
                <a:cs typeface="Times New Roman" pitchFamily="18" charset="0"/>
              </a:rPr>
              <a:t>nhiệt</a:t>
            </a:r>
            <a:r>
              <a:rPr lang="en-US" sz="2400" dirty="0" smtClean="0">
                <a:latin typeface="Times New Roman" pitchFamily="18" charset="0"/>
                <a:cs typeface="Times New Roman" pitchFamily="18" charset="0"/>
              </a:rPr>
              <a:t> </a:t>
            </a:r>
            <a:r>
              <a:rPr lang="en-US" sz="2400" dirty="0" err="1" smtClean="0">
                <a:latin typeface="Times New Roman" pitchFamily="18" charset="0"/>
                <a:cs typeface="Times New Roman" pitchFamily="18" charset="0"/>
              </a:rPr>
              <a:t>được</a:t>
            </a:r>
            <a:r>
              <a:rPr lang="en-US" sz="2400" dirty="0" smtClean="0">
                <a:latin typeface="Times New Roman" pitchFamily="18" charset="0"/>
                <a:cs typeface="Times New Roman" pitchFamily="18" charset="0"/>
              </a:rPr>
              <a:t> </a:t>
            </a:r>
            <a:r>
              <a:rPr lang="en-US" sz="2400" dirty="0" err="1" smtClean="0">
                <a:latin typeface="Times New Roman" pitchFamily="18" charset="0"/>
                <a:cs typeface="Times New Roman" pitchFamily="18" charset="0"/>
              </a:rPr>
              <a:t>gọi</a:t>
            </a:r>
            <a:r>
              <a:rPr lang="en-US" sz="2400" dirty="0" smtClean="0">
                <a:latin typeface="Times New Roman" pitchFamily="18" charset="0"/>
                <a:cs typeface="Times New Roman" pitchFamily="18" charset="0"/>
              </a:rPr>
              <a:t> </a:t>
            </a:r>
            <a:r>
              <a:rPr lang="en-US" sz="2400" dirty="0" err="1" smtClean="0">
                <a:latin typeface="Times New Roman" pitchFamily="18" charset="0"/>
                <a:cs typeface="Times New Roman" pitchFamily="18" charset="0"/>
              </a:rPr>
              <a:t>là</a:t>
            </a:r>
            <a:r>
              <a:rPr lang="en-US" sz="2400" dirty="0" smtClean="0">
                <a:latin typeface="Times New Roman" pitchFamily="18" charset="0"/>
                <a:cs typeface="Times New Roman" pitchFamily="18" charset="0"/>
              </a:rPr>
              <a:t> </a:t>
            </a:r>
            <a:r>
              <a:rPr lang="en-US" sz="2400" dirty="0" err="1" smtClean="0">
                <a:latin typeface="Times New Roman" pitchFamily="18" charset="0"/>
                <a:cs typeface="Times New Roman" pitchFamily="18" charset="0"/>
              </a:rPr>
              <a:t>sốt</a:t>
            </a:r>
            <a:r>
              <a:rPr lang="en-US" sz="2400" dirty="0" smtClean="0">
                <a:latin typeface="Times New Roman" pitchFamily="18" charset="0"/>
                <a:cs typeface="Times New Roman" pitchFamily="18" charset="0"/>
              </a:rPr>
              <a:t> </a:t>
            </a:r>
            <a:r>
              <a:rPr lang="en-US" sz="2400" dirty="0" err="1" smtClean="0">
                <a:latin typeface="Times New Roman" pitchFamily="18" charset="0"/>
                <a:cs typeface="Times New Roman" pitchFamily="18" charset="0"/>
              </a:rPr>
              <a:t>vẫn</a:t>
            </a:r>
            <a:r>
              <a:rPr lang="en-US" sz="2400" dirty="0" smtClean="0">
                <a:latin typeface="Times New Roman" pitchFamily="18" charset="0"/>
                <a:cs typeface="Times New Roman" pitchFamily="18" charset="0"/>
              </a:rPr>
              <a:t> </a:t>
            </a:r>
            <a:r>
              <a:rPr lang="en-US" sz="2400" dirty="0" err="1" smtClean="0">
                <a:latin typeface="Times New Roman" pitchFamily="18" charset="0"/>
                <a:cs typeface="Times New Roman" pitchFamily="18" charset="0"/>
              </a:rPr>
              <a:t>chưa</a:t>
            </a:r>
            <a:r>
              <a:rPr lang="en-US" sz="2400" dirty="0" smtClean="0">
                <a:latin typeface="Times New Roman" pitchFamily="18" charset="0"/>
                <a:cs typeface="Times New Roman" pitchFamily="18" charset="0"/>
              </a:rPr>
              <a:t> </a:t>
            </a:r>
            <a:r>
              <a:rPr lang="en-US" sz="2400" dirty="0" err="1" smtClean="0">
                <a:latin typeface="Times New Roman" pitchFamily="18" charset="0"/>
                <a:cs typeface="Times New Roman" pitchFamily="18" charset="0"/>
              </a:rPr>
              <a:t>được</a:t>
            </a:r>
            <a:r>
              <a:rPr lang="en-US" sz="2400" dirty="0" smtClean="0">
                <a:latin typeface="Times New Roman" pitchFamily="18" charset="0"/>
                <a:cs typeface="Times New Roman" pitchFamily="18" charset="0"/>
              </a:rPr>
              <a:t> </a:t>
            </a:r>
            <a:r>
              <a:rPr lang="en-US" sz="2400" dirty="0" err="1" smtClean="0">
                <a:latin typeface="Times New Roman" pitchFamily="18" charset="0"/>
                <a:cs typeface="Times New Roman" pitchFamily="18" charset="0"/>
              </a:rPr>
              <a:t>thống</a:t>
            </a:r>
            <a:r>
              <a:rPr lang="en-US" sz="2400" dirty="0" smtClean="0">
                <a:latin typeface="Times New Roman" pitchFamily="18" charset="0"/>
                <a:cs typeface="Times New Roman" pitchFamily="18" charset="0"/>
              </a:rPr>
              <a:t> </a:t>
            </a:r>
            <a:r>
              <a:rPr lang="en-US" sz="2400" dirty="0" err="1" smtClean="0">
                <a:latin typeface="Times New Roman" pitchFamily="18" charset="0"/>
                <a:cs typeface="Times New Roman" pitchFamily="18" charset="0"/>
              </a:rPr>
              <a:t>nhất</a:t>
            </a:r>
            <a:r>
              <a:rPr lang="en-US" sz="2400" dirty="0" smtClean="0">
                <a:latin typeface="Times New Roman" pitchFamily="18" charset="0"/>
                <a:cs typeface="Times New Roman" pitchFamily="18" charset="0"/>
              </a:rPr>
              <a:t> . Theo …</a:t>
            </a:r>
          </a:p>
          <a:p>
            <a:pPr lvl="1" algn="just">
              <a:lnSpc>
                <a:spcPct val="110000"/>
              </a:lnSpc>
              <a:spcBef>
                <a:spcPts val="600"/>
              </a:spcBef>
              <a:buFont typeface="Wingdings" pitchFamily="2" charset="2"/>
              <a:buChar char="Ø"/>
            </a:pPr>
            <a:r>
              <a:rPr lang="en-US" sz="2200" dirty="0" err="1" smtClean="0">
                <a:latin typeface="Times New Roman" panose="02020603050405020304" pitchFamily="18" charset="0"/>
                <a:cs typeface="Times New Roman" panose="02020603050405020304" pitchFamily="18" charset="0"/>
              </a:rPr>
              <a:t>Hậu</a:t>
            </a:r>
            <a:r>
              <a:rPr lang="en-US" sz="2200" dirty="0" smtClean="0">
                <a:latin typeface="Times New Roman" panose="02020603050405020304" pitchFamily="18" charset="0"/>
                <a:cs typeface="Times New Roman" panose="02020603050405020304" pitchFamily="18" charset="0"/>
              </a:rPr>
              <a:t> </a:t>
            </a:r>
            <a:r>
              <a:rPr lang="en-US" sz="2200" dirty="0" err="1" smtClean="0">
                <a:latin typeface="Times New Roman" panose="02020603050405020304" pitchFamily="18" charset="0"/>
                <a:cs typeface="Times New Roman" panose="02020603050405020304" pitchFamily="18" charset="0"/>
              </a:rPr>
              <a:t>môn</a:t>
            </a:r>
            <a:r>
              <a:rPr lang="en-US" sz="2200" dirty="0" smtClean="0">
                <a:latin typeface="Times New Roman" panose="02020603050405020304" pitchFamily="18" charset="0"/>
                <a:cs typeface="Times New Roman" panose="02020603050405020304" pitchFamily="18" charset="0"/>
              </a:rPr>
              <a:t> </a:t>
            </a:r>
            <a:r>
              <a:rPr lang="en-US" sz="2200" dirty="0" err="1" smtClean="0">
                <a:latin typeface="Times New Roman" panose="02020603050405020304" pitchFamily="18" charset="0"/>
                <a:cs typeface="Times New Roman" panose="02020603050405020304" pitchFamily="18" charset="0"/>
              </a:rPr>
              <a:t>trực</a:t>
            </a:r>
            <a:r>
              <a:rPr lang="en-US" sz="2200" dirty="0" smtClean="0">
                <a:latin typeface="Times New Roman" panose="02020603050405020304" pitchFamily="18" charset="0"/>
                <a:cs typeface="Times New Roman" panose="02020603050405020304" pitchFamily="18" charset="0"/>
              </a:rPr>
              <a:t> </a:t>
            </a:r>
            <a:r>
              <a:rPr lang="en-US" sz="2200" dirty="0" err="1" smtClean="0">
                <a:latin typeface="Times New Roman" panose="02020603050405020304" pitchFamily="18" charset="0"/>
                <a:cs typeface="Times New Roman" panose="02020603050405020304" pitchFamily="18" charset="0"/>
              </a:rPr>
              <a:t>tràng</a:t>
            </a:r>
            <a:r>
              <a:rPr lang="en-US" sz="2200" dirty="0">
                <a:latin typeface="Times New Roman" panose="02020603050405020304" pitchFamily="18" charset="0"/>
                <a:cs typeface="Times New Roman" panose="02020603050405020304" pitchFamily="18" charset="0"/>
              </a:rPr>
              <a:t> </a:t>
            </a:r>
            <a:r>
              <a:rPr lang="en-US" sz="2200" dirty="0" smtClean="0">
                <a:latin typeface="Times New Roman" panose="02020603050405020304" pitchFamily="18" charset="0"/>
                <a:cs typeface="Times New Roman" panose="02020603050405020304" pitchFamily="18" charset="0"/>
              </a:rPr>
              <a:t> &gt; 38ºC</a:t>
            </a:r>
          </a:p>
          <a:p>
            <a:pPr lvl="1" algn="just">
              <a:lnSpc>
                <a:spcPct val="110000"/>
              </a:lnSpc>
              <a:spcBef>
                <a:spcPts val="600"/>
              </a:spcBef>
              <a:buFont typeface="Wingdings" pitchFamily="2" charset="2"/>
              <a:buChar char="Ø"/>
            </a:pPr>
            <a:r>
              <a:rPr lang="en-US" sz="2200" dirty="0" err="1" smtClean="0">
                <a:latin typeface="Times New Roman" panose="02020603050405020304" pitchFamily="18" charset="0"/>
                <a:cs typeface="Times New Roman" panose="02020603050405020304" pitchFamily="18" charset="0"/>
              </a:rPr>
              <a:t>Nách</a:t>
            </a:r>
            <a:r>
              <a:rPr lang="en-US" sz="2200" dirty="0" smtClean="0">
                <a:latin typeface="Times New Roman" panose="02020603050405020304" pitchFamily="18" charset="0"/>
                <a:cs typeface="Times New Roman" panose="02020603050405020304" pitchFamily="18" charset="0"/>
              </a:rPr>
              <a:t>  &gt; 37,3ºC</a:t>
            </a:r>
          </a:p>
          <a:p>
            <a:pPr lvl="1" algn="just">
              <a:lnSpc>
                <a:spcPct val="110000"/>
              </a:lnSpc>
              <a:spcBef>
                <a:spcPts val="600"/>
              </a:spcBef>
              <a:buFont typeface="Wingdings" pitchFamily="2" charset="2"/>
              <a:buChar char="Ø"/>
            </a:pPr>
            <a:r>
              <a:rPr lang="en-US" sz="2200" dirty="0" err="1" smtClean="0">
                <a:latin typeface="Times New Roman" panose="02020603050405020304" pitchFamily="18" charset="0"/>
                <a:cs typeface="Times New Roman" panose="02020603050405020304" pitchFamily="18" charset="0"/>
              </a:rPr>
              <a:t>Miệng</a:t>
            </a:r>
            <a:r>
              <a:rPr lang="en-US" sz="2200" dirty="0" smtClean="0">
                <a:latin typeface="Times New Roman" panose="02020603050405020304" pitchFamily="18" charset="0"/>
                <a:cs typeface="Times New Roman" panose="02020603050405020304" pitchFamily="18" charset="0"/>
              </a:rPr>
              <a:t> &gt;37,5ºC</a:t>
            </a:r>
          </a:p>
          <a:p>
            <a:pPr lvl="1" algn="just">
              <a:lnSpc>
                <a:spcPct val="110000"/>
              </a:lnSpc>
              <a:spcBef>
                <a:spcPts val="600"/>
              </a:spcBef>
              <a:buFont typeface="Wingdings" pitchFamily="2" charset="2"/>
              <a:buChar char="Ø"/>
            </a:pPr>
            <a:r>
              <a:rPr lang="en-US" sz="2200" dirty="0" err="1" smtClean="0">
                <a:latin typeface="Times New Roman" panose="02020603050405020304" pitchFamily="18" charset="0"/>
                <a:cs typeface="Times New Roman" panose="02020603050405020304" pitchFamily="18" charset="0"/>
              </a:rPr>
              <a:t>Màng</a:t>
            </a:r>
            <a:r>
              <a:rPr lang="en-US" sz="2200" dirty="0" smtClean="0">
                <a:latin typeface="Times New Roman" panose="02020603050405020304" pitchFamily="18" charset="0"/>
                <a:cs typeface="Times New Roman" panose="02020603050405020304" pitchFamily="18" charset="0"/>
              </a:rPr>
              <a:t> </a:t>
            </a:r>
            <a:r>
              <a:rPr lang="en-US" sz="2200" dirty="0" err="1" smtClean="0">
                <a:latin typeface="Times New Roman" panose="02020603050405020304" pitchFamily="18" charset="0"/>
                <a:cs typeface="Times New Roman" panose="02020603050405020304" pitchFamily="18" charset="0"/>
              </a:rPr>
              <a:t>nhĩ</a:t>
            </a:r>
            <a:r>
              <a:rPr lang="en-US" sz="2200" dirty="0">
                <a:latin typeface="Times New Roman" panose="02020603050405020304" pitchFamily="18" charset="0"/>
                <a:cs typeface="Times New Roman" panose="02020603050405020304" pitchFamily="18" charset="0"/>
              </a:rPr>
              <a:t> </a:t>
            </a:r>
            <a:r>
              <a:rPr lang="en-US" sz="2200" dirty="0" smtClean="0">
                <a:latin typeface="Times New Roman" panose="02020603050405020304" pitchFamily="18" charset="0"/>
                <a:cs typeface="Times New Roman" panose="02020603050405020304" pitchFamily="18" charset="0"/>
              </a:rPr>
              <a:t>tai  &gt;  38ºC</a:t>
            </a:r>
          </a:p>
          <a:p>
            <a:pPr lvl="1" algn="just">
              <a:lnSpc>
                <a:spcPct val="110000"/>
              </a:lnSpc>
              <a:spcBef>
                <a:spcPts val="600"/>
              </a:spcBef>
              <a:buFont typeface="Wingdings" pitchFamily="2" charset="2"/>
              <a:buChar char="Ø"/>
            </a:pPr>
            <a:r>
              <a:rPr lang="en-US" sz="2200" dirty="0" err="1" smtClean="0">
                <a:latin typeface="Times New Roman" panose="02020603050405020304" pitchFamily="18" charset="0"/>
                <a:cs typeface="Times New Roman" panose="02020603050405020304" pitchFamily="18" charset="0"/>
              </a:rPr>
              <a:t>Trán</a:t>
            </a:r>
            <a:r>
              <a:rPr lang="en-US" sz="2200" dirty="0" smtClean="0">
                <a:latin typeface="Times New Roman" panose="02020603050405020304" pitchFamily="18" charset="0"/>
                <a:cs typeface="Times New Roman" panose="02020603050405020304" pitchFamily="18" charset="0"/>
              </a:rPr>
              <a:t> (</a:t>
            </a:r>
            <a:r>
              <a:rPr lang="en-US" sz="2200" dirty="0" err="1" smtClean="0">
                <a:latin typeface="Times New Roman" panose="02020603050405020304" pitchFamily="18" charset="0"/>
                <a:cs typeface="Times New Roman" panose="02020603050405020304" pitchFamily="18" charset="0"/>
              </a:rPr>
              <a:t>đm</a:t>
            </a:r>
            <a:r>
              <a:rPr lang="en-US" sz="2200" dirty="0" smtClean="0">
                <a:latin typeface="Times New Roman" panose="02020603050405020304" pitchFamily="18" charset="0"/>
                <a:cs typeface="Times New Roman" panose="02020603050405020304" pitchFamily="18" charset="0"/>
              </a:rPr>
              <a:t> </a:t>
            </a:r>
            <a:r>
              <a:rPr lang="en-US" sz="2200" dirty="0" err="1" smtClean="0">
                <a:latin typeface="Times New Roman" panose="02020603050405020304" pitchFamily="18" charset="0"/>
                <a:cs typeface="Times New Roman" panose="02020603050405020304" pitchFamily="18" charset="0"/>
              </a:rPr>
              <a:t>thái</a:t>
            </a:r>
            <a:r>
              <a:rPr lang="en-US" sz="2200" dirty="0" smtClean="0">
                <a:latin typeface="Times New Roman" panose="02020603050405020304" pitchFamily="18" charset="0"/>
                <a:cs typeface="Times New Roman" panose="02020603050405020304" pitchFamily="18" charset="0"/>
              </a:rPr>
              <a:t> </a:t>
            </a:r>
            <a:r>
              <a:rPr lang="en-US" sz="2200" dirty="0" err="1" smtClean="0">
                <a:latin typeface="Times New Roman" panose="02020603050405020304" pitchFamily="18" charset="0"/>
                <a:cs typeface="Times New Roman" panose="02020603050405020304" pitchFamily="18" charset="0"/>
              </a:rPr>
              <a:t>dương</a:t>
            </a:r>
            <a:r>
              <a:rPr lang="en-US" sz="2200" dirty="0" smtClean="0">
                <a:latin typeface="Times New Roman" panose="02020603050405020304" pitchFamily="18" charset="0"/>
                <a:cs typeface="Times New Roman" panose="02020603050405020304" pitchFamily="18" charset="0"/>
              </a:rPr>
              <a:t>) &gt;38ºC</a:t>
            </a:r>
          </a:p>
        </p:txBody>
      </p:sp>
      <p:pic>
        <p:nvPicPr>
          <p:cNvPr id="6" name="Picture 5" descr="treating-fever.jpg"/>
          <p:cNvPicPr>
            <a:picLocks noChangeAspect="1"/>
          </p:cNvPicPr>
          <p:nvPr/>
        </p:nvPicPr>
        <p:blipFill>
          <a:blip r:embed="rId3" cstate="print"/>
          <a:stretch>
            <a:fillRect/>
          </a:stretch>
        </p:blipFill>
        <p:spPr>
          <a:xfrm>
            <a:off x="6228184" y="4149080"/>
            <a:ext cx="2520280" cy="2019300"/>
          </a:xfrm>
          <a:prstGeom prst="rect">
            <a:avLst/>
          </a:prstGeom>
        </p:spPr>
      </p:pic>
    </p:spTree>
    <p:extLst>
      <p:ext uri="{BB962C8B-B14F-4D97-AF65-F5344CB8AC3E}">
        <p14:creationId xmlns:p14="http://schemas.microsoft.com/office/powerpoint/2010/main" xmlns="" val="1993364874"/>
      </p:ext>
    </p:extLst>
  </p:cSld>
  <p:clrMapOvr>
    <a:masterClrMapping/>
  </p:clrMapOvr>
  <p:transition spd="slow">
    <p:randomBa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diamond(in)">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8" presetClass="entr" presetSubtype="16"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diamond(in)">
                                      <p:cBhvr>
                                        <p:cTn id="12" dur="2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down)">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wipe(down)">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wipe(down)">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wipe(down)">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wipe(down)">
                                      <p:cBhvr>
                                        <p:cTn id="37"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544" y="332656"/>
            <a:ext cx="8229600" cy="1082384"/>
          </a:xfrm>
        </p:spPr>
        <p:txBody>
          <a:bodyPr/>
          <a:lstStyle/>
          <a:p>
            <a:pPr algn="ctr"/>
            <a:r>
              <a:rPr lang="en-US" b="1" dirty="0" smtClean="0">
                <a:solidFill>
                  <a:srgbClr val="FF0000"/>
                </a:solidFill>
                <a:latin typeface="Times New Roman" pitchFamily="18" charset="0"/>
                <a:cs typeface="Times New Roman" pitchFamily="18" charset="0"/>
              </a:rPr>
              <a:t>NGUYÊN NHÂN GÂY SỐT</a:t>
            </a:r>
            <a:endParaRPr lang="en-US" b="1" dirty="0">
              <a:solidFill>
                <a:srgbClr val="FF0000"/>
              </a:solidFill>
              <a:latin typeface="Times New Roman" pitchFamily="18" charset="0"/>
              <a:cs typeface="Times New Roman" pitchFamily="18" charset="0"/>
            </a:endParaRPr>
          </a:p>
        </p:txBody>
      </p:sp>
      <p:sp>
        <p:nvSpPr>
          <p:cNvPr id="4" name="Content Placeholder 3"/>
          <p:cNvSpPr>
            <a:spLocks noGrp="1"/>
          </p:cNvSpPr>
          <p:nvPr>
            <p:ph idx="1"/>
          </p:nvPr>
        </p:nvSpPr>
        <p:spPr>
          <a:xfrm>
            <a:off x="457200" y="1628800"/>
            <a:ext cx="8229600" cy="5040560"/>
          </a:xfrm>
        </p:spPr>
        <p:txBody>
          <a:bodyPr>
            <a:normAutofit fontScale="85000" lnSpcReduction="20000"/>
          </a:bodyPr>
          <a:lstStyle/>
          <a:p>
            <a:pPr marL="514350" indent="-514350">
              <a:buNone/>
            </a:pPr>
            <a:r>
              <a:rPr lang="en-US" sz="2800" b="1" dirty="0" smtClean="0">
                <a:latin typeface="Times New Roman" pitchFamily="18" charset="0"/>
                <a:cs typeface="Times New Roman" pitchFamily="18" charset="0"/>
              </a:rPr>
              <a:t>1. Do </a:t>
            </a:r>
            <a:r>
              <a:rPr lang="en-US" sz="2800" b="1" dirty="0" err="1" smtClean="0">
                <a:latin typeface="Times New Roman" pitchFamily="18" charset="0"/>
                <a:cs typeface="Times New Roman" pitchFamily="18" charset="0"/>
              </a:rPr>
              <a:t>nhiễm</a:t>
            </a:r>
            <a:r>
              <a:rPr lang="en-US" sz="2800" b="1" dirty="0" smtClean="0">
                <a:latin typeface="Times New Roman" pitchFamily="18" charset="0"/>
                <a:cs typeface="Times New Roman" pitchFamily="18" charset="0"/>
              </a:rPr>
              <a:t> </a:t>
            </a:r>
            <a:r>
              <a:rPr lang="en-US" sz="2800" b="1" dirty="0" err="1" smtClean="0">
                <a:latin typeface="Times New Roman" pitchFamily="18" charset="0"/>
                <a:cs typeface="Times New Roman" pitchFamily="18" charset="0"/>
              </a:rPr>
              <a:t>trùng</a:t>
            </a:r>
            <a:r>
              <a:rPr lang="en-US" dirty="0" smtClean="0">
                <a:latin typeface="Times New Roman" pitchFamily="18" charset="0"/>
                <a:cs typeface="Times New Roman" pitchFamily="18" charset="0"/>
              </a:rPr>
              <a:t>:</a:t>
            </a:r>
          </a:p>
          <a:p>
            <a:pPr marL="514350" indent="-514350">
              <a:buNone/>
            </a:pPr>
            <a:r>
              <a:rPr lang="en-US" sz="2800" dirty="0" smtClean="0">
                <a:latin typeface="Times New Roman" pitchFamily="18" charset="0"/>
                <a:cs typeface="Times New Roman" pitchFamily="18" charset="0"/>
              </a:rPr>
              <a:t>               - Vi </a:t>
            </a:r>
            <a:r>
              <a:rPr lang="en-US" sz="2800" dirty="0" err="1" smtClean="0">
                <a:latin typeface="Times New Roman" pitchFamily="18" charset="0"/>
                <a:cs typeface="Times New Roman" pitchFamily="18" charset="0"/>
              </a:rPr>
              <a:t>khuẩn</a:t>
            </a:r>
            <a:endParaRPr lang="en-US" sz="2800" dirty="0" smtClean="0">
              <a:latin typeface="Times New Roman" pitchFamily="18" charset="0"/>
              <a:cs typeface="Times New Roman" pitchFamily="18" charset="0"/>
            </a:endParaRPr>
          </a:p>
          <a:p>
            <a:pPr marL="1703070" lvl="4" indent="-514350" algn="just">
              <a:buClr>
                <a:schemeClr val="tx1"/>
              </a:buClr>
              <a:buNone/>
            </a:pPr>
            <a:r>
              <a:rPr lang="en-US" sz="2800" dirty="0" smtClean="0">
                <a:latin typeface="Times New Roman" pitchFamily="18" charset="0"/>
                <a:cs typeface="Times New Roman" pitchFamily="18" charset="0"/>
              </a:rPr>
              <a:t> - Virus</a:t>
            </a:r>
          </a:p>
          <a:p>
            <a:pPr marL="1703070" lvl="4" indent="-514350" algn="just">
              <a:buClr>
                <a:schemeClr val="tx1"/>
              </a:buClr>
              <a:buNone/>
            </a:pPr>
            <a:r>
              <a:rPr lang="en-US" sz="2800" dirty="0" smtClean="0">
                <a:latin typeface="Times New Roman" pitchFamily="18" charset="0"/>
                <a:cs typeface="Times New Roman" pitchFamily="18" charset="0"/>
              </a:rPr>
              <a:t> - </a:t>
            </a:r>
            <a:r>
              <a:rPr lang="en-US" sz="2800" dirty="0" err="1" smtClean="0">
                <a:latin typeface="Times New Roman" pitchFamily="18" charset="0"/>
                <a:cs typeface="Times New Roman" pitchFamily="18" charset="0"/>
              </a:rPr>
              <a:t>Kí</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sinh</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trùng</a:t>
            </a:r>
            <a:endParaRPr lang="en-US" sz="2800" dirty="0" smtClean="0">
              <a:latin typeface="Times New Roman" pitchFamily="18" charset="0"/>
              <a:cs typeface="Times New Roman" pitchFamily="18" charset="0"/>
            </a:endParaRPr>
          </a:p>
          <a:p>
            <a:pPr marL="1703070" lvl="4" indent="-514350" algn="just">
              <a:buClr>
                <a:schemeClr val="tx1"/>
              </a:buClr>
              <a:buNone/>
            </a:pPr>
            <a:r>
              <a:rPr lang="en-US" sz="2800" dirty="0" smtClean="0">
                <a:latin typeface="Times New Roman" pitchFamily="18" charset="0"/>
                <a:cs typeface="Times New Roman" pitchFamily="18" charset="0"/>
              </a:rPr>
              <a:t> - </a:t>
            </a:r>
            <a:r>
              <a:rPr lang="en-US" sz="2800" dirty="0" err="1" smtClean="0">
                <a:latin typeface="Times New Roman" pitchFamily="18" charset="0"/>
                <a:cs typeface="Times New Roman" pitchFamily="18" charset="0"/>
              </a:rPr>
              <a:t>Nấm</a:t>
            </a:r>
            <a:r>
              <a:rPr lang="en-US" sz="2800" dirty="0" smtClean="0">
                <a:latin typeface="Times New Roman" pitchFamily="18" charset="0"/>
                <a:cs typeface="Times New Roman" pitchFamily="18" charset="0"/>
              </a:rPr>
              <a:t>…</a:t>
            </a:r>
          </a:p>
          <a:p>
            <a:pPr marL="514350" indent="-514350">
              <a:buNone/>
            </a:pPr>
            <a:r>
              <a:rPr lang="en-US" sz="2800" b="1" dirty="0" smtClean="0">
                <a:latin typeface="Times New Roman" pitchFamily="18" charset="0"/>
                <a:cs typeface="Times New Roman" pitchFamily="18" charset="0"/>
              </a:rPr>
              <a:t>2. </a:t>
            </a:r>
            <a:r>
              <a:rPr lang="en-US" sz="2800" b="1" dirty="0" err="1" smtClean="0">
                <a:latin typeface="Times New Roman" pitchFamily="18" charset="0"/>
                <a:cs typeface="Times New Roman" pitchFamily="18" charset="0"/>
              </a:rPr>
              <a:t>Không</a:t>
            </a:r>
            <a:r>
              <a:rPr lang="en-US" sz="2800" b="1" dirty="0" smtClean="0">
                <a:latin typeface="Times New Roman" pitchFamily="18" charset="0"/>
                <a:cs typeface="Times New Roman" pitchFamily="18" charset="0"/>
              </a:rPr>
              <a:t> do </a:t>
            </a:r>
            <a:r>
              <a:rPr lang="en-US" sz="2800" b="1" dirty="0" err="1" smtClean="0">
                <a:latin typeface="Times New Roman" pitchFamily="18" charset="0"/>
                <a:cs typeface="Times New Roman" pitchFamily="18" charset="0"/>
              </a:rPr>
              <a:t>nhiễm</a:t>
            </a:r>
            <a:r>
              <a:rPr lang="en-US" sz="2800" b="1" dirty="0" smtClean="0">
                <a:latin typeface="Times New Roman" pitchFamily="18" charset="0"/>
                <a:cs typeface="Times New Roman" pitchFamily="18" charset="0"/>
              </a:rPr>
              <a:t> </a:t>
            </a:r>
            <a:r>
              <a:rPr lang="en-US" sz="2800" b="1" dirty="0" err="1" smtClean="0">
                <a:latin typeface="Times New Roman" pitchFamily="18" charset="0"/>
                <a:cs typeface="Times New Roman" pitchFamily="18" charset="0"/>
              </a:rPr>
              <a:t>trùng</a:t>
            </a:r>
            <a:r>
              <a:rPr lang="en-US" dirty="0" smtClean="0">
                <a:latin typeface="Times New Roman" pitchFamily="18" charset="0"/>
                <a:cs typeface="Times New Roman" pitchFamily="18" charset="0"/>
              </a:rPr>
              <a:t>: </a:t>
            </a:r>
          </a:p>
          <a:p>
            <a:pPr marL="1703070" lvl="4" indent="-514350">
              <a:buNone/>
            </a:pP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Bệnh</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lý</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miễn</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dịch</a:t>
            </a:r>
            <a:r>
              <a:rPr lang="en-US" sz="2800" dirty="0" smtClean="0">
                <a:latin typeface="Times New Roman" pitchFamily="18" charset="0"/>
                <a:cs typeface="Times New Roman" pitchFamily="18" charset="0"/>
              </a:rPr>
              <a:t>:  lupus ban </a:t>
            </a:r>
            <a:r>
              <a:rPr lang="en-US" sz="2800" dirty="0" err="1" smtClean="0">
                <a:latin typeface="Times New Roman" pitchFamily="18" charset="0"/>
                <a:cs typeface="Times New Roman" pitchFamily="18" charset="0"/>
              </a:rPr>
              <a:t>đỏ</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viêm</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khớp</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dạng</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thấp</a:t>
            </a:r>
            <a:r>
              <a:rPr lang="en-US" sz="2800" dirty="0" smtClean="0">
                <a:latin typeface="Times New Roman" pitchFamily="18" charset="0"/>
                <a:cs typeface="Times New Roman" pitchFamily="18" charset="0"/>
              </a:rPr>
              <a:t>,…</a:t>
            </a:r>
          </a:p>
          <a:p>
            <a:pPr marL="1703070" lvl="4" indent="-514350">
              <a:buNone/>
            </a:pP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Bệnh</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lý</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ác</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tính</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bạch</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cầu</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cấp</a:t>
            </a:r>
            <a:r>
              <a:rPr lang="en-US" sz="2800" dirty="0" smtClean="0">
                <a:latin typeface="Times New Roman" pitchFamily="18" charset="0"/>
                <a:cs typeface="Times New Roman" pitchFamily="18" charset="0"/>
              </a:rPr>
              <a:t>…</a:t>
            </a:r>
          </a:p>
          <a:p>
            <a:pPr marL="1703070" lvl="4" indent="-514350">
              <a:buNone/>
            </a:pP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Bệnh</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huyết</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tán</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hội</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chứng</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thực</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bào</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máu</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bệnh</a:t>
            </a:r>
            <a:r>
              <a:rPr lang="en-US" sz="2800" dirty="0" smtClean="0">
                <a:latin typeface="Times New Roman" pitchFamily="18" charset="0"/>
                <a:cs typeface="Times New Roman" pitchFamily="18" charset="0"/>
              </a:rPr>
              <a:t> Kawasaki, hay do </a:t>
            </a:r>
            <a:r>
              <a:rPr lang="en-US" sz="2800" dirty="0" err="1" smtClean="0">
                <a:latin typeface="Times New Roman" pitchFamily="18" charset="0"/>
                <a:cs typeface="Times New Roman" pitchFamily="18" charset="0"/>
              </a:rPr>
              <a:t>thuốc</a:t>
            </a:r>
            <a:r>
              <a:rPr lang="en-US" sz="2800" dirty="0" smtClean="0">
                <a:latin typeface="Times New Roman" pitchFamily="18" charset="0"/>
                <a:cs typeface="Times New Roman" pitchFamily="18" charset="0"/>
              </a:rPr>
              <a:t>..</a:t>
            </a:r>
          </a:p>
          <a:p>
            <a:pPr marL="1703070" lvl="4" indent="-514350">
              <a:buNone/>
            </a:pP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Sốt</a:t>
            </a:r>
            <a:r>
              <a:rPr lang="en-US" sz="2800" dirty="0" smtClean="0">
                <a:latin typeface="Times New Roman" pitchFamily="18" charset="0"/>
                <a:cs typeface="Times New Roman" pitchFamily="18" charset="0"/>
              </a:rPr>
              <a:t> do </a:t>
            </a:r>
            <a:r>
              <a:rPr lang="en-US" sz="2800" dirty="0" err="1" smtClean="0">
                <a:latin typeface="Times New Roman" pitchFamily="18" charset="0"/>
                <a:cs typeface="Times New Roman" pitchFamily="18" charset="0"/>
              </a:rPr>
              <a:t>mọc</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răng</a:t>
            </a:r>
            <a:endParaRPr lang="en-US" sz="2800" dirty="0" smtClean="0">
              <a:latin typeface="Times New Roman" pitchFamily="18" charset="0"/>
              <a:cs typeface="Times New Roman" pitchFamily="18" charset="0"/>
            </a:endParaRPr>
          </a:p>
          <a:p>
            <a:pPr marL="514350" indent="-514350">
              <a:buNone/>
            </a:pPr>
            <a:endParaRPr lang="en-US" dirty="0" smtClean="0">
              <a:latin typeface="Times New Roman" pitchFamily="18" charset="0"/>
              <a:cs typeface="Times New Roman" pitchFamily="18" charset="0"/>
            </a:endParaRPr>
          </a:p>
          <a:p>
            <a:pPr marL="514350" indent="-514350">
              <a:buNone/>
            </a:pPr>
            <a:r>
              <a:rPr lang="en-US" sz="3000" dirty="0" smtClean="0">
                <a:latin typeface="Times New Roman" pitchFamily="18" charset="0"/>
                <a:cs typeface="Times New Roman" pitchFamily="18" charset="0"/>
              </a:rPr>
              <a:t>     </a:t>
            </a:r>
            <a:endParaRPr lang="en-US" sz="2800" dirty="0">
              <a:latin typeface="Times New Roman" pitchFamily="18" charset="0"/>
              <a:cs typeface="Times New Roman" pitchFamily="18" charset="0"/>
            </a:endParaRPr>
          </a:p>
        </p:txBody>
      </p:sp>
    </p:spTree>
  </p:cSld>
  <p:clrMapOvr>
    <a:masterClrMapping/>
  </p:clrMapOvr>
  <p:transition spd="slow">
    <p:randomBa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fade">
                                      <p:cBhvr>
                                        <p:cTn id="12" dur="500"/>
                                        <p:tgtEl>
                                          <p:spTgt spid="4">
                                            <p:txEl>
                                              <p:pRg st="1" end="1"/>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animEffect transition="in" filter="fade">
                                      <p:cBhvr>
                                        <p:cTn id="15" dur="500"/>
                                        <p:tgtEl>
                                          <p:spTgt spid="4">
                                            <p:txEl>
                                              <p:pRg st="2" end="2"/>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4">
                                            <p:txEl>
                                              <p:pRg st="3" end="3"/>
                                            </p:txEl>
                                          </p:spTgt>
                                        </p:tgtEl>
                                        <p:attrNameLst>
                                          <p:attrName>style.visibility</p:attrName>
                                        </p:attrNameLst>
                                      </p:cBhvr>
                                      <p:to>
                                        <p:strVal val="visible"/>
                                      </p:to>
                                    </p:set>
                                    <p:animEffect transition="in" filter="fade">
                                      <p:cBhvr>
                                        <p:cTn id="18" dur="500"/>
                                        <p:tgtEl>
                                          <p:spTgt spid="4">
                                            <p:txEl>
                                              <p:pRg st="3" end="3"/>
                                            </p:txEl>
                                          </p:spTgt>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4">
                                            <p:txEl>
                                              <p:pRg st="4" end="4"/>
                                            </p:txEl>
                                          </p:spTgt>
                                        </p:tgtEl>
                                        <p:attrNameLst>
                                          <p:attrName>style.visibility</p:attrName>
                                        </p:attrNameLst>
                                      </p:cBhvr>
                                      <p:to>
                                        <p:strVal val="visible"/>
                                      </p:to>
                                    </p:set>
                                    <p:animEffect transition="in" filter="fade">
                                      <p:cBhvr>
                                        <p:cTn id="21" dur="500"/>
                                        <p:tgtEl>
                                          <p:spTgt spid="4">
                                            <p:txEl>
                                              <p:pRg st="4" end="4"/>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4">
                                            <p:txEl>
                                              <p:pRg st="5" end="5"/>
                                            </p:txEl>
                                          </p:spTgt>
                                        </p:tgtEl>
                                        <p:attrNameLst>
                                          <p:attrName>style.visibility</p:attrName>
                                        </p:attrNameLst>
                                      </p:cBhvr>
                                      <p:to>
                                        <p:strVal val="visible"/>
                                      </p:to>
                                    </p:set>
                                    <p:animEffect transition="in" filter="fade">
                                      <p:cBhvr>
                                        <p:cTn id="26" dur="500"/>
                                        <p:tgtEl>
                                          <p:spTgt spid="4">
                                            <p:txEl>
                                              <p:pRg st="5" end="5"/>
                                            </p:txEl>
                                          </p:spTgt>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4">
                                            <p:txEl>
                                              <p:pRg st="6" end="6"/>
                                            </p:txEl>
                                          </p:spTgt>
                                        </p:tgtEl>
                                        <p:attrNameLst>
                                          <p:attrName>style.visibility</p:attrName>
                                        </p:attrNameLst>
                                      </p:cBhvr>
                                      <p:to>
                                        <p:strVal val="visible"/>
                                      </p:to>
                                    </p:set>
                                    <p:animEffect transition="in" filter="fade">
                                      <p:cBhvr>
                                        <p:cTn id="29" dur="500"/>
                                        <p:tgtEl>
                                          <p:spTgt spid="4">
                                            <p:txEl>
                                              <p:pRg st="6" end="6"/>
                                            </p:txEl>
                                          </p:spTgt>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4">
                                            <p:txEl>
                                              <p:pRg st="7" end="7"/>
                                            </p:txEl>
                                          </p:spTgt>
                                        </p:tgtEl>
                                        <p:attrNameLst>
                                          <p:attrName>style.visibility</p:attrName>
                                        </p:attrNameLst>
                                      </p:cBhvr>
                                      <p:to>
                                        <p:strVal val="visible"/>
                                      </p:to>
                                    </p:set>
                                    <p:animEffect transition="in" filter="fade">
                                      <p:cBhvr>
                                        <p:cTn id="32" dur="500"/>
                                        <p:tgtEl>
                                          <p:spTgt spid="4">
                                            <p:txEl>
                                              <p:pRg st="7" end="7"/>
                                            </p:txEl>
                                          </p:spTgt>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4">
                                            <p:txEl>
                                              <p:pRg st="8" end="8"/>
                                            </p:txEl>
                                          </p:spTgt>
                                        </p:tgtEl>
                                        <p:attrNameLst>
                                          <p:attrName>style.visibility</p:attrName>
                                        </p:attrNameLst>
                                      </p:cBhvr>
                                      <p:to>
                                        <p:strVal val="visible"/>
                                      </p:to>
                                    </p:set>
                                    <p:animEffect transition="in" filter="fade">
                                      <p:cBhvr>
                                        <p:cTn id="35" dur="500"/>
                                        <p:tgtEl>
                                          <p:spTgt spid="4">
                                            <p:txEl>
                                              <p:pRg st="8" end="8"/>
                                            </p:txEl>
                                          </p:spTgt>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4">
                                            <p:txEl>
                                              <p:pRg st="9" end="9"/>
                                            </p:txEl>
                                          </p:spTgt>
                                        </p:tgtEl>
                                        <p:attrNameLst>
                                          <p:attrName>style.visibility</p:attrName>
                                        </p:attrNameLst>
                                      </p:cBhvr>
                                      <p:to>
                                        <p:strVal val="visible"/>
                                      </p:to>
                                    </p:set>
                                    <p:animEffect transition="in" filter="fade">
                                      <p:cBhvr>
                                        <p:cTn id="38" dur="500"/>
                                        <p:tgtEl>
                                          <p:spTgt spid="4">
                                            <p:txEl>
                                              <p:pRg st="9" end="9"/>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grpId="0" nodeType="clickEffect">
                                  <p:stCondLst>
                                    <p:cond delay="0"/>
                                  </p:stCondLst>
                                  <p:childTnLst>
                                    <p:set>
                                      <p:cBhvr>
                                        <p:cTn id="42" dur="1" fill="hold">
                                          <p:stCondLst>
                                            <p:cond delay="0"/>
                                          </p:stCondLst>
                                        </p:cTn>
                                        <p:tgtEl>
                                          <p:spTgt spid="4">
                                            <p:txEl>
                                              <p:pRg st="11" end="11"/>
                                            </p:txEl>
                                          </p:spTgt>
                                        </p:tgtEl>
                                        <p:attrNameLst>
                                          <p:attrName>style.visibility</p:attrName>
                                        </p:attrNameLst>
                                      </p:cBhvr>
                                      <p:to>
                                        <p:strVal val="visible"/>
                                      </p:to>
                                    </p:set>
                                    <p:animEffect transition="in" filter="fade">
                                      <p:cBhvr>
                                        <p:cTn id="43" dur="500"/>
                                        <p:tgtEl>
                                          <p:spTgt spid="4">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43608" y="404664"/>
            <a:ext cx="8100392" cy="936104"/>
          </a:xfrm>
        </p:spPr>
        <p:txBody>
          <a:bodyPr>
            <a:normAutofit fontScale="90000"/>
          </a:bodyPr>
          <a:lstStyle/>
          <a:p>
            <a:r>
              <a:rPr lang="en-US" b="1" dirty="0" err="1" smtClean="0">
                <a:latin typeface="Times New Roman" pitchFamily="18" charset="0"/>
                <a:cs typeface="Times New Roman" pitchFamily="18" charset="0"/>
              </a:rPr>
              <a:t>Một</a:t>
            </a:r>
            <a:r>
              <a:rPr lang="en-US" b="1" dirty="0" smtClean="0">
                <a:latin typeface="Times New Roman" pitchFamily="18" charset="0"/>
                <a:cs typeface="Times New Roman" pitchFamily="18" charset="0"/>
              </a:rPr>
              <a:t> </a:t>
            </a:r>
            <a:r>
              <a:rPr lang="en-US" b="1" dirty="0" err="1" smtClean="0">
                <a:latin typeface="Times New Roman" pitchFamily="18" charset="0"/>
                <a:cs typeface="Times New Roman" pitchFamily="18" charset="0"/>
              </a:rPr>
              <a:t>số</a:t>
            </a:r>
            <a:r>
              <a:rPr lang="en-US" b="1" dirty="0" smtClean="0">
                <a:latin typeface="Times New Roman" pitchFamily="18" charset="0"/>
                <a:cs typeface="Times New Roman" pitchFamily="18" charset="0"/>
              </a:rPr>
              <a:t> </a:t>
            </a:r>
            <a:r>
              <a:rPr lang="en-US" b="1" dirty="0" err="1" smtClean="0">
                <a:latin typeface="Times New Roman" pitchFamily="18" charset="0"/>
                <a:cs typeface="Times New Roman" pitchFamily="18" charset="0"/>
              </a:rPr>
              <a:t>n</a:t>
            </a:r>
            <a:r>
              <a:rPr lang="en-US" b="1" dirty="0" err="1" smtClean="0">
                <a:solidFill>
                  <a:srgbClr val="FF0000"/>
                </a:solidFill>
                <a:latin typeface="Times New Roman" pitchFamily="18" charset="0"/>
                <a:cs typeface="Times New Roman" pitchFamily="18" charset="0"/>
              </a:rPr>
              <a:t>guyên</a:t>
            </a:r>
            <a:r>
              <a:rPr lang="en-US" b="1" dirty="0" smtClean="0">
                <a:latin typeface="Times New Roman" pitchFamily="18" charset="0"/>
                <a:cs typeface="Times New Roman" pitchFamily="18" charset="0"/>
              </a:rPr>
              <a:t> </a:t>
            </a:r>
            <a:r>
              <a:rPr lang="en-US" b="1" dirty="0" err="1">
                <a:latin typeface="Times New Roman" pitchFamily="18" charset="0"/>
                <a:cs typeface="Times New Roman" pitchFamily="18" charset="0"/>
              </a:rPr>
              <a:t>n</a:t>
            </a:r>
            <a:r>
              <a:rPr lang="en-US" b="1" dirty="0" err="1" smtClean="0">
                <a:solidFill>
                  <a:srgbClr val="FF0000"/>
                </a:solidFill>
                <a:latin typeface="Times New Roman" pitchFamily="18" charset="0"/>
                <a:cs typeface="Times New Roman" pitchFamily="18" charset="0"/>
              </a:rPr>
              <a:t>hân</a:t>
            </a:r>
            <a:r>
              <a:rPr lang="en-US" b="1" dirty="0" smtClean="0">
                <a:solidFill>
                  <a:srgbClr val="FF0000"/>
                </a:solidFill>
                <a:latin typeface="Times New Roman" pitchFamily="18" charset="0"/>
                <a:cs typeface="Times New Roman" pitchFamily="18" charset="0"/>
              </a:rPr>
              <a:t> </a:t>
            </a:r>
            <a:r>
              <a:rPr lang="en-US" b="1" dirty="0" err="1">
                <a:latin typeface="Times New Roman" pitchFamily="18" charset="0"/>
                <a:cs typeface="Times New Roman" pitchFamily="18" charset="0"/>
              </a:rPr>
              <a:t>t</a:t>
            </a:r>
            <a:r>
              <a:rPr lang="en-US" b="1" dirty="0" err="1" smtClean="0">
                <a:solidFill>
                  <a:srgbClr val="FF0000"/>
                </a:solidFill>
                <a:latin typeface="Times New Roman" pitchFamily="18" charset="0"/>
                <a:cs typeface="Times New Roman" pitchFamily="18" charset="0"/>
              </a:rPr>
              <a:t>hường</a:t>
            </a:r>
            <a:r>
              <a:rPr lang="en-US" b="1" dirty="0" smtClean="0">
                <a:solidFill>
                  <a:srgbClr val="FF0000"/>
                </a:solidFill>
                <a:latin typeface="Times New Roman" pitchFamily="18" charset="0"/>
                <a:cs typeface="Times New Roman" pitchFamily="18" charset="0"/>
              </a:rPr>
              <a:t> </a:t>
            </a:r>
            <a:r>
              <a:rPr lang="en-US" b="1" dirty="0" err="1" smtClean="0">
                <a:latin typeface="Times New Roman" pitchFamily="18" charset="0"/>
                <a:cs typeface="Times New Roman" pitchFamily="18" charset="0"/>
              </a:rPr>
              <a:t>g</a:t>
            </a:r>
            <a:r>
              <a:rPr lang="en-US" b="1" dirty="0" err="1" smtClean="0">
                <a:solidFill>
                  <a:srgbClr val="FF0000"/>
                </a:solidFill>
                <a:latin typeface="Times New Roman" pitchFamily="18" charset="0"/>
                <a:cs typeface="Times New Roman" pitchFamily="18" charset="0"/>
              </a:rPr>
              <a:t>ặp</a:t>
            </a:r>
            <a:endParaRPr lang="en-US" b="1" dirty="0">
              <a:solidFill>
                <a:srgbClr val="FF0000"/>
              </a:solidFill>
              <a:latin typeface="Times New Roman" pitchFamily="18" charset="0"/>
              <a:cs typeface="Times New Roman" pitchFamily="18" charset="0"/>
            </a:endParaRPr>
          </a:p>
        </p:txBody>
      </p:sp>
      <p:sp>
        <p:nvSpPr>
          <p:cNvPr id="3" name="Content Placeholder 2"/>
          <p:cNvSpPr>
            <a:spLocks noGrp="1"/>
          </p:cNvSpPr>
          <p:nvPr>
            <p:ph sz="half" idx="1"/>
          </p:nvPr>
        </p:nvSpPr>
        <p:spPr/>
        <p:txBody>
          <a:bodyPr/>
          <a:lstStyle/>
          <a:p>
            <a:pPr>
              <a:buFont typeface="Wingdings" pitchFamily="2" charset="2"/>
              <a:buChar char="v"/>
            </a:pPr>
            <a:r>
              <a:rPr lang="en-US" dirty="0" err="1" smtClean="0"/>
              <a:t>Sốt</a:t>
            </a:r>
            <a:r>
              <a:rPr lang="en-US" dirty="0" smtClean="0"/>
              <a:t> &lt;7 </a:t>
            </a:r>
            <a:r>
              <a:rPr lang="en-US" dirty="0" err="1" smtClean="0"/>
              <a:t>ngày</a:t>
            </a:r>
            <a:endParaRPr lang="en-US" i="1" dirty="0" smtClean="0"/>
          </a:p>
          <a:p>
            <a:r>
              <a:rPr lang="en-US" dirty="0" err="1" smtClean="0"/>
              <a:t>Viêm</a:t>
            </a:r>
            <a:r>
              <a:rPr lang="en-US" dirty="0" smtClean="0"/>
              <a:t> </a:t>
            </a:r>
            <a:r>
              <a:rPr lang="en-US" dirty="0" err="1" smtClean="0"/>
              <a:t>đường</a:t>
            </a:r>
            <a:r>
              <a:rPr lang="en-US" dirty="0" smtClean="0"/>
              <a:t> </a:t>
            </a:r>
            <a:r>
              <a:rPr lang="en-US" dirty="0" err="1" smtClean="0"/>
              <a:t>hô</a:t>
            </a:r>
            <a:r>
              <a:rPr lang="en-US" dirty="0" smtClean="0"/>
              <a:t> </a:t>
            </a:r>
            <a:r>
              <a:rPr lang="en-US" dirty="0" err="1" smtClean="0"/>
              <a:t>hấp</a:t>
            </a:r>
            <a:r>
              <a:rPr lang="en-US" dirty="0" smtClean="0"/>
              <a:t> </a:t>
            </a:r>
            <a:r>
              <a:rPr lang="en-US" dirty="0" err="1" smtClean="0"/>
              <a:t>trên</a:t>
            </a:r>
            <a:r>
              <a:rPr lang="en-US" dirty="0" smtClean="0"/>
              <a:t>/ </a:t>
            </a:r>
            <a:r>
              <a:rPr lang="en-US" dirty="0" err="1" smtClean="0"/>
              <a:t>dưới</a:t>
            </a:r>
            <a:endParaRPr lang="en-US" i="1" dirty="0" smtClean="0"/>
          </a:p>
          <a:p>
            <a:r>
              <a:rPr lang="en-US" dirty="0" err="1" smtClean="0"/>
              <a:t>Sốt</a:t>
            </a:r>
            <a:r>
              <a:rPr lang="en-US" dirty="0" smtClean="0"/>
              <a:t> </a:t>
            </a:r>
            <a:r>
              <a:rPr lang="en-US" dirty="0" err="1" smtClean="0"/>
              <a:t>xuất</a:t>
            </a:r>
            <a:r>
              <a:rPr lang="en-US" dirty="0" smtClean="0"/>
              <a:t> </a:t>
            </a:r>
            <a:r>
              <a:rPr lang="en-US" dirty="0" err="1" smtClean="0"/>
              <a:t>huyết</a:t>
            </a:r>
            <a:endParaRPr lang="en-US" i="1" dirty="0" smtClean="0"/>
          </a:p>
          <a:p>
            <a:r>
              <a:rPr lang="en-US" dirty="0" err="1" smtClean="0"/>
              <a:t>Sởi</a:t>
            </a:r>
            <a:endParaRPr lang="en-US" i="1" dirty="0" smtClean="0"/>
          </a:p>
          <a:p>
            <a:r>
              <a:rPr lang="en-US" dirty="0" err="1" smtClean="0"/>
              <a:t>Nhiễm</a:t>
            </a:r>
            <a:r>
              <a:rPr lang="en-US" dirty="0" smtClean="0"/>
              <a:t> </a:t>
            </a:r>
            <a:r>
              <a:rPr lang="en-US" dirty="0" err="1" smtClean="0"/>
              <a:t>trùng</a:t>
            </a:r>
            <a:r>
              <a:rPr lang="en-US" dirty="0" smtClean="0"/>
              <a:t> </a:t>
            </a:r>
            <a:r>
              <a:rPr lang="en-US" dirty="0" err="1" smtClean="0"/>
              <a:t>huyết</a:t>
            </a:r>
            <a:endParaRPr lang="en-US" i="1" dirty="0" smtClean="0"/>
          </a:p>
          <a:p>
            <a:r>
              <a:rPr lang="en-US" dirty="0" err="1" smtClean="0"/>
              <a:t>Nhiễm</a:t>
            </a:r>
            <a:r>
              <a:rPr lang="en-US" dirty="0" smtClean="0"/>
              <a:t> </a:t>
            </a:r>
            <a:r>
              <a:rPr lang="en-US" dirty="0" err="1" smtClean="0"/>
              <a:t>trùng</a:t>
            </a:r>
            <a:r>
              <a:rPr lang="en-US" dirty="0" smtClean="0"/>
              <a:t> </a:t>
            </a:r>
            <a:r>
              <a:rPr lang="en-US" dirty="0" err="1" smtClean="0"/>
              <a:t>tiểu</a:t>
            </a:r>
            <a:endParaRPr lang="en-US" i="1" dirty="0" smtClean="0"/>
          </a:p>
          <a:p>
            <a:r>
              <a:rPr lang="en-US" dirty="0" err="1" smtClean="0"/>
              <a:t>Viêm</a:t>
            </a:r>
            <a:r>
              <a:rPr lang="en-US" dirty="0" smtClean="0"/>
              <a:t> </a:t>
            </a:r>
            <a:r>
              <a:rPr lang="en-US" dirty="0" err="1" smtClean="0"/>
              <a:t>màng</a:t>
            </a:r>
            <a:r>
              <a:rPr lang="en-US" dirty="0" smtClean="0"/>
              <a:t> </a:t>
            </a:r>
            <a:r>
              <a:rPr lang="en-US" dirty="0" err="1" smtClean="0"/>
              <a:t>não</a:t>
            </a:r>
            <a:endParaRPr lang="en-US" i="1" dirty="0" smtClean="0"/>
          </a:p>
          <a:p>
            <a:r>
              <a:rPr lang="en-US" dirty="0" err="1" smtClean="0"/>
              <a:t>Sốt</a:t>
            </a:r>
            <a:r>
              <a:rPr lang="en-US" dirty="0" smtClean="0"/>
              <a:t> </a:t>
            </a:r>
            <a:r>
              <a:rPr lang="en-US" dirty="0" err="1" smtClean="0"/>
              <a:t>rét</a:t>
            </a:r>
            <a:endParaRPr lang="en-US" i="1" dirty="0" smtClean="0"/>
          </a:p>
          <a:p>
            <a:endParaRPr lang="en-US" dirty="0"/>
          </a:p>
        </p:txBody>
      </p:sp>
      <p:sp>
        <p:nvSpPr>
          <p:cNvPr id="4" name="Content Placeholder 3"/>
          <p:cNvSpPr>
            <a:spLocks noGrp="1"/>
          </p:cNvSpPr>
          <p:nvPr>
            <p:ph sz="half" idx="2"/>
          </p:nvPr>
        </p:nvSpPr>
        <p:spPr/>
        <p:txBody>
          <a:bodyPr/>
          <a:lstStyle/>
          <a:p>
            <a:pPr>
              <a:buFont typeface="Wingdings" pitchFamily="2" charset="2"/>
              <a:buChar char="v"/>
            </a:pPr>
            <a:r>
              <a:rPr lang="en-US" dirty="0" err="1" smtClean="0"/>
              <a:t>Sốt</a:t>
            </a:r>
            <a:r>
              <a:rPr lang="en-US" dirty="0" smtClean="0"/>
              <a:t> &gt;7 </a:t>
            </a:r>
            <a:r>
              <a:rPr lang="en-US" dirty="0" err="1" smtClean="0"/>
              <a:t>ngày</a:t>
            </a:r>
            <a:r>
              <a:rPr lang="en-US" dirty="0" smtClean="0"/>
              <a:t> (</a:t>
            </a:r>
            <a:r>
              <a:rPr lang="en-US" dirty="0" err="1" smtClean="0"/>
              <a:t>sốt</a:t>
            </a:r>
            <a:r>
              <a:rPr lang="en-US" dirty="0" smtClean="0"/>
              <a:t> </a:t>
            </a:r>
            <a:r>
              <a:rPr lang="en-US" dirty="0" err="1" smtClean="0"/>
              <a:t>kéo</a:t>
            </a:r>
            <a:r>
              <a:rPr lang="en-US" dirty="0" smtClean="0"/>
              <a:t> </a:t>
            </a:r>
            <a:r>
              <a:rPr lang="en-US" dirty="0" err="1" smtClean="0"/>
              <a:t>dài</a:t>
            </a:r>
            <a:r>
              <a:rPr lang="en-US" dirty="0" smtClean="0"/>
              <a:t>)</a:t>
            </a:r>
            <a:endParaRPr lang="en-US" i="1" dirty="0" smtClean="0"/>
          </a:p>
          <a:p>
            <a:r>
              <a:rPr lang="en-US" dirty="0" err="1" smtClean="0"/>
              <a:t>Sốt</a:t>
            </a:r>
            <a:r>
              <a:rPr lang="en-US" dirty="0" smtClean="0"/>
              <a:t> </a:t>
            </a:r>
            <a:r>
              <a:rPr lang="en-US" dirty="0" err="1" smtClean="0"/>
              <a:t>rét</a:t>
            </a:r>
            <a:endParaRPr lang="en-US" i="1" dirty="0" smtClean="0"/>
          </a:p>
          <a:p>
            <a:r>
              <a:rPr lang="en-US" dirty="0" err="1" smtClean="0"/>
              <a:t>Thương</a:t>
            </a:r>
            <a:r>
              <a:rPr lang="en-US" dirty="0" smtClean="0"/>
              <a:t> </a:t>
            </a:r>
            <a:r>
              <a:rPr lang="en-US" dirty="0" err="1" smtClean="0"/>
              <a:t>hàn</a:t>
            </a:r>
            <a:endParaRPr lang="en-US" i="1" dirty="0" smtClean="0"/>
          </a:p>
          <a:p>
            <a:r>
              <a:rPr lang="en-US" dirty="0" err="1" smtClean="0"/>
              <a:t>Nhiễm</a:t>
            </a:r>
            <a:r>
              <a:rPr lang="en-US" dirty="0" smtClean="0"/>
              <a:t> </a:t>
            </a:r>
            <a:r>
              <a:rPr lang="en-US" dirty="0" err="1" smtClean="0"/>
              <a:t>trùng</a:t>
            </a:r>
            <a:r>
              <a:rPr lang="en-US" dirty="0" smtClean="0"/>
              <a:t> </a:t>
            </a:r>
            <a:r>
              <a:rPr lang="en-US" dirty="0" err="1" smtClean="0"/>
              <a:t>tiểu</a:t>
            </a:r>
            <a:endParaRPr lang="en-US" i="1" dirty="0" smtClean="0"/>
          </a:p>
          <a:p>
            <a:r>
              <a:rPr lang="en-US" dirty="0" smtClean="0"/>
              <a:t>Lao</a:t>
            </a:r>
            <a:endParaRPr lang="en-US" i="1" dirty="0" smtClean="0"/>
          </a:p>
          <a:p>
            <a:r>
              <a:rPr lang="en-US" dirty="0" err="1" smtClean="0"/>
              <a:t>Bệnh</a:t>
            </a:r>
            <a:r>
              <a:rPr lang="en-US" dirty="0" smtClean="0"/>
              <a:t> </a:t>
            </a:r>
            <a:r>
              <a:rPr lang="en-US" dirty="0" err="1" smtClean="0"/>
              <a:t>tự</a:t>
            </a:r>
            <a:r>
              <a:rPr lang="en-US" dirty="0" smtClean="0"/>
              <a:t> </a:t>
            </a:r>
            <a:r>
              <a:rPr lang="en-US" dirty="0" err="1" smtClean="0"/>
              <a:t>miễn</a:t>
            </a:r>
            <a:endParaRPr lang="en-US" i="1" dirty="0" smtClean="0"/>
          </a:p>
          <a:p>
            <a:r>
              <a:rPr lang="en-US" dirty="0" err="1" smtClean="0"/>
              <a:t>Bệnh</a:t>
            </a:r>
            <a:r>
              <a:rPr lang="en-US" dirty="0" smtClean="0"/>
              <a:t> </a:t>
            </a:r>
            <a:r>
              <a:rPr lang="en-US" dirty="0" err="1" smtClean="0"/>
              <a:t>ác</a:t>
            </a:r>
            <a:r>
              <a:rPr lang="en-US" dirty="0" smtClean="0"/>
              <a:t> </a:t>
            </a:r>
            <a:r>
              <a:rPr lang="en-US" dirty="0" err="1" smtClean="0"/>
              <a:t>tính</a:t>
            </a:r>
            <a:endParaRPr lang="en-US" i="1" dirty="0" smtClean="0"/>
          </a:p>
          <a:p>
            <a:r>
              <a:rPr lang="en-US" dirty="0" err="1" smtClean="0"/>
              <a:t>Abcess</a:t>
            </a:r>
            <a:r>
              <a:rPr lang="en-US" dirty="0" smtClean="0"/>
              <a:t> </a:t>
            </a:r>
            <a:r>
              <a:rPr lang="en-US" dirty="0" err="1" smtClean="0"/>
              <a:t>sâu</a:t>
            </a:r>
            <a:endParaRPr lang="en-US" i="1" dirty="0" smtClean="0"/>
          </a:p>
          <a:p>
            <a:endParaRPr lang="en-US" dirty="0"/>
          </a:p>
        </p:txBody>
      </p:sp>
    </p:spTree>
  </p:cSld>
  <p:clrMapOvr>
    <a:masterClrMapping/>
  </p:clrMapOvr>
  <p:transition spd="slow">
    <p:randomBa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fade">
                                      <p:cBhvr>
                                        <p:cTn id="42" dur="500"/>
                                        <p:tgtEl>
                                          <p:spTgt spid="3">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4">
                                            <p:txEl>
                                              <p:pRg st="0" end="0"/>
                                            </p:txEl>
                                          </p:spTgt>
                                        </p:tgtEl>
                                        <p:attrNameLst>
                                          <p:attrName>style.visibility</p:attrName>
                                        </p:attrNameLst>
                                      </p:cBhvr>
                                      <p:to>
                                        <p:strVal val="visible"/>
                                      </p:to>
                                    </p:set>
                                    <p:animEffect transition="in" filter="fade">
                                      <p:cBhvr>
                                        <p:cTn id="47" dur="500"/>
                                        <p:tgtEl>
                                          <p:spTgt spid="4">
                                            <p:txEl>
                                              <p:pRg st="0" end="0"/>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4">
                                            <p:txEl>
                                              <p:pRg st="1" end="1"/>
                                            </p:txEl>
                                          </p:spTgt>
                                        </p:tgtEl>
                                        <p:attrNameLst>
                                          <p:attrName>style.visibility</p:attrName>
                                        </p:attrNameLst>
                                      </p:cBhvr>
                                      <p:to>
                                        <p:strVal val="visible"/>
                                      </p:to>
                                    </p:set>
                                    <p:animEffect transition="in" filter="fade">
                                      <p:cBhvr>
                                        <p:cTn id="52" dur="500"/>
                                        <p:tgtEl>
                                          <p:spTgt spid="4">
                                            <p:txEl>
                                              <p:pRg st="1" end="1"/>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4">
                                            <p:txEl>
                                              <p:pRg st="2" end="2"/>
                                            </p:txEl>
                                          </p:spTgt>
                                        </p:tgtEl>
                                        <p:attrNameLst>
                                          <p:attrName>style.visibility</p:attrName>
                                        </p:attrNameLst>
                                      </p:cBhvr>
                                      <p:to>
                                        <p:strVal val="visible"/>
                                      </p:to>
                                    </p:set>
                                    <p:animEffect transition="in" filter="fade">
                                      <p:cBhvr>
                                        <p:cTn id="57" dur="500"/>
                                        <p:tgtEl>
                                          <p:spTgt spid="4">
                                            <p:txEl>
                                              <p:pRg st="2" end="2"/>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grpId="0" nodeType="clickEffect">
                                  <p:stCondLst>
                                    <p:cond delay="0"/>
                                  </p:stCondLst>
                                  <p:childTnLst>
                                    <p:set>
                                      <p:cBhvr>
                                        <p:cTn id="61" dur="1" fill="hold">
                                          <p:stCondLst>
                                            <p:cond delay="0"/>
                                          </p:stCondLst>
                                        </p:cTn>
                                        <p:tgtEl>
                                          <p:spTgt spid="4">
                                            <p:txEl>
                                              <p:pRg st="3" end="3"/>
                                            </p:txEl>
                                          </p:spTgt>
                                        </p:tgtEl>
                                        <p:attrNameLst>
                                          <p:attrName>style.visibility</p:attrName>
                                        </p:attrNameLst>
                                      </p:cBhvr>
                                      <p:to>
                                        <p:strVal val="visible"/>
                                      </p:to>
                                    </p:set>
                                    <p:animEffect transition="in" filter="fade">
                                      <p:cBhvr>
                                        <p:cTn id="62" dur="500"/>
                                        <p:tgtEl>
                                          <p:spTgt spid="4">
                                            <p:txEl>
                                              <p:pRg st="3" end="3"/>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grpId="0" nodeType="clickEffect">
                                  <p:stCondLst>
                                    <p:cond delay="0"/>
                                  </p:stCondLst>
                                  <p:childTnLst>
                                    <p:set>
                                      <p:cBhvr>
                                        <p:cTn id="66" dur="1" fill="hold">
                                          <p:stCondLst>
                                            <p:cond delay="0"/>
                                          </p:stCondLst>
                                        </p:cTn>
                                        <p:tgtEl>
                                          <p:spTgt spid="4">
                                            <p:txEl>
                                              <p:pRg st="4" end="4"/>
                                            </p:txEl>
                                          </p:spTgt>
                                        </p:tgtEl>
                                        <p:attrNameLst>
                                          <p:attrName>style.visibility</p:attrName>
                                        </p:attrNameLst>
                                      </p:cBhvr>
                                      <p:to>
                                        <p:strVal val="visible"/>
                                      </p:to>
                                    </p:set>
                                    <p:animEffect transition="in" filter="fade">
                                      <p:cBhvr>
                                        <p:cTn id="67" dur="500"/>
                                        <p:tgtEl>
                                          <p:spTgt spid="4">
                                            <p:txEl>
                                              <p:pRg st="4" end="4"/>
                                            </p:txEl>
                                          </p:spTgt>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grpId="0" nodeType="clickEffect">
                                  <p:stCondLst>
                                    <p:cond delay="0"/>
                                  </p:stCondLst>
                                  <p:childTnLst>
                                    <p:set>
                                      <p:cBhvr>
                                        <p:cTn id="71" dur="1" fill="hold">
                                          <p:stCondLst>
                                            <p:cond delay="0"/>
                                          </p:stCondLst>
                                        </p:cTn>
                                        <p:tgtEl>
                                          <p:spTgt spid="4">
                                            <p:txEl>
                                              <p:pRg st="5" end="5"/>
                                            </p:txEl>
                                          </p:spTgt>
                                        </p:tgtEl>
                                        <p:attrNameLst>
                                          <p:attrName>style.visibility</p:attrName>
                                        </p:attrNameLst>
                                      </p:cBhvr>
                                      <p:to>
                                        <p:strVal val="visible"/>
                                      </p:to>
                                    </p:set>
                                    <p:animEffect transition="in" filter="fade">
                                      <p:cBhvr>
                                        <p:cTn id="72" dur="500"/>
                                        <p:tgtEl>
                                          <p:spTgt spid="4">
                                            <p:txEl>
                                              <p:pRg st="5" end="5"/>
                                            </p:txEl>
                                          </p:spTgt>
                                        </p:tgtEl>
                                      </p:cBhvr>
                                    </p:animEffect>
                                  </p:childTnLst>
                                </p:cTn>
                              </p:par>
                            </p:childTnLst>
                          </p:cTn>
                        </p:par>
                      </p:childTnLst>
                    </p:cTn>
                  </p:par>
                  <p:par>
                    <p:cTn id="73" fill="hold">
                      <p:stCondLst>
                        <p:cond delay="indefinite"/>
                      </p:stCondLst>
                      <p:childTnLst>
                        <p:par>
                          <p:cTn id="74" fill="hold">
                            <p:stCondLst>
                              <p:cond delay="0"/>
                            </p:stCondLst>
                            <p:childTnLst>
                              <p:par>
                                <p:cTn id="75" presetID="10" presetClass="entr" presetSubtype="0" fill="hold" grpId="0" nodeType="clickEffect">
                                  <p:stCondLst>
                                    <p:cond delay="0"/>
                                  </p:stCondLst>
                                  <p:childTnLst>
                                    <p:set>
                                      <p:cBhvr>
                                        <p:cTn id="76" dur="1" fill="hold">
                                          <p:stCondLst>
                                            <p:cond delay="0"/>
                                          </p:stCondLst>
                                        </p:cTn>
                                        <p:tgtEl>
                                          <p:spTgt spid="4">
                                            <p:txEl>
                                              <p:pRg st="6" end="6"/>
                                            </p:txEl>
                                          </p:spTgt>
                                        </p:tgtEl>
                                        <p:attrNameLst>
                                          <p:attrName>style.visibility</p:attrName>
                                        </p:attrNameLst>
                                      </p:cBhvr>
                                      <p:to>
                                        <p:strVal val="visible"/>
                                      </p:to>
                                    </p:set>
                                    <p:animEffect transition="in" filter="fade">
                                      <p:cBhvr>
                                        <p:cTn id="77" dur="500"/>
                                        <p:tgtEl>
                                          <p:spTgt spid="4">
                                            <p:txEl>
                                              <p:pRg st="6" end="6"/>
                                            </p:txEl>
                                          </p:spTgt>
                                        </p:tgtEl>
                                      </p:cBhvr>
                                    </p:animEffect>
                                  </p:childTnLst>
                                </p:cTn>
                              </p:par>
                            </p:childTnLst>
                          </p:cTn>
                        </p:par>
                      </p:childTnLst>
                    </p:cTn>
                  </p:par>
                  <p:par>
                    <p:cTn id="78" fill="hold">
                      <p:stCondLst>
                        <p:cond delay="indefinite"/>
                      </p:stCondLst>
                      <p:childTnLst>
                        <p:par>
                          <p:cTn id="79" fill="hold">
                            <p:stCondLst>
                              <p:cond delay="0"/>
                            </p:stCondLst>
                            <p:childTnLst>
                              <p:par>
                                <p:cTn id="80" presetID="10" presetClass="entr" presetSubtype="0" fill="hold" grpId="0" nodeType="clickEffect">
                                  <p:stCondLst>
                                    <p:cond delay="0"/>
                                  </p:stCondLst>
                                  <p:childTnLst>
                                    <p:set>
                                      <p:cBhvr>
                                        <p:cTn id="81" dur="1" fill="hold">
                                          <p:stCondLst>
                                            <p:cond delay="0"/>
                                          </p:stCondLst>
                                        </p:cTn>
                                        <p:tgtEl>
                                          <p:spTgt spid="4">
                                            <p:txEl>
                                              <p:pRg st="7" end="7"/>
                                            </p:txEl>
                                          </p:spTgt>
                                        </p:tgtEl>
                                        <p:attrNameLst>
                                          <p:attrName>style.visibility</p:attrName>
                                        </p:attrNameLst>
                                      </p:cBhvr>
                                      <p:to>
                                        <p:strVal val="visible"/>
                                      </p:to>
                                    </p:set>
                                    <p:animEffect transition="in" filter="fade">
                                      <p:cBhvr>
                                        <p:cTn id="82" dur="500"/>
                                        <p:tgtEl>
                                          <p:spTgt spid="4">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93204" y="188640"/>
            <a:ext cx="8229600" cy="1143000"/>
          </a:xfrm>
        </p:spPr>
        <p:txBody>
          <a:bodyPr/>
          <a:lstStyle/>
          <a:p>
            <a:pPr algn="ctr"/>
            <a:r>
              <a:rPr lang="en-US" b="1" dirty="0" smtClean="0">
                <a:solidFill>
                  <a:srgbClr val="FF0000"/>
                </a:solidFill>
                <a:latin typeface="Times New Roman" pitchFamily="18" charset="0"/>
                <a:cs typeface="Times New Roman" pitchFamily="18" charset="0"/>
              </a:rPr>
              <a:t>CƠ CHẾ BỆNH SINH</a:t>
            </a:r>
            <a:endParaRPr lang="en-US" b="1" dirty="0">
              <a:solidFill>
                <a:srgbClr val="FF0000"/>
              </a:solidFill>
              <a:latin typeface="Times New Roman" pitchFamily="18" charset="0"/>
              <a:cs typeface="Times New Roman" pitchFamily="18" charset="0"/>
            </a:endParaRPr>
          </a:p>
        </p:txBody>
      </p:sp>
      <p:pic>
        <p:nvPicPr>
          <p:cNvPr id="1026" name="Picture 2" descr="Káº¿t quáº£ hÃ¬nh áº£nh cho CÆ  CHáº¾ Sá»T"/>
          <p:cNvPicPr>
            <a:picLocks noChangeAspect="1" noChangeArrowheads="1"/>
          </p:cNvPicPr>
          <p:nvPr/>
        </p:nvPicPr>
        <p:blipFill>
          <a:blip r:embed="rId3" cstate="print"/>
          <a:srcRect/>
          <a:stretch>
            <a:fillRect/>
          </a:stretch>
        </p:blipFill>
        <p:spPr bwMode="auto">
          <a:xfrm>
            <a:off x="971600" y="1700808"/>
            <a:ext cx="7272808" cy="5040560"/>
          </a:xfrm>
          <a:prstGeom prst="rect">
            <a:avLst/>
          </a:prstGeom>
          <a:noFill/>
        </p:spPr>
      </p:pic>
    </p:spTree>
  </p:cSld>
  <p:clrMapOvr>
    <a:masterClrMapping/>
  </p:clrMapOvr>
  <p:transition spd="slow">
    <p:randomBa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026"/>
                                        </p:tgtEl>
                                        <p:attrNameLst>
                                          <p:attrName>style.visibility</p:attrName>
                                        </p:attrNameLst>
                                      </p:cBhvr>
                                      <p:to>
                                        <p:strVal val="visible"/>
                                      </p:to>
                                    </p:set>
                                    <p:anim calcmode="lin" valueType="num">
                                      <p:cBhvr additive="base">
                                        <p:cTn id="7" dur="500" fill="hold"/>
                                        <p:tgtEl>
                                          <p:spTgt spid="1026"/>
                                        </p:tgtEl>
                                        <p:attrNameLst>
                                          <p:attrName>ppt_x</p:attrName>
                                        </p:attrNameLst>
                                      </p:cBhvr>
                                      <p:tavLst>
                                        <p:tav tm="0">
                                          <p:val>
                                            <p:strVal val="#ppt_x"/>
                                          </p:val>
                                        </p:tav>
                                        <p:tav tm="100000">
                                          <p:val>
                                            <p:strVal val="#ppt_x"/>
                                          </p:val>
                                        </p:tav>
                                      </p:tavLst>
                                    </p:anim>
                                    <p:anim calcmode="lin" valueType="num">
                                      <p:cBhvr additive="base">
                                        <p:cTn id="8" dur="500" fill="hold"/>
                                        <p:tgtEl>
                                          <p:spTgt spid="102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544" y="476672"/>
            <a:ext cx="8229600" cy="1143000"/>
          </a:xfrm>
        </p:spPr>
        <p:txBody>
          <a:bodyPr/>
          <a:lstStyle/>
          <a:p>
            <a:pPr algn="ctr"/>
            <a:r>
              <a:rPr lang="en-US" b="1" dirty="0" smtClean="0">
                <a:solidFill>
                  <a:srgbClr val="FF0000"/>
                </a:solidFill>
                <a:latin typeface="Times New Roman" pitchFamily="18" charset="0"/>
                <a:cs typeface="Times New Roman" pitchFamily="18" charset="0"/>
              </a:rPr>
              <a:t>GIAI ĐOẠN</a:t>
            </a:r>
            <a:endParaRPr lang="en-US" b="1" dirty="0">
              <a:solidFill>
                <a:srgbClr val="FF0000"/>
              </a:solidFill>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a:bodyPr>
          <a:lstStyle/>
          <a:p>
            <a:r>
              <a:rPr lang="en-US" sz="2800" b="1" dirty="0" err="1" smtClean="0">
                <a:latin typeface="Times New Roman" pitchFamily="18" charset="0"/>
                <a:cs typeface="Times New Roman" pitchFamily="18" charset="0"/>
              </a:rPr>
              <a:t>Sốt</a:t>
            </a:r>
            <a:r>
              <a:rPr lang="en-US" sz="2800" b="1" dirty="0" smtClean="0">
                <a:latin typeface="Times New Roman" pitchFamily="18" charset="0"/>
                <a:cs typeface="Times New Roman" pitchFamily="18" charset="0"/>
              </a:rPr>
              <a:t> </a:t>
            </a:r>
            <a:r>
              <a:rPr lang="en-US" sz="2800" b="1" dirty="0" err="1" smtClean="0">
                <a:latin typeface="Times New Roman" pitchFamily="18" charset="0"/>
                <a:cs typeface="Times New Roman" pitchFamily="18" charset="0"/>
              </a:rPr>
              <a:t>tăng</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tăng</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thân</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nhiệt</a:t>
            </a:r>
            <a:endParaRPr lang="en-US" sz="2600" dirty="0">
              <a:latin typeface="Times New Roman" pitchFamily="18" charset="0"/>
              <a:cs typeface="Times New Roman" pitchFamily="18" charset="0"/>
            </a:endParaRPr>
          </a:p>
          <a:p>
            <a:pPr lvl="3">
              <a:buFontTx/>
              <a:buChar char="-"/>
            </a:pPr>
            <a:r>
              <a:rPr lang="en-US" sz="2600" dirty="0" err="1" smtClean="0">
                <a:latin typeface="Times New Roman" pitchFamily="18" charset="0"/>
                <a:cs typeface="Times New Roman" pitchFamily="18" charset="0"/>
              </a:rPr>
              <a:t>sinh</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nhiệt</a:t>
            </a:r>
            <a:r>
              <a:rPr lang="en-US" sz="2600" dirty="0" smtClean="0">
                <a:latin typeface="Times New Roman" pitchFamily="18" charset="0"/>
                <a:cs typeface="Times New Roman" pitchFamily="18" charset="0"/>
              </a:rPr>
              <a:t>/</a:t>
            </a:r>
            <a:r>
              <a:rPr lang="en-US" sz="2600" dirty="0" err="1" smtClean="0">
                <a:latin typeface="Times New Roman" pitchFamily="18" charset="0"/>
                <a:cs typeface="Times New Roman" pitchFamily="18" charset="0"/>
              </a:rPr>
              <a:t>thải</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nhiệt</a:t>
            </a:r>
            <a:r>
              <a:rPr lang="en-US" sz="2600" dirty="0" smtClean="0">
                <a:latin typeface="Times New Roman" pitchFamily="18" charset="0"/>
                <a:cs typeface="Times New Roman" pitchFamily="18" charset="0"/>
              </a:rPr>
              <a:t> &gt; 1</a:t>
            </a:r>
          </a:p>
          <a:p>
            <a:pPr lvl="3">
              <a:buFontTx/>
              <a:buChar char="-"/>
            </a:pPr>
            <a:r>
              <a:rPr lang="en-US" sz="2600" dirty="0" err="1" smtClean="0">
                <a:latin typeface="Times New Roman" pitchFamily="18" charset="0"/>
                <a:cs typeface="Times New Roman" pitchFamily="18" charset="0"/>
              </a:rPr>
              <a:t>sử</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dụng</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thuốc</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hạ</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nhiệt</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hầu</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như</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không</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tác</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dụng</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chườm</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ấm</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hầu</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như</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không</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hiệu</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quả</a:t>
            </a:r>
            <a:r>
              <a:rPr lang="en-US" sz="2600" dirty="0" smtClean="0">
                <a:latin typeface="Times New Roman" pitchFamily="18" charset="0"/>
                <a:cs typeface="Times New Roman" pitchFamily="18" charset="0"/>
              </a:rPr>
              <a:t>.</a:t>
            </a:r>
          </a:p>
          <a:p>
            <a:r>
              <a:rPr lang="en-US" sz="2800" b="1" dirty="0" err="1" smtClean="0">
                <a:latin typeface="Times New Roman" pitchFamily="18" charset="0"/>
                <a:cs typeface="Times New Roman" pitchFamily="18" charset="0"/>
              </a:rPr>
              <a:t>Sốt</a:t>
            </a:r>
            <a:r>
              <a:rPr lang="en-US" sz="2800" b="1" dirty="0" smtClean="0">
                <a:latin typeface="Times New Roman" pitchFamily="18" charset="0"/>
                <a:cs typeface="Times New Roman" pitchFamily="18" charset="0"/>
              </a:rPr>
              <a:t> </a:t>
            </a:r>
            <a:r>
              <a:rPr lang="en-US" sz="2800" b="1" dirty="0" err="1" smtClean="0">
                <a:latin typeface="Times New Roman" pitchFamily="18" charset="0"/>
                <a:cs typeface="Times New Roman" pitchFamily="18" charset="0"/>
              </a:rPr>
              <a:t>đứng</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thân</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nhiệt</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ổn</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định</a:t>
            </a:r>
            <a:r>
              <a:rPr lang="en-US" sz="2600" dirty="0" smtClean="0">
                <a:latin typeface="Times New Roman" pitchFamily="18" charset="0"/>
                <a:cs typeface="Times New Roman" pitchFamily="18" charset="0"/>
              </a:rPr>
              <a:t> ở </a:t>
            </a:r>
            <a:r>
              <a:rPr lang="en-US" sz="2600" dirty="0" err="1" smtClean="0">
                <a:latin typeface="Times New Roman" pitchFamily="18" charset="0"/>
                <a:cs typeface="Times New Roman" pitchFamily="18" charset="0"/>
              </a:rPr>
              <a:t>mức</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cao</a:t>
            </a:r>
            <a:endParaRPr lang="en-US" sz="2600" dirty="0">
              <a:latin typeface="Times New Roman" pitchFamily="18" charset="0"/>
              <a:cs typeface="Times New Roman" pitchFamily="18" charset="0"/>
            </a:endParaRPr>
          </a:p>
          <a:p>
            <a:pPr lvl="2">
              <a:buNone/>
            </a:pPr>
            <a:r>
              <a:rPr lang="en-US" sz="1800" dirty="0" smtClean="0">
                <a:latin typeface="Times New Roman" pitchFamily="18" charset="0"/>
                <a:cs typeface="Times New Roman" pitchFamily="18" charset="0"/>
              </a:rPr>
              <a:t>	</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sinh</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nhiệt</a:t>
            </a:r>
            <a:r>
              <a:rPr lang="en-US" sz="2600" dirty="0" smtClean="0">
                <a:latin typeface="Times New Roman" pitchFamily="18" charset="0"/>
                <a:cs typeface="Times New Roman" pitchFamily="18" charset="0"/>
              </a:rPr>
              <a:t>/</a:t>
            </a:r>
            <a:r>
              <a:rPr lang="en-US" sz="2600" dirty="0" err="1" smtClean="0">
                <a:latin typeface="Times New Roman" pitchFamily="18" charset="0"/>
                <a:cs typeface="Times New Roman" pitchFamily="18" charset="0"/>
              </a:rPr>
              <a:t>thải</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nhiệt</a:t>
            </a:r>
            <a:r>
              <a:rPr lang="en-US" sz="2600" dirty="0" smtClean="0">
                <a:latin typeface="Times New Roman" pitchFamily="18" charset="0"/>
                <a:cs typeface="Times New Roman" pitchFamily="18" charset="0"/>
              </a:rPr>
              <a:t> = 1</a:t>
            </a:r>
          </a:p>
          <a:p>
            <a:pPr lvl="2">
              <a:buNone/>
            </a:pPr>
            <a:r>
              <a:rPr lang="en-US" sz="2600" dirty="0">
                <a:latin typeface="Times New Roman" pitchFamily="18" charset="0"/>
                <a:cs typeface="Times New Roman" pitchFamily="18" charset="0"/>
              </a:rPr>
              <a:t>	</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có</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thể</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sử</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dụng</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thuốc</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hạ</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nhiệt</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hoặc</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chườm</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ấm</a:t>
            </a:r>
            <a:r>
              <a:rPr lang="en-US" sz="2600" dirty="0" smtClean="0">
                <a:latin typeface="Times New Roman" pitchFamily="18" charset="0"/>
                <a:cs typeface="Times New Roman" pitchFamily="18" charset="0"/>
              </a:rPr>
              <a:t>.</a:t>
            </a:r>
          </a:p>
          <a:p>
            <a:r>
              <a:rPr lang="en-US" sz="2800" b="1" dirty="0" err="1" smtClean="0">
                <a:latin typeface="Times New Roman" pitchFamily="18" charset="0"/>
                <a:cs typeface="Times New Roman" pitchFamily="18" charset="0"/>
              </a:rPr>
              <a:t>Sốt</a:t>
            </a:r>
            <a:r>
              <a:rPr lang="en-US" sz="2800" b="1" dirty="0" smtClean="0">
                <a:latin typeface="Times New Roman" pitchFamily="18" charset="0"/>
                <a:cs typeface="Times New Roman" pitchFamily="18" charset="0"/>
              </a:rPr>
              <a:t> </a:t>
            </a:r>
            <a:r>
              <a:rPr lang="en-US" sz="2800" b="1" dirty="0" err="1" smtClean="0">
                <a:latin typeface="Times New Roman" pitchFamily="18" charset="0"/>
                <a:cs typeface="Times New Roman" pitchFamily="18" charset="0"/>
              </a:rPr>
              <a:t>lui</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thân</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nhiệt</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trở</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về</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bình</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thường</a:t>
            </a:r>
            <a:r>
              <a:rPr lang="en-US" sz="2600" dirty="0" smtClean="0">
                <a:latin typeface="Times New Roman" pitchFamily="18" charset="0"/>
                <a:cs typeface="Times New Roman" pitchFamily="18" charset="0"/>
              </a:rPr>
              <a:t>.</a:t>
            </a:r>
          </a:p>
          <a:p>
            <a:pPr lvl="4">
              <a:buNone/>
            </a:pPr>
            <a:r>
              <a:rPr lang="en-US" sz="2600" dirty="0" err="1" smtClean="0">
                <a:latin typeface="Times New Roman" pitchFamily="18" charset="0"/>
                <a:cs typeface="Times New Roman" pitchFamily="18" charset="0"/>
              </a:rPr>
              <a:t>sinh</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nhiệt</a:t>
            </a:r>
            <a:r>
              <a:rPr lang="en-US" sz="2600" dirty="0" smtClean="0">
                <a:latin typeface="Times New Roman" pitchFamily="18" charset="0"/>
                <a:cs typeface="Times New Roman" pitchFamily="18" charset="0"/>
              </a:rPr>
              <a:t>/</a:t>
            </a:r>
            <a:r>
              <a:rPr lang="en-US" sz="2600" dirty="0" err="1" smtClean="0">
                <a:latin typeface="Times New Roman" pitchFamily="18" charset="0"/>
                <a:cs typeface="Times New Roman" pitchFamily="18" charset="0"/>
              </a:rPr>
              <a:t>thải</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nhiệt</a:t>
            </a:r>
            <a:r>
              <a:rPr lang="en-US" sz="2600" dirty="0" smtClean="0">
                <a:latin typeface="Times New Roman" pitchFamily="18" charset="0"/>
                <a:cs typeface="Times New Roman" pitchFamily="18" charset="0"/>
              </a:rPr>
              <a:t> &lt; 1</a:t>
            </a:r>
          </a:p>
          <a:p>
            <a:pPr lvl="4">
              <a:buNone/>
            </a:pPr>
            <a:endParaRPr lang="en-US" dirty="0">
              <a:latin typeface="Times New Roman" pitchFamily="18" charset="0"/>
              <a:cs typeface="Times New Roman" pitchFamily="18" charset="0"/>
            </a:endParaRPr>
          </a:p>
        </p:txBody>
      </p:sp>
    </p:spTree>
  </p:cSld>
  <p:clrMapOvr>
    <a:masterClrMapping/>
  </p:clrMapOvr>
  <p:transition spd="slow">
    <p:randomBa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 calcmode="lin" valueType="num">
                                      <p:cBhvr additive="base">
                                        <p:cTn id="13"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0" end="0"/>
                                            </p:txEl>
                                          </p:spTgt>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 calcmode="lin" valueType="num">
                                      <p:cBhvr additive="base">
                                        <p:cTn id="1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 calcmode="lin" valueType="num">
                                      <p:cBhvr additive="base">
                                        <p:cTn id="21"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3">
                                            <p:txEl>
                                              <p:pRg st="3" end="3"/>
                                            </p:txEl>
                                          </p:spTgt>
                                        </p:tgtEl>
                                        <p:attrNameLst>
                                          <p:attrName>style.visibility</p:attrName>
                                        </p:attrNameLst>
                                      </p:cBhvr>
                                      <p:to>
                                        <p:strVal val="visible"/>
                                      </p:to>
                                    </p:set>
                                    <p:anim calcmode="lin" valueType="num">
                                      <p:cBhvr additive="base">
                                        <p:cTn id="27"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3" end="3"/>
                                            </p:txEl>
                                          </p:spTgt>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par>
                                <p:cTn id="33" presetID="2" presetClass="entr" presetSubtype="4" fill="hold" grpId="0" nodeType="withEffect">
                                  <p:stCondLst>
                                    <p:cond delay="0"/>
                                  </p:stCondLst>
                                  <p:childTnLst>
                                    <p:set>
                                      <p:cBhvr>
                                        <p:cTn id="34" dur="1" fill="hold">
                                          <p:stCondLst>
                                            <p:cond delay="0"/>
                                          </p:stCondLst>
                                        </p:cTn>
                                        <p:tgtEl>
                                          <p:spTgt spid="3">
                                            <p:txEl>
                                              <p:pRg st="5" end="5"/>
                                            </p:txEl>
                                          </p:spTgt>
                                        </p:tgtEl>
                                        <p:attrNameLst>
                                          <p:attrName>style.visibility</p:attrName>
                                        </p:attrNameLst>
                                      </p:cBhvr>
                                      <p:to>
                                        <p:strVal val="visible"/>
                                      </p:to>
                                    </p:set>
                                    <p:anim calcmode="lin" valueType="num">
                                      <p:cBhvr additive="base">
                                        <p:cTn id="35"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ntr" presetSubtype="4" fill="hold" grpId="0" nodeType="clickEffect">
                                  <p:stCondLst>
                                    <p:cond delay="0"/>
                                  </p:stCondLst>
                                  <p:childTnLst>
                                    <p:set>
                                      <p:cBhvr>
                                        <p:cTn id="40" dur="1" fill="hold">
                                          <p:stCondLst>
                                            <p:cond delay="0"/>
                                          </p:stCondLst>
                                        </p:cTn>
                                        <p:tgtEl>
                                          <p:spTgt spid="3">
                                            <p:txEl>
                                              <p:pRg st="6" end="6"/>
                                            </p:txEl>
                                          </p:spTgt>
                                        </p:tgtEl>
                                        <p:attrNameLst>
                                          <p:attrName>style.visibility</p:attrName>
                                        </p:attrNameLst>
                                      </p:cBhvr>
                                      <p:to>
                                        <p:strVal val="visible"/>
                                      </p:to>
                                    </p:set>
                                    <p:anim calcmode="lin" valueType="num">
                                      <p:cBhvr additive="base">
                                        <p:cTn id="41"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3">
                                            <p:txEl>
                                              <p:pRg st="6" end="6"/>
                                            </p:txEl>
                                          </p:spTgt>
                                        </p:tgtEl>
                                        <p:attrNameLst>
                                          <p:attrName>ppt_y</p:attrName>
                                        </p:attrNameLst>
                                      </p:cBhvr>
                                      <p:tavLst>
                                        <p:tav tm="0">
                                          <p:val>
                                            <p:strVal val="1+#ppt_h/2"/>
                                          </p:val>
                                        </p:tav>
                                        <p:tav tm="100000">
                                          <p:val>
                                            <p:strVal val="#ppt_y"/>
                                          </p:val>
                                        </p:tav>
                                      </p:tavLst>
                                    </p:anim>
                                  </p:childTnLst>
                                </p:cTn>
                              </p:par>
                              <p:par>
                                <p:cTn id="43" presetID="2" presetClass="entr" presetSubtype="4" fill="hold" grpId="0" nodeType="withEffect">
                                  <p:stCondLst>
                                    <p:cond delay="0"/>
                                  </p:stCondLst>
                                  <p:childTnLst>
                                    <p:set>
                                      <p:cBhvr>
                                        <p:cTn id="44" dur="1" fill="hold">
                                          <p:stCondLst>
                                            <p:cond delay="0"/>
                                          </p:stCondLst>
                                        </p:cTn>
                                        <p:tgtEl>
                                          <p:spTgt spid="3">
                                            <p:txEl>
                                              <p:pRg st="7" end="7"/>
                                            </p:txEl>
                                          </p:spTgt>
                                        </p:tgtEl>
                                        <p:attrNameLst>
                                          <p:attrName>style.visibility</p:attrName>
                                        </p:attrNameLst>
                                      </p:cBhvr>
                                      <p:to>
                                        <p:strVal val="visible"/>
                                      </p:to>
                                    </p:set>
                                    <p:anim calcmode="lin" valueType="num">
                                      <p:cBhvr additive="base">
                                        <p:cTn id="45"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46"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err="1" smtClean="0">
                <a:solidFill>
                  <a:srgbClr val="FF0000"/>
                </a:solidFill>
                <a:latin typeface="Times New Roman" pitchFamily="18" charset="0"/>
                <a:cs typeface="Times New Roman" pitchFamily="18" charset="0"/>
              </a:rPr>
              <a:t>Thay</a:t>
            </a:r>
            <a:r>
              <a:rPr lang="en-US" dirty="0" smtClean="0">
                <a:solidFill>
                  <a:srgbClr val="FF0000"/>
                </a:solidFill>
                <a:latin typeface="Times New Roman" pitchFamily="18" charset="0"/>
                <a:cs typeface="Times New Roman" pitchFamily="18" charset="0"/>
              </a:rPr>
              <a:t> </a:t>
            </a:r>
            <a:r>
              <a:rPr lang="en-US" dirty="0" err="1" smtClean="0">
                <a:latin typeface="Times New Roman" pitchFamily="18" charset="0"/>
                <a:cs typeface="Times New Roman" pitchFamily="18" charset="0"/>
              </a:rPr>
              <a:t>Đ</a:t>
            </a:r>
            <a:r>
              <a:rPr lang="en-US" dirty="0" err="1" smtClean="0">
                <a:solidFill>
                  <a:srgbClr val="FF0000"/>
                </a:solidFill>
                <a:latin typeface="Times New Roman" pitchFamily="18" charset="0"/>
                <a:cs typeface="Times New Roman" pitchFamily="18" charset="0"/>
              </a:rPr>
              <a:t>ổi</a:t>
            </a:r>
            <a:r>
              <a:rPr lang="en-US" dirty="0" smtClean="0">
                <a:solidFill>
                  <a:srgbClr val="FF0000"/>
                </a:solidFill>
                <a:latin typeface="Times New Roman" pitchFamily="18" charset="0"/>
                <a:cs typeface="Times New Roman" pitchFamily="18" charset="0"/>
              </a:rPr>
              <a:t> </a:t>
            </a:r>
            <a:r>
              <a:rPr lang="en-US" dirty="0" err="1">
                <a:latin typeface="Times New Roman" pitchFamily="18" charset="0"/>
                <a:cs typeface="Times New Roman" pitchFamily="18" charset="0"/>
              </a:rPr>
              <a:t>C</a:t>
            </a:r>
            <a:r>
              <a:rPr lang="en-US" dirty="0" err="1" smtClean="0">
                <a:solidFill>
                  <a:srgbClr val="FF0000"/>
                </a:solidFill>
                <a:latin typeface="Times New Roman" pitchFamily="18" charset="0"/>
                <a:cs typeface="Times New Roman" pitchFamily="18" charset="0"/>
              </a:rPr>
              <a:t>huyển</a:t>
            </a:r>
            <a:r>
              <a:rPr lang="en-US" dirty="0" smtClean="0">
                <a:solidFill>
                  <a:srgbClr val="FF0000"/>
                </a:solidFill>
                <a:latin typeface="Times New Roman" pitchFamily="18" charset="0"/>
                <a:cs typeface="Times New Roman" pitchFamily="18" charset="0"/>
              </a:rPr>
              <a:t> </a:t>
            </a:r>
            <a:r>
              <a:rPr lang="en-US" dirty="0" err="1">
                <a:latin typeface="Times New Roman" pitchFamily="18" charset="0"/>
                <a:cs typeface="Times New Roman" pitchFamily="18" charset="0"/>
              </a:rPr>
              <a:t>H</a:t>
            </a:r>
            <a:r>
              <a:rPr lang="en-US" dirty="0" err="1" smtClean="0">
                <a:solidFill>
                  <a:srgbClr val="FF0000"/>
                </a:solidFill>
                <a:latin typeface="Times New Roman" pitchFamily="18" charset="0"/>
                <a:cs typeface="Times New Roman" pitchFamily="18" charset="0"/>
              </a:rPr>
              <a:t>óa</a:t>
            </a:r>
            <a:r>
              <a:rPr lang="en-US" dirty="0" smtClean="0">
                <a:solidFill>
                  <a:srgbClr val="FF0000"/>
                </a:solidFill>
                <a:latin typeface="Times New Roman" pitchFamily="18" charset="0"/>
                <a:cs typeface="Times New Roman" pitchFamily="18" charset="0"/>
              </a:rPr>
              <a:t> </a:t>
            </a:r>
            <a:r>
              <a:rPr lang="en-US" dirty="0" err="1">
                <a:latin typeface="Times New Roman" pitchFamily="18" charset="0"/>
                <a:cs typeface="Times New Roman" pitchFamily="18" charset="0"/>
              </a:rPr>
              <a:t>T</a:t>
            </a:r>
            <a:r>
              <a:rPr lang="en-US" dirty="0" err="1" smtClean="0">
                <a:solidFill>
                  <a:srgbClr val="FF0000"/>
                </a:solidFill>
                <a:latin typeface="Times New Roman" pitchFamily="18" charset="0"/>
                <a:cs typeface="Times New Roman" pitchFamily="18" charset="0"/>
              </a:rPr>
              <a:t>rong</a:t>
            </a:r>
            <a:r>
              <a:rPr lang="en-US" dirty="0" smtClean="0">
                <a:solidFill>
                  <a:srgbClr val="FF0000"/>
                </a:solidFill>
                <a:latin typeface="Times New Roman" pitchFamily="18" charset="0"/>
                <a:cs typeface="Times New Roman" pitchFamily="18" charset="0"/>
              </a:rPr>
              <a:t> </a:t>
            </a:r>
            <a:r>
              <a:rPr lang="en-US" dirty="0" err="1">
                <a:latin typeface="Times New Roman" pitchFamily="18" charset="0"/>
                <a:cs typeface="Times New Roman" pitchFamily="18" charset="0"/>
              </a:rPr>
              <a:t>S</a:t>
            </a:r>
            <a:r>
              <a:rPr lang="en-US" dirty="0" err="1" smtClean="0">
                <a:solidFill>
                  <a:srgbClr val="FF0000"/>
                </a:solidFill>
                <a:latin typeface="Times New Roman" pitchFamily="18" charset="0"/>
                <a:cs typeface="Times New Roman" pitchFamily="18" charset="0"/>
              </a:rPr>
              <a:t>ốt</a:t>
            </a:r>
            <a:endParaRPr lang="en-US" dirty="0">
              <a:solidFill>
                <a:srgbClr val="FF0000"/>
              </a:solidFill>
              <a:latin typeface="Times New Roman" pitchFamily="18" charset="0"/>
              <a:cs typeface="Times New Roman" pitchFamily="18" charset="0"/>
            </a:endParaRPr>
          </a:p>
        </p:txBody>
      </p:sp>
      <p:sp>
        <p:nvSpPr>
          <p:cNvPr id="3" name="Content Placeholder 2"/>
          <p:cNvSpPr>
            <a:spLocks noGrp="1"/>
          </p:cNvSpPr>
          <p:nvPr>
            <p:ph idx="1"/>
          </p:nvPr>
        </p:nvSpPr>
        <p:spPr/>
        <p:txBody>
          <a:bodyPr/>
          <a:lstStyle/>
          <a:p>
            <a:r>
              <a:rPr lang="en-US" dirty="0" err="1" smtClean="0">
                <a:latin typeface="Times New Roman" pitchFamily="18" charset="0"/>
                <a:cs typeface="Times New Roman" pitchFamily="18" charset="0"/>
              </a:rPr>
              <a:t>Tăng</a:t>
            </a:r>
            <a:r>
              <a:rPr lang="en-US" dirty="0" smtClean="0">
                <a:latin typeface="Times New Roman" pitchFamily="18" charset="0"/>
                <a:cs typeface="Times New Roman" pitchFamily="18" charset="0"/>
              </a:rPr>
              <a:t> CH </a:t>
            </a:r>
            <a:r>
              <a:rPr lang="en-US" dirty="0" err="1" smtClean="0">
                <a:latin typeface="Times New Roman" pitchFamily="18" charset="0"/>
                <a:cs typeface="Times New Roman" pitchFamily="18" charset="0"/>
              </a:rPr>
              <a:t>năng</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lượng</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cứ</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tăng</a:t>
            </a:r>
            <a:r>
              <a:rPr lang="en-US" dirty="0" smtClean="0">
                <a:latin typeface="Times New Roman" pitchFamily="18" charset="0"/>
                <a:cs typeface="Times New Roman" pitchFamily="18" charset="0"/>
              </a:rPr>
              <a:t> 1ºC </a:t>
            </a:r>
            <a:r>
              <a:rPr lang="en-US" dirty="0" err="1" smtClean="0">
                <a:latin typeface="Times New Roman" pitchFamily="18" charset="0"/>
                <a:cs typeface="Times New Roman" pitchFamily="18" charset="0"/>
              </a:rPr>
              <a:t>thì</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tăng</a:t>
            </a:r>
            <a:r>
              <a:rPr lang="en-US" dirty="0" smtClean="0">
                <a:latin typeface="Times New Roman" pitchFamily="18" charset="0"/>
                <a:cs typeface="Times New Roman" pitchFamily="18" charset="0"/>
              </a:rPr>
              <a:t> CH 3-5%</a:t>
            </a:r>
          </a:p>
          <a:p>
            <a:r>
              <a:rPr lang="en-US" dirty="0" err="1" smtClean="0">
                <a:latin typeface="Times New Roman" pitchFamily="18" charset="0"/>
                <a:cs typeface="Times New Roman" pitchFamily="18" charset="0"/>
              </a:rPr>
              <a:t>Tăng</a:t>
            </a:r>
            <a:r>
              <a:rPr lang="en-US" dirty="0" smtClean="0">
                <a:latin typeface="Times New Roman" pitchFamily="18" charset="0"/>
                <a:cs typeface="Times New Roman" pitchFamily="18" charset="0"/>
              </a:rPr>
              <a:t> CH </a:t>
            </a:r>
            <a:r>
              <a:rPr lang="en-US" dirty="0" err="1" smtClean="0">
                <a:latin typeface="Times New Roman" pitchFamily="18" charset="0"/>
                <a:cs typeface="Times New Roman" pitchFamily="18" charset="0"/>
              </a:rPr>
              <a:t>glucid</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để</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tạo</a:t>
            </a:r>
            <a:r>
              <a:rPr lang="en-US" dirty="0" smtClean="0">
                <a:latin typeface="Times New Roman" pitchFamily="18" charset="0"/>
                <a:cs typeface="Times New Roman" pitchFamily="18" charset="0"/>
              </a:rPr>
              <a:t> NL…</a:t>
            </a:r>
          </a:p>
          <a:p>
            <a:r>
              <a:rPr lang="en-US" dirty="0" smtClean="0">
                <a:latin typeface="Times New Roman" pitchFamily="18" charset="0"/>
                <a:cs typeface="Times New Roman" pitchFamily="18" charset="0"/>
              </a:rPr>
              <a:t>RLCH lipid: </a:t>
            </a:r>
            <a:r>
              <a:rPr lang="en-US" dirty="0" err="1" smtClean="0">
                <a:latin typeface="Times New Roman" pitchFamily="18" charset="0"/>
                <a:cs typeface="Times New Roman" pitchFamily="18" charset="0"/>
              </a:rPr>
              <a:t>làm</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tăng</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nồng</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độ</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thể</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Cetonic</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chỉ</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khi</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sốt</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cao</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kiếu</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dài</a:t>
            </a:r>
            <a:r>
              <a:rPr lang="en-US" dirty="0" smtClean="0">
                <a:latin typeface="Times New Roman" pitchFamily="18" charset="0"/>
                <a:cs typeface="Times New Roman" pitchFamily="18" charset="0"/>
              </a:rPr>
              <a:t>…</a:t>
            </a:r>
          </a:p>
          <a:p>
            <a:r>
              <a:rPr lang="en-US" dirty="0" err="1" smtClean="0">
                <a:latin typeface="Times New Roman" pitchFamily="18" charset="0"/>
                <a:cs typeface="Times New Roman" pitchFamily="18" charset="0"/>
              </a:rPr>
              <a:t>Tăng</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sử</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dụng</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protid</a:t>
            </a:r>
            <a:r>
              <a:rPr lang="en-US" dirty="0" smtClean="0">
                <a:latin typeface="Times New Roman" pitchFamily="18" charset="0"/>
                <a:cs typeface="Times New Roman" pitchFamily="18" charset="0"/>
              </a:rPr>
              <a:t>.</a:t>
            </a:r>
          </a:p>
          <a:p>
            <a:r>
              <a:rPr lang="en-US" dirty="0" smtClean="0">
                <a:latin typeface="Times New Roman" pitchFamily="18" charset="0"/>
                <a:cs typeface="Times New Roman" pitchFamily="18" charset="0"/>
              </a:rPr>
              <a:t>RL </a:t>
            </a:r>
            <a:r>
              <a:rPr lang="en-US" dirty="0" err="1" smtClean="0">
                <a:latin typeface="Times New Roman" pitchFamily="18" charset="0"/>
                <a:cs typeface="Times New Roman" pitchFamily="18" charset="0"/>
              </a:rPr>
              <a:t>nước</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điện</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giải</a:t>
            </a:r>
            <a:r>
              <a:rPr lang="en-US" dirty="0" smtClean="0">
                <a:latin typeface="Times New Roman" pitchFamily="18" charset="0"/>
                <a:cs typeface="Times New Roman" pitchFamily="18" charset="0"/>
              </a:rPr>
              <a:t>: gđ1 </a:t>
            </a:r>
            <a:r>
              <a:rPr lang="en-US" dirty="0" err="1" smtClean="0">
                <a:latin typeface="Times New Roman" pitchFamily="18" charset="0"/>
                <a:cs typeface="Times New Roman" pitchFamily="18" charset="0"/>
              </a:rPr>
              <a:t>không</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rõ</a:t>
            </a:r>
            <a:r>
              <a:rPr lang="en-US" dirty="0" smtClean="0">
                <a:latin typeface="Times New Roman" pitchFamily="18" charset="0"/>
                <a:cs typeface="Times New Roman" pitchFamily="18" charset="0"/>
              </a:rPr>
              <a:t>; gđ2 </a:t>
            </a:r>
            <a:r>
              <a:rPr lang="en-US" dirty="0" err="1" smtClean="0">
                <a:latin typeface="Times New Roman" pitchFamily="18" charset="0"/>
                <a:cs typeface="Times New Roman" pitchFamily="18" charset="0"/>
              </a:rPr>
              <a:t>có</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sự</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tăng</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tiết</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aldosterol</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và</a:t>
            </a:r>
            <a:r>
              <a:rPr lang="en-US" dirty="0" smtClean="0">
                <a:latin typeface="Times New Roman" pitchFamily="18" charset="0"/>
                <a:cs typeface="Times New Roman" pitchFamily="18" charset="0"/>
              </a:rPr>
              <a:t> ADH </a:t>
            </a:r>
            <a:r>
              <a:rPr lang="en-US" dirty="0" err="1" smtClean="0">
                <a:latin typeface="Times New Roman" pitchFamily="18" charset="0"/>
                <a:cs typeface="Times New Roman" pitchFamily="18" charset="0"/>
              </a:rPr>
              <a:t>gây</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giữ</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nước</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và</a:t>
            </a:r>
            <a:r>
              <a:rPr lang="en-US" dirty="0" smtClean="0">
                <a:latin typeface="Times New Roman" pitchFamily="18" charset="0"/>
                <a:cs typeface="Times New Roman" pitchFamily="18" charset="0"/>
              </a:rPr>
              <a:t> Na⁺, </a:t>
            </a:r>
            <a:r>
              <a:rPr lang="en-US" dirty="0" err="1" smtClean="0">
                <a:latin typeface="Times New Roman" pitchFamily="18" charset="0"/>
                <a:cs typeface="Times New Roman" pitchFamily="18" charset="0"/>
              </a:rPr>
              <a:t>tăng</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bài</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tiết</a:t>
            </a:r>
            <a:r>
              <a:rPr lang="en-US" dirty="0" smtClean="0">
                <a:latin typeface="Times New Roman" pitchFamily="18" charset="0"/>
                <a:cs typeface="Times New Roman" pitchFamily="18" charset="0"/>
              </a:rPr>
              <a:t> K⁺ </a:t>
            </a:r>
            <a:r>
              <a:rPr lang="en-US" dirty="0" err="1" smtClean="0">
                <a:latin typeface="Times New Roman" pitchFamily="18" charset="0"/>
                <a:cs typeface="Times New Roman" pitchFamily="18" charset="0"/>
              </a:rPr>
              <a:t>với</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biểu</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hiện</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da</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khô</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tiểu</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ít</a:t>
            </a:r>
            <a:r>
              <a:rPr lang="en-US" dirty="0" smtClean="0">
                <a:latin typeface="Times New Roman" pitchFamily="18" charset="0"/>
                <a:cs typeface="Times New Roman" pitchFamily="18" charset="0"/>
              </a:rPr>
              <a:t>; gđ3 </a:t>
            </a:r>
            <a:r>
              <a:rPr lang="en-US" dirty="0" err="1" smtClean="0">
                <a:latin typeface="Times New Roman" pitchFamily="18" charset="0"/>
                <a:cs typeface="Times New Roman" pitchFamily="18" charset="0"/>
              </a:rPr>
              <a:t>ống</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thận</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và</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tuyến</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mồ</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hôi</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được</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giải</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phóng</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khỏi</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tác</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dụng</a:t>
            </a:r>
            <a:r>
              <a:rPr lang="en-US" dirty="0" smtClean="0">
                <a:latin typeface="Times New Roman" pitchFamily="18" charset="0"/>
                <a:cs typeface="Times New Roman" pitchFamily="18" charset="0"/>
              </a:rPr>
              <a:t> ADH </a:t>
            </a:r>
            <a:r>
              <a:rPr lang="en-US" dirty="0" err="1" smtClean="0">
                <a:latin typeface="Times New Roman" pitchFamily="18" charset="0"/>
                <a:cs typeface="Times New Roman" pitchFamily="18" charset="0"/>
              </a:rPr>
              <a:t>và</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aldosterol</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nên</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tăng</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bài</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tiết</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rõ</a:t>
            </a:r>
            <a:r>
              <a:rPr lang="en-US" dirty="0" smtClean="0">
                <a:latin typeface="Times New Roman" pitchFamily="18" charset="0"/>
                <a:cs typeface="Times New Roman" pitchFamily="18" charset="0"/>
              </a:rPr>
              <a:t>.</a:t>
            </a:r>
          </a:p>
        </p:txBody>
      </p:sp>
    </p:spTree>
  </p:cSld>
  <p:clrMapOvr>
    <a:masterClrMapping/>
  </p:clrMapOvr>
  <p:transition spd="slow">
    <p:randomBa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5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fade">
                                      <p:cBhvr>
                                        <p:cTn id="17" dur="500"/>
                                        <p:tgtEl>
                                          <p:spTgt spid="3">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2" end="2"/>
                                            </p:txEl>
                                          </p:spTgt>
                                        </p:tgtEl>
                                        <p:attrNameLst>
                                          <p:attrName>style.visibility</p:attrName>
                                        </p:attrNameLst>
                                      </p:cBhvr>
                                      <p:to>
                                        <p:strVal val="visible"/>
                                      </p:to>
                                    </p:set>
                                    <p:animEffect transition="in" filter="fade">
                                      <p:cBhvr>
                                        <p:cTn id="22" dur="500"/>
                                        <p:tgtEl>
                                          <p:spTgt spid="3">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3" end="3"/>
                                            </p:txEl>
                                          </p:spTgt>
                                        </p:tgtEl>
                                        <p:attrNameLst>
                                          <p:attrName>style.visibility</p:attrName>
                                        </p:attrNameLst>
                                      </p:cBhvr>
                                      <p:to>
                                        <p:strVal val="visible"/>
                                      </p:to>
                                    </p:set>
                                    <p:animEffect transition="in" filter="fade">
                                      <p:cBhvr>
                                        <p:cTn id="27" dur="500"/>
                                        <p:tgtEl>
                                          <p:spTgt spid="3">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4" end="4"/>
                                            </p:txEl>
                                          </p:spTgt>
                                        </p:tgtEl>
                                        <p:attrNameLst>
                                          <p:attrName>style.visibility</p:attrName>
                                        </p:attrNameLst>
                                      </p:cBhvr>
                                      <p:to>
                                        <p:strVal val="visible"/>
                                      </p:to>
                                    </p:set>
                                    <p:animEffect transition="in" filter="fade">
                                      <p:cBhvr>
                                        <p:cTn id="32"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err="1" smtClean="0">
                <a:solidFill>
                  <a:srgbClr val="FF0000"/>
                </a:solidFill>
                <a:latin typeface="Times New Roman" pitchFamily="18" charset="0"/>
                <a:cs typeface="Times New Roman" pitchFamily="18" charset="0"/>
              </a:rPr>
              <a:t>Thay</a:t>
            </a:r>
            <a:r>
              <a:rPr lang="en-US" dirty="0" smtClean="0">
                <a:solidFill>
                  <a:srgbClr val="FF0000"/>
                </a:solidFill>
                <a:latin typeface="Times New Roman" pitchFamily="18" charset="0"/>
                <a:cs typeface="Times New Roman" pitchFamily="18" charset="0"/>
              </a:rPr>
              <a:t> </a:t>
            </a:r>
            <a:r>
              <a:rPr lang="en-US" dirty="0" err="1" smtClean="0">
                <a:latin typeface="Times New Roman" pitchFamily="18" charset="0"/>
                <a:cs typeface="Times New Roman" pitchFamily="18" charset="0"/>
              </a:rPr>
              <a:t>Đ</a:t>
            </a:r>
            <a:r>
              <a:rPr lang="en-US" dirty="0" err="1" smtClean="0">
                <a:solidFill>
                  <a:srgbClr val="FF0000"/>
                </a:solidFill>
                <a:latin typeface="Times New Roman" pitchFamily="18" charset="0"/>
                <a:cs typeface="Times New Roman" pitchFamily="18" charset="0"/>
              </a:rPr>
              <a:t>ổi</a:t>
            </a:r>
            <a:r>
              <a:rPr lang="en-US" dirty="0" smtClean="0">
                <a:solidFill>
                  <a:srgbClr val="FF0000"/>
                </a:solidFill>
                <a:latin typeface="Times New Roman" pitchFamily="18" charset="0"/>
                <a:cs typeface="Times New Roman" pitchFamily="18" charset="0"/>
              </a:rPr>
              <a:t> </a:t>
            </a:r>
            <a:r>
              <a:rPr lang="en-US" dirty="0" err="1">
                <a:latin typeface="Times New Roman" pitchFamily="18" charset="0"/>
                <a:cs typeface="Times New Roman" pitchFamily="18" charset="0"/>
              </a:rPr>
              <a:t>C</a:t>
            </a:r>
            <a:r>
              <a:rPr lang="en-US" dirty="0" err="1" smtClean="0">
                <a:solidFill>
                  <a:srgbClr val="FF0000"/>
                </a:solidFill>
                <a:latin typeface="Times New Roman" pitchFamily="18" charset="0"/>
                <a:cs typeface="Times New Roman" pitchFamily="18" charset="0"/>
              </a:rPr>
              <a:t>hức</a:t>
            </a:r>
            <a:r>
              <a:rPr lang="en-US" dirty="0" smtClean="0">
                <a:solidFill>
                  <a:srgbClr val="FF0000"/>
                </a:solidFill>
                <a:latin typeface="Times New Roman" pitchFamily="18" charset="0"/>
                <a:cs typeface="Times New Roman" pitchFamily="18" charset="0"/>
              </a:rPr>
              <a:t> </a:t>
            </a:r>
            <a:r>
              <a:rPr lang="en-US" dirty="0" err="1">
                <a:latin typeface="Times New Roman" pitchFamily="18" charset="0"/>
                <a:cs typeface="Times New Roman" pitchFamily="18" charset="0"/>
              </a:rPr>
              <a:t>N</a:t>
            </a:r>
            <a:r>
              <a:rPr lang="en-US" dirty="0" err="1" smtClean="0">
                <a:solidFill>
                  <a:srgbClr val="FF0000"/>
                </a:solidFill>
                <a:latin typeface="Times New Roman" pitchFamily="18" charset="0"/>
                <a:cs typeface="Times New Roman" pitchFamily="18" charset="0"/>
              </a:rPr>
              <a:t>ăng</a:t>
            </a:r>
            <a:r>
              <a:rPr lang="en-US" dirty="0" smtClean="0">
                <a:solidFill>
                  <a:srgbClr val="FF0000"/>
                </a:solidFill>
                <a:latin typeface="Times New Roman" pitchFamily="18" charset="0"/>
                <a:cs typeface="Times New Roman" pitchFamily="18" charset="0"/>
              </a:rPr>
              <a:t> </a:t>
            </a:r>
            <a:r>
              <a:rPr lang="en-US" dirty="0" err="1">
                <a:latin typeface="Times New Roman" pitchFamily="18" charset="0"/>
                <a:cs typeface="Times New Roman" pitchFamily="18" charset="0"/>
              </a:rPr>
              <a:t>T</a:t>
            </a:r>
            <a:r>
              <a:rPr lang="en-US" dirty="0" err="1" smtClean="0">
                <a:solidFill>
                  <a:srgbClr val="FF0000"/>
                </a:solidFill>
                <a:latin typeface="Times New Roman" pitchFamily="18" charset="0"/>
                <a:cs typeface="Times New Roman" pitchFamily="18" charset="0"/>
              </a:rPr>
              <a:t>rong</a:t>
            </a:r>
            <a:r>
              <a:rPr lang="en-US" dirty="0" smtClean="0">
                <a:solidFill>
                  <a:srgbClr val="FF0000"/>
                </a:solidFill>
                <a:latin typeface="Times New Roman" pitchFamily="18" charset="0"/>
                <a:cs typeface="Times New Roman" pitchFamily="18" charset="0"/>
              </a:rPr>
              <a:t> </a:t>
            </a:r>
            <a:r>
              <a:rPr lang="en-US" dirty="0" err="1">
                <a:latin typeface="Times New Roman" pitchFamily="18" charset="0"/>
                <a:cs typeface="Times New Roman" pitchFamily="18" charset="0"/>
              </a:rPr>
              <a:t>S</a:t>
            </a:r>
            <a:r>
              <a:rPr lang="en-US" dirty="0" err="1" smtClean="0">
                <a:solidFill>
                  <a:srgbClr val="FF0000"/>
                </a:solidFill>
                <a:latin typeface="Times New Roman" pitchFamily="18" charset="0"/>
                <a:cs typeface="Times New Roman" pitchFamily="18" charset="0"/>
              </a:rPr>
              <a:t>ốt</a:t>
            </a:r>
            <a:endParaRPr lang="en-US" dirty="0">
              <a:solidFill>
                <a:srgbClr val="FF0000"/>
              </a:solidFill>
              <a:latin typeface="Times New Roman" pitchFamily="18" charset="0"/>
              <a:cs typeface="Times New Roman" pitchFamily="18" charset="0"/>
            </a:endParaRPr>
          </a:p>
        </p:txBody>
      </p:sp>
      <p:sp>
        <p:nvSpPr>
          <p:cNvPr id="3" name="Content Placeholder 2"/>
          <p:cNvSpPr>
            <a:spLocks noGrp="1"/>
          </p:cNvSpPr>
          <p:nvPr>
            <p:ph idx="1"/>
          </p:nvPr>
        </p:nvSpPr>
        <p:spPr>
          <a:xfrm>
            <a:off x="1033264" y="1656219"/>
            <a:ext cx="6779096" cy="4389120"/>
          </a:xfrm>
        </p:spPr>
        <p:txBody>
          <a:bodyPr>
            <a:normAutofit fontScale="70000" lnSpcReduction="20000"/>
          </a:bodyPr>
          <a:lstStyle/>
          <a:p>
            <a:r>
              <a:rPr lang="en-US" sz="3500" dirty="0" err="1" smtClean="0">
                <a:latin typeface="Times New Roman" pitchFamily="18" charset="0"/>
                <a:cs typeface="Times New Roman" pitchFamily="18" charset="0"/>
              </a:rPr>
              <a:t>Thần</a:t>
            </a:r>
            <a:r>
              <a:rPr lang="en-US" sz="3500" dirty="0" smtClean="0">
                <a:latin typeface="Times New Roman" pitchFamily="18" charset="0"/>
                <a:cs typeface="Times New Roman" pitchFamily="18" charset="0"/>
              </a:rPr>
              <a:t> </a:t>
            </a:r>
            <a:r>
              <a:rPr lang="en-US" sz="3500" dirty="0" err="1" smtClean="0">
                <a:latin typeface="Times New Roman" pitchFamily="18" charset="0"/>
                <a:cs typeface="Times New Roman" pitchFamily="18" charset="0"/>
              </a:rPr>
              <a:t>kinh</a:t>
            </a:r>
            <a:r>
              <a:rPr lang="en-US" sz="3500" dirty="0" smtClean="0">
                <a:latin typeface="Times New Roman" pitchFamily="18" charset="0"/>
                <a:cs typeface="Times New Roman" pitchFamily="18" charset="0"/>
              </a:rPr>
              <a:t>: </a:t>
            </a:r>
            <a:r>
              <a:rPr lang="en-US" sz="3500" dirty="0" err="1" smtClean="0">
                <a:latin typeface="Times New Roman" pitchFamily="18" charset="0"/>
                <a:cs typeface="Times New Roman" pitchFamily="18" charset="0"/>
              </a:rPr>
              <a:t>có</a:t>
            </a:r>
            <a:r>
              <a:rPr lang="en-US" sz="3500" dirty="0" smtClean="0">
                <a:latin typeface="Times New Roman" pitchFamily="18" charset="0"/>
                <a:cs typeface="Times New Roman" pitchFamily="18" charset="0"/>
              </a:rPr>
              <a:t> </a:t>
            </a:r>
            <a:r>
              <a:rPr lang="en-US" sz="3500" dirty="0" err="1" smtClean="0">
                <a:latin typeface="Times New Roman" pitchFamily="18" charset="0"/>
                <a:cs typeface="Times New Roman" pitchFamily="18" charset="0"/>
              </a:rPr>
              <a:t>thể</a:t>
            </a:r>
            <a:r>
              <a:rPr lang="en-US" sz="3500" dirty="0" smtClean="0">
                <a:latin typeface="Times New Roman" pitchFamily="18" charset="0"/>
                <a:cs typeface="Times New Roman" pitchFamily="18" charset="0"/>
              </a:rPr>
              <a:t> </a:t>
            </a:r>
            <a:r>
              <a:rPr lang="en-US" sz="3500" dirty="0" err="1" smtClean="0">
                <a:latin typeface="Times New Roman" pitchFamily="18" charset="0"/>
                <a:cs typeface="Times New Roman" pitchFamily="18" charset="0"/>
              </a:rPr>
              <a:t>gây</a:t>
            </a:r>
            <a:r>
              <a:rPr lang="en-US" sz="3500" dirty="0" smtClean="0">
                <a:latin typeface="Times New Roman" pitchFamily="18" charset="0"/>
                <a:cs typeface="Times New Roman" pitchFamily="18" charset="0"/>
              </a:rPr>
              <a:t> co </a:t>
            </a:r>
            <a:r>
              <a:rPr lang="en-US" sz="3500" dirty="0" err="1" smtClean="0">
                <a:latin typeface="Times New Roman" pitchFamily="18" charset="0"/>
                <a:cs typeface="Times New Roman" pitchFamily="18" charset="0"/>
              </a:rPr>
              <a:t>giật</a:t>
            </a:r>
            <a:r>
              <a:rPr lang="en-US" sz="3500" dirty="0" smtClean="0">
                <a:latin typeface="Times New Roman" pitchFamily="18" charset="0"/>
                <a:cs typeface="Times New Roman" pitchFamily="18" charset="0"/>
              </a:rPr>
              <a:t> do </a:t>
            </a:r>
            <a:r>
              <a:rPr lang="en-US" sz="3500" dirty="0" err="1" smtClean="0">
                <a:latin typeface="Times New Roman" pitchFamily="18" charset="0"/>
                <a:cs typeface="Times New Roman" pitchFamily="18" charset="0"/>
              </a:rPr>
              <a:t>sốt</a:t>
            </a:r>
            <a:endParaRPr lang="en-US" sz="3500" dirty="0" smtClean="0">
              <a:latin typeface="Times New Roman" pitchFamily="18" charset="0"/>
              <a:cs typeface="Times New Roman" pitchFamily="18" charset="0"/>
            </a:endParaRPr>
          </a:p>
          <a:p>
            <a:r>
              <a:rPr lang="en-US" sz="3500" dirty="0" err="1" smtClean="0">
                <a:latin typeface="Times New Roman" pitchFamily="18" charset="0"/>
                <a:cs typeface="Times New Roman" pitchFamily="18" charset="0"/>
              </a:rPr>
              <a:t>Tuần</a:t>
            </a:r>
            <a:r>
              <a:rPr lang="en-US" sz="3500" dirty="0" smtClean="0">
                <a:latin typeface="Times New Roman" pitchFamily="18" charset="0"/>
                <a:cs typeface="Times New Roman" pitchFamily="18" charset="0"/>
              </a:rPr>
              <a:t> </a:t>
            </a:r>
            <a:r>
              <a:rPr lang="en-US" sz="3500" dirty="0" err="1" smtClean="0">
                <a:latin typeface="Times New Roman" pitchFamily="18" charset="0"/>
                <a:cs typeface="Times New Roman" pitchFamily="18" charset="0"/>
              </a:rPr>
              <a:t>hoàn</a:t>
            </a:r>
            <a:r>
              <a:rPr lang="en-US" sz="3500" dirty="0" smtClean="0">
                <a:latin typeface="Times New Roman" pitchFamily="18" charset="0"/>
                <a:cs typeface="Times New Roman" pitchFamily="18" charset="0"/>
              </a:rPr>
              <a:t>: </a:t>
            </a:r>
            <a:r>
              <a:rPr lang="en-US" sz="3500" dirty="0" err="1" smtClean="0">
                <a:latin typeface="Times New Roman" pitchFamily="18" charset="0"/>
                <a:cs typeface="Times New Roman" pitchFamily="18" charset="0"/>
              </a:rPr>
              <a:t>cứ</a:t>
            </a:r>
            <a:r>
              <a:rPr lang="en-US" sz="3500" dirty="0" smtClean="0">
                <a:latin typeface="Times New Roman" pitchFamily="18" charset="0"/>
                <a:cs typeface="Times New Roman" pitchFamily="18" charset="0"/>
              </a:rPr>
              <a:t> </a:t>
            </a:r>
            <a:r>
              <a:rPr lang="en-US" sz="3500" dirty="0" err="1" smtClean="0">
                <a:latin typeface="Times New Roman" pitchFamily="18" charset="0"/>
                <a:cs typeface="Times New Roman" pitchFamily="18" charset="0"/>
              </a:rPr>
              <a:t>tăng</a:t>
            </a:r>
            <a:r>
              <a:rPr lang="en-US" sz="3500" dirty="0" smtClean="0">
                <a:latin typeface="Times New Roman" pitchFamily="18" charset="0"/>
                <a:cs typeface="Times New Roman" pitchFamily="18" charset="0"/>
              </a:rPr>
              <a:t> 1ºC </a:t>
            </a:r>
            <a:r>
              <a:rPr lang="en-US" sz="3500" dirty="0" err="1" smtClean="0">
                <a:latin typeface="Times New Roman" pitchFamily="18" charset="0"/>
                <a:cs typeface="Times New Roman" pitchFamily="18" charset="0"/>
              </a:rPr>
              <a:t>thì</a:t>
            </a:r>
            <a:r>
              <a:rPr lang="en-US" sz="3500" dirty="0" smtClean="0">
                <a:latin typeface="Times New Roman" pitchFamily="18" charset="0"/>
                <a:cs typeface="Times New Roman" pitchFamily="18" charset="0"/>
              </a:rPr>
              <a:t> </a:t>
            </a:r>
            <a:r>
              <a:rPr lang="en-US" sz="3500" dirty="0" err="1" smtClean="0">
                <a:latin typeface="Times New Roman" pitchFamily="18" charset="0"/>
                <a:cs typeface="Times New Roman" pitchFamily="18" charset="0"/>
              </a:rPr>
              <a:t>tim</a:t>
            </a:r>
            <a:r>
              <a:rPr lang="en-US" sz="3500" dirty="0" smtClean="0">
                <a:latin typeface="Times New Roman" pitchFamily="18" charset="0"/>
                <a:cs typeface="Times New Roman" pitchFamily="18" charset="0"/>
              </a:rPr>
              <a:t> </a:t>
            </a:r>
            <a:r>
              <a:rPr lang="en-US" sz="3500" dirty="0" err="1" smtClean="0">
                <a:latin typeface="Times New Roman" pitchFamily="18" charset="0"/>
                <a:cs typeface="Times New Roman" pitchFamily="18" charset="0"/>
              </a:rPr>
              <a:t>đập</a:t>
            </a:r>
            <a:r>
              <a:rPr lang="en-US" sz="3500" dirty="0" smtClean="0">
                <a:latin typeface="Times New Roman" pitchFamily="18" charset="0"/>
                <a:cs typeface="Times New Roman" pitchFamily="18" charset="0"/>
              </a:rPr>
              <a:t> </a:t>
            </a:r>
            <a:r>
              <a:rPr lang="en-US" sz="3500" dirty="0" err="1" smtClean="0">
                <a:latin typeface="Times New Roman" pitchFamily="18" charset="0"/>
                <a:cs typeface="Times New Roman" pitchFamily="18" charset="0"/>
              </a:rPr>
              <a:t>nhanh</a:t>
            </a:r>
            <a:r>
              <a:rPr lang="en-US" sz="3500" dirty="0" smtClean="0">
                <a:latin typeface="Times New Roman" pitchFamily="18" charset="0"/>
                <a:cs typeface="Times New Roman" pitchFamily="18" charset="0"/>
              </a:rPr>
              <a:t> </a:t>
            </a:r>
            <a:r>
              <a:rPr lang="en-US" sz="3500" dirty="0" err="1" smtClean="0">
                <a:latin typeface="Times New Roman" pitchFamily="18" charset="0"/>
                <a:cs typeface="Times New Roman" pitchFamily="18" charset="0"/>
              </a:rPr>
              <a:t>hơn</a:t>
            </a:r>
            <a:r>
              <a:rPr lang="en-US" sz="3500" dirty="0" smtClean="0">
                <a:latin typeface="Times New Roman" pitchFamily="18" charset="0"/>
                <a:cs typeface="Times New Roman" pitchFamily="18" charset="0"/>
              </a:rPr>
              <a:t> 8-10 </a:t>
            </a:r>
            <a:r>
              <a:rPr lang="en-US" sz="3500" dirty="0" err="1" smtClean="0">
                <a:latin typeface="Times New Roman" pitchFamily="18" charset="0"/>
                <a:cs typeface="Times New Roman" pitchFamily="18" charset="0"/>
              </a:rPr>
              <a:t>nhịp</a:t>
            </a:r>
            <a:r>
              <a:rPr lang="en-US" sz="3500" dirty="0" smtClean="0">
                <a:latin typeface="Times New Roman" pitchFamily="18" charset="0"/>
                <a:cs typeface="Times New Roman" pitchFamily="18" charset="0"/>
              </a:rPr>
              <a:t>/</a:t>
            </a:r>
            <a:r>
              <a:rPr lang="en-US" sz="3500" dirty="0" err="1" smtClean="0">
                <a:latin typeface="Times New Roman" pitchFamily="18" charset="0"/>
                <a:cs typeface="Times New Roman" pitchFamily="18" charset="0"/>
              </a:rPr>
              <a:t>phút</a:t>
            </a:r>
            <a:endParaRPr lang="en-US" sz="3500" dirty="0" smtClean="0">
              <a:latin typeface="Times New Roman" pitchFamily="18" charset="0"/>
              <a:cs typeface="Times New Roman" pitchFamily="18" charset="0"/>
            </a:endParaRPr>
          </a:p>
          <a:p>
            <a:r>
              <a:rPr lang="en-US" sz="3500" dirty="0" err="1" smtClean="0">
                <a:latin typeface="Times New Roman" pitchFamily="18" charset="0"/>
                <a:cs typeface="Times New Roman" pitchFamily="18" charset="0"/>
              </a:rPr>
              <a:t>Hô</a:t>
            </a:r>
            <a:r>
              <a:rPr lang="en-US" sz="3500" dirty="0" smtClean="0">
                <a:latin typeface="Times New Roman" pitchFamily="18" charset="0"/>
                <a:cs typeface="Times New Roman" pitchFamily="18" charset="0"/>
              </a:rPr>
              <a:t> </a:t>
            </a:r>
            <a:r>
              <a:rPr lang="en-US" sz="3500" dirty="0" err="1" smtClean="0">
                <a:latin typeface="Times New Roman" pitchFamily="18" charset="0"/>
                <a:cs typeface="Times New Roman" pitchFamily="18" charset="0"/>
              </a:rPr>
              <a:t>hấp</a:t>
            </a:r>
            <a:r>
              <a:rPr lang="en-US" sz="3500" dirty="0" smtClean="0">
                <a:latin typeface="Times New Roman" pitchFamily="18" charset="0"/>
                <a:cs typeface="Times New Roman" pitchFamily="18" charset="0"/>
              </a:rPr>
              <a:t>: </a:t>
            </a:r>
            <a:r>
              <a:rPr lang="en-US" sz="3500" dirty="0" err="1" smtClean="0">
                <a:latin typeface="Times New Roman" pitchFamily="18" charset="0"/>
                <a:cs typeface="Times New Roman" pitchFamily="18" charset="0"/>
              </a:rPr>
              <a:t>tăng</a:t>
            </a:r>
            <a:r>
              <a:rPr lang="en-US" sz="3500" dirty="0" smtClean="0">
                <a:latin typeface="Times New Roman" pitchFamily="18" charset="0"/>
                <a:cs typeface="Times New Roman" pitchFamily="18" charset="0"/>
              </a:rPr>
              <a:t> </a:t>
            </a:r>
            <a:r>
              <a:rPr lang="en-US" sz="3500" dirty="0" err="1" smtClean="0">
                <a:latin typeface="Times New Roman" pitchFamily="18" charset="0"/>
                <a:cs typeface="Times New Roman" pitchFamily="18" charset="0"/>
              </a:rPr>
              <a:t>nhịp</a:t>
            </a:r>
            <a:r>
              <a:rPr lang="en-US" sz="3500" dirty="0" smtClean="0">
                <a:latin typeface="Times New Roman" pitchFamily="18" charset="0"/>
                <a:cs typeface="Times New Roman" pitchFamily="18" charset="0"/>
              </a:rPr>
              <a:t> </a:t>
            </a:r>
            <a:r>
              <a:rPr lang="en-US" sz="3500" dirty="0" err="1" smtClean="0">
                <a:latin typeface="Times New Roman" pitchFamily="18" charset="0"/>
                <a:cs typeface="Times New Roman" pitchFamily="18" charset="0"/>
              </a:rPr>
              <a:t>thở</a:t>
            </a:r>
            <a:r>
              <a:rPr lang="en-US" sz="3500" dirty="0" smtClean="0">
                <a:latin typeface="Times New Roman" pitchFamily="18" charset="0"/>
                <a:cs typeface="Times New Roman" pitchFamily="18" charset="0"/>
              </a:rPr>
              <a:t>…</a:t>
            </a:r>
          </a:p>
          <a:p>
            <a:r>
              <a:rPr lang="en-US" sz="3500" dirty="0" err="1" smtClean="0">
                <a:latin typeface="Times New Roman" pitchFamily="18" charset="0"/>
                <a:cs typeface="Times New Roman" pitchFamily="18" charset="0"/>
              </a:rPr>
              <a:t>Tiêu</a:t>
            </a:r>
            <a:r>
              <a:rPr lang="en-US" sz="3500" dirty="0" smtClean="0">
                <a:latin typeface="Times New Roman" pitchFamily="18" charset="0"/>
                <a:cs typeface="Times New Roman" pitchFamily="18" charset="0"/>
              </a:rPr>
              <a:t> </a:t>
            </a:r>
            <a:r>
              <a:rPr lang="en-US" sz="3500" dirty="0" err="1" smtClean="0">
                <a:latin typeface="Times New Roman" pitchFamily="18" charset="0"/>
                <a:cs typeface="Times New Roman" pitchFamily="18" charset="0"/>
              </a:rPr>
              <a:t>hoá</a:t>
            </a:r>
            <a:r>
              <a:rPr lang="en-US" sz="3500" dirty="0" smtClean="0">
                <a:latin typeface="Times New Roman" pitchFamily="18" charset="0"/>
                <a:cs typeface="Times New Roman" pitchFamily="18" charset="0"/>
              </a:rPr>
              <a:t>: </a:t>
            </a:r>
            <a:r>
              <a:rPr lang="en-US" sz="3500" dirty="0" err="1" smtClean="0">
                <a:latin typeface="Times New Roman" pitchFamily="18" charset="0"/>
                <a:cs typeface="Times New Roman" pitchFamily="18" charset="0"/>
              </a:rPr>
              <a:t>giảm</a:t>
            </a:r>
            <a:r>
              <a:rPr lang="en-US" sz="3500" dirty="0" smtClean="0">
                <a:latin typeface="Times New Roman" pitchFamily="18" charset="0"/>
                <a:cs typeface="Times New Roman" pitchFamily="18" charset="0"/>
              </a:rPr>
              <a:t> </a:t>
            </a:r>
            <a:r>
              <a:rPr lang="en-US" sz="3500" dirty="0" err="1" smtClean="0">
                <a:latin typeface="Times New Roman" pitchFamily="18" charset="0"/>
                <a:cs typeface="Times New Roman" pitchFamily="18" charset="0"/>
              </a:rPr>
              <a:t>tiết</a:t>
            </a:r>
            <a:r>
              <a:rPr lang="en-US" sz="3500" dirty="0" smtClean="0">
                <a:latin typeface="Times New Roman" pitchFamily="18" charset="0"/>
                <a:cs typeface="Times New Roman" pitchFamily="18" charset="0"/>
              </a:rPr>
              <a:t> </a:t>
            </a:r>
            <a:r>
              <a:rPr lang="en-US" sz="3500" dirty="0" err="1" smtClean="0">
                <a:latin typeface="Times New Roman" pitchFamily="18" charset="0"/>
                <a:cs typeface="Times New Roman" pitchFamily="18" charset="0"/>
              </a:rPr>
              <a:t>dịch</a:t>
            </a:r>
            <a:r>
              <a:rPr lang="en-US" sz="3500" dirty="0" smtClean="0">
                <a:latin typeface="Times New Roman" pitchFamily="18" charset="0"/>
                <a:cs typeface="Times New Roman" pitchFamily="18" charset="0"/>
              </a:rPr>
              <a:t>, </a:t>
            </a:r>
            <a:r>
              <a:rPr lang="en-US" sz="3500" dirty="0" err="1" smtClean="0">
                <a:latin typeface="Times New Roman" pitchFamily="18" charset="0"/>
                <a:cs typeface="Times New Roman" pitchFamily="18" charset="0"/>
              </a:rPr>
              <a:t>giảm</a:t>
            </a:r>
            <a:r>
              <a:rPr lang="en-US" sz="3500" dirty="0" smtClean="0">
                <a:latin typeface="Times New Roman" pitchFamily="18" charset="0"/>
                <a:cs typeface="Times New Roman" pitchFamily="18" charset="0"/>
              </a:rPr>
              <a:t> </a:t>
            </a:r>
            <a:r>
              <a:rPr lang="en-US" sz="3500" dirty="0" err="1" smtClean="0">
                <a:latin typeface="Times New Roman" pitchFamily="18" charset="0"/>
                <a:cs typeface="Times New Roman" pitchFamily="18" charset="0"/>
              </a:rPr>
              <a:t>nhu</a:t>
            </a:r>
            <a:r>
              <a:rPr lang="en-US" sz="3500" dirty="0" smtClean="0">
                <a:latin typeface="Times New Roman" pitchFamily="18" charset="0"/>
                <a:cs typeface="Times New Roman" pitchFamily="18" charset="0"/>
              </a:rPr>
              <a:t> </a:t>
            </a:r>
            <a:r>
              <a:rPr lang="en-US" sz="3500" dirty="0" err="1" smtClean="0">
                <a:latin typeface="Times New Roman" pitchFamily="18" charset="0"/>
                <a:cs typeface="Times New Roman" pitchFamily="18" charset="0"/>
              </a:rPr>
              <a:t>động</a:t>
            </a:r>
            <a:r>
              <a:rPr lang="en-US" sz="3500" dirty="0" smtClean="0">
                <a:latin typeface="Times New Roman" pitchFamily="18" charset="0"/>
                <a:cs typeface="Times New Roman" pitchFamily="18" charset="0"/>
              </a:rPr>
              <a:t> </a:t>
            </a:r>
            <a:r>
              <a:rPr lang="en-US" sz="3500" dirty="0" err="1" smtClean="0">
                <a:latin typeface="Times New Roman" pitchFamily="18" charset="0"/>
                <a:cs typeface="Times New Roman" pitchFamily="18" charset="0"/>
              </a:rPr>
              <a:t>ruột</a:t>
            </a:r>
            <a:r>
              <a:rPr lang="en-US" sz="3500" dirty="0" smtClean="0">
                <a:latin typeface="Times New Roman" pitchFamily="18" charset="0"/>
                <a:cs typeface="Times New Roman" pitchFamily="18" charset="0"/>
              </a:rPr>
              <a:t>, </a:t>
            </a:r>
            <a:r>
              <a:rPr lang="en-US" sz="3500" dirty="0" err="1" smtClean="0">
                <a:latin typeface="Times New Roman" pitchFamily="18" charset="0"/>
                <a:cs typeface="Times New Roman" pitchFamily="18" charset="0"/>
              </a:rPr>
              <a:t>giảm</a:t>
            </a:r>
            <a:r>
              <a:rPr lang="en-US" sz="3500" dirty="0" smtClean="0">
                <a:latin typeface="Times New Roman" pitchFamily="18" charset="0"/>
                <a:cs typeface="Times New Roman" pitchFamily="18" charset="0"/>
              </a:rPr>
              <a:t> </a:t>
            </a:r>
            <a:r>
              <a:rPr lang="en-US" sz="3500" dirty="0" err="1" smtClean="0">
                <a:latin typeface="Times New Roman" pitchFamily="18" charset="0"/>
                <a:cs typeface="Times New Roman" pitchFamily="18" charset="0"/>
              </a:rPr>
              <a:t>hấp</a:t>
            </a:r>
            <a:r>
              <a:rPr lang="en-US" sz="3500" dirty="0" smtClean="0">
                <a:latin typeface="Times New Roman" pitchFamily="18" charset="0"/>
                <a:cs typeface="Times New Roman" pitchFamily="18" charset="0"/>
              </a:rPr>
              <a:t> </a:t>
            </a:r>
            <a:r>
              <a:rPr lang="en-US" sz="3500" dirty="0" err="1" smtClean="0">
                <a:latin typeface="Times New Roman" pitchFamily="18" charset="0"/>
                <a:cs typeface="Times New Roman" pitchFamily="18" charset="0"/>
              </a:rPr>
              <a:t>thu</a:t>
            </a:r>
            <a:r>
              <a:rPr lang="en-US" sz="3500" dirty="0" smtClean="0">
                <a:latin typeface="Times New Roman" pitchFamily="18" charset="0"/>
                <a:cs typeface="Times New Roman" pitchFamily="18" charset="0"/>
              </a:rPr>
              <a:t> =&gt; </a:t>
            </a:r>
            <a:r>
              <a:rPr lang="en-US" sz="3500" dirty="0" err="1" smtClean="0">
                <a:latin typeface="Times New Roman" pitchFamily="18" charset="0"/>
                <a:cs typeface="Times New Roman" pitchFamily="18" charset="0"/>
              </a:rPr>
              <a:t>đắng</a:t>
            </a:r>
            <a:r>
              <a:rPr lang="en-US" sz="3500" dirty="0" smtClean="0">
                <a:latin typeface="Times New Roman" pitchFamily="18" charset="0"/>
                <a:cs typeface="Times New Roman" pitchFamily="18" charset="0"/>
              </a:rPr>
              <a:t> </a:t>
            </a:r>
            <a:r>
              <a:rPr lang="en-US" sz="3500" dirty="0" err="1" smtClean="0">
                <a:latin typeface="Times New Roman" pitchFamily="18" charset="0"/>
                <a:cs typeface="Times New Roman" pitchFamily="18" charset="0"/>
              </a:rPr>
              <a:t>miệng</a:t>
            </a:r>
            <a:r>
              <a:rPr lang="en-US" sz="3500" dirty="0" smtClean="0">
                <a:latin typeface="Times New Roman" pitchFamily="18" charset="0"/>
                <a:cs typeface="Times New Roman" pitchFamily="18" charset="0"/>
              </a:rPr>
              <a:t>, </a:t>
            </a:r>
            <a:r>
              <a:rPr lang="en-US" sz="3500" dirty="0" err="1" smtClean="0">
                <a:latin typeface="Times New Roman" pitchFamily="18" charset="0"/>
                <a:cs typeface="Times New Roman" pitchFamily="18" charset="0"/>
              </a:rPr>
              <a:t>ăn</a:t>
            </a:r>
            <a:r>
              <a:rPr lang="en-US" sz="3500" dirty="0" smtClean="0">
                <a:latin typeface="Times New Roman" pitchFamily="18" charset="0"/>
                <a:cs typeface="Times New Roman" pitchFamily="18" charset="0"/>
              </a:rPr>
              <a:t> </a:t>
            </a:r>
            <a:r>
              <a:rPr lang="en-US" sz="3500" dirty="0" err="1" smtClean="0">
                <a:latin typeface="Times New Roman" pitchFamily="18" charset="0"/>
                <a:cs typeface="Times New Roman" pitchFamily="18" charset="0"/>
              </a:rPr>
              <a:t>không</a:t>
            </a:r>
            <a:r>
              <a:rPr lang="en-US" sz="3500" dirty="0" smtClean="0">
                <a:latin typeface="Times New Roman" pitchFamily="18" charset="0"/>
                <a:cs typeface="Times New Roman" pitchFamily="18" charset="0"/>
              </a:rPr>
              <a:t> </a:t>
            </a:r>
            <a:r>
              <a:rPr lang="en-US" sz="3500" dirty="0" err="1" smtClean="0">
                <a:latin typeface="Times New Roman" pitchFamily="18" charset="0"/>
                <a:cs typeface="Times New Roman" pitchFamily="18" charset="0"/>
              </a:rPr>
              <a:t>ngon</a:t>
            </a:r>
            <a:r>
              <a:rPr lang="en-US" sz="3500" dirty="0" smtClean="0">
                <a:latin typeface="Times New Roman" pitchFamily="18" charset="0"/>
                <a:cs typeface="Times New Roman" pitchFamily="18" charset="0"/>
              </a:rPr>
              <a:t>, </a:t>
            </a:r>
            <a:r>
              <a:rPr lang="en-US" sz="3500" dirty="0" err="1" smtClean="0">
                <a:latin typeface="Times New Roman" pitchFamily="18" charset="0"/>
                <a:cs typeface="Times New Roman" pitchFamily="18" charset="0"/>
              </a:rPr>
              <a:t>đầy</a:t>
            </a:r>
            <a:r>
              <a:rPr lang="en-US" sz="3500" dirty="0" smtClean="0">
                <a:latin typeface="Times New Roman" pitchFamily="18" charset="0"/>
                <a:cs typeface="Times New Roman" pitchFamily="18" charset="0"/>
              </a:rPr>
              <a:t> </a:t>
            </a:r>
            <a:r>
              <a:rPr lang="en-US" sz="3500" dirty="0" err="1" smtClean="0">
                <a:latin typeface="Times New Roman" pitchFamily="18" charset="0"/>
                <a:cs typeface="Times New Roman" pitchFamily="18" charset="0"/>
              </a:rPr>
              <a:t>bụng</a:t>
            </a:r>
            <a:r>
              <a:rPr lang="en-US" sz="3500" dirty="0" smtClean="0">
                <a:latin typeface="Times New Roman" pitchFamily="18" charset="0"/>
                <a:cs typeface="Times New Roman" pitchFamily="18" charset="0"/>
              </a:rPr>
              <a:t>, </a:t>
            </a:r>
            <a:r>
              <a:rPr lang="en-US" sz="3500" dirty="0" err="1" smtClean="0">
                <a:latin typeface="Times New Roman" pitchFamily="18" charset="0"/>
                <a:cs typeface="Times New Roman" pitchFamily="18" charset="0"/>
              </a:rPr>
              <a:t>khó</a:t>
            </a:r>
            <a:r>
              <a:rPr lang="en-US" sz="3500" dirty="0" smtClean="0">
                <a:latin typeface="Times New Roman" pitchFamily="18" charset="0"/>
                <a:cs typeface="Times New Roman" pitchFamily="18" charset="0"/>
              </a:rPr>
              <a:t> </a:t>
            </a:r>
            <a:r>
              <a:rPr lang="en-US" sz="3500" dirty="0" err="1" smtClean="0">
                <a:latin typeface="Times New Roman" pitchFamily="18" charset="0"/>
                <a:cs typeface="Times New Roman" pitchFamily="18" charset="0"/>
              </a:rPr>
              <a:t>tiêu</a:t>
            </a:r>
            <a:r>
              <a:rPr lang="en-US" sz="3500" dirty="0" smtClean="0">
                <a:latin typeface="Times New Roman" pitchFamily="18" charset="0"/>
                <a:cs typeface="Times New Roman" pitchFamily="18" charset="0"/>
              </a:rPr>
              <a:t>..</a:t>
            </a:r>
          </a:p>
          <a:p>
            <a:r>
              <a:rPr lang="en-US" sz="3500" dirty="0" err="1" smtClean="0">
                <a:latin typeface="Times New Roman" pitchFamily="18" charset="0"/>
                <a:cs typeface="Times New Roman" pitchFamily="18" charset="0"/>
              </a:rPr>
              <a:t>Tiết</a:t>
            </a:r>
            <a:r>
              <a:rPr lang="en-US" sz="3500" dirty="0" smtClean="0">
                <a:latin typeface="Times New Roman" pitchFamily="18" charset="0"/>
                <a:cs typeface="Times New Roman" pitchFamily="18" charset="0"/>
              </a:rPr>
              <a:t> </a:t>
            </a:r>
            <a:r>
              <a:rPr lang="en-US" sz="3500" dirty="0" err="1" smtClean="0">
                <a:latin typeface="Times New Roman" pitchFamily="18" charset="0"/>
                <a:cs typeface="Times New Roman" pitchFamily="18" charset="0"/>
              </a:rPr>
              <a:t>niệu</a:t>
            </a:r>
            <a:r>
              <a:rPr lang="en-US" sz="3500" dirty="0" smtClean="0">
                <a:latin typeface="Times New Roman" pitchFamily="18" charset="0"/>
                <a:cs typeface="Times New Roman" pitchFamily="18" charset="0"/>
              </a:rPr>
              <a:t>: +gđ1 </a:t>
            </a:r>
            <a:r>
              <a:rPr lang="en-US" sz="3500" dirty="0" err="1" smtClean="0">
                <a:latin typeface="Times New Roman" pitchFamily="18" charset="0"/>
                <a:cs typeface="Times New Roman" pitchFamily="18" charset="0"/>
              </a:rPr>
              <a:t>tăng</a:t>
            </a:r>
            <a:r>
              <a:rPr lang="en-US" sz="3500" dirty="0" smtClean="0">
                <a:latin typeface="Times New Roman" pitchFamily="18" charset="0"/>
                <a:cs typeface="Times New Roman" pitchFamily="18" charset="0"/>
              </a:rPr>
              <a:t> </a:t>
            </a:r>
            <a:r>
              <a:rPr lang="en-US" sz="3500" dirty="0" err="1" smtClean="0">
                <a:latin typeface="Times New Roman" pitchFamily="18" charset="0"/>
                <a:cs typeface="Times New Roman" pitchFamily="18" charset="0"/>
              </a:rPr>
              <a:t>bài</a:t>
            </a:r>
            <a:r>
              <a:rPr lang="en-US" sz="3500" dirty="0" smtClean="0">
                <a:latin typeface="Times New Roman" pitchFamily="18" charset="0"/>
                <a:cs typeface="Times New Roman" pitchFamily="18" charset="0"/>
              </a:rPr>
              <a:t> </a:t>
            </a:r>
            <a:r>
              <a:rPr lang="en-US" sz="3500" dirty="0" err="1" smtClean="0">
                <a:latin typeface="Times New Roman" pitchFamily="18" charset="0"/>
                <a:cs typeface="Times New Roman" pitchFamily="18" charset="0"/>
              </a:rPr>
              <a:t>tiết</a:t>
            </a:r>
            <a:r>
              <a:rPr lang="en-US" sz="3500" dirty="0" smtClean="0">
                <a:latin typeface="Times New Roman" pitchFamily="18" charset="0"/>
                <a:cs typeface="Times New Roman" pitchFamily="18" charset="0"/>
              </a:rPr>
              <a:t> </a:t>
            </a:r>
            <a:r>
              <a:rPr lang="en-US" sz="3500" dirty="0" err="1" smtClean="0">
                <a:latin typeface="Times New Roman" pitchFamily="18" charset="0"/>
                <a:cs typeface="Times New Roman" pitchFamily="18" charset="0"/>
              </a:rPr>
              <a:t>nước</a:t>
            </a:r>
            <a:r>
              <a:rPr lang="en-US" sz="3500" dirty="0" smtClean="0">
                <a:latin typeface="Times New Roman" pitchFamily="18" charset="0"/>
                <a:cs typeface="Times New Roman" pitchFamily="18" charset="0"/>
              </a:rPr>
              <a:t> </a:t>
            </a:r>
            <a:r>
              <a:rPr lang="en-US" sz="3500" dirty="0" err="1" smtClean="0">
                <a:latin typeface="Times New Roman" pitchFamily="18" charset="0"/>
                <a:cs typeface="Times New Roman" pitchFamily="18" charset="0"/>
              </a:rPr>
              <a:t>tiểu</a:t>
            </a:r>
            <a:r>
              <a:rPr lang="en-US" sz="3500" dirty="0" smtClean="0">
                <a:latin typeface="Times New Roman" pitchFamily="18" charset="0"/>
                <a:cs typeface="Times New Roman" pitchFamily="18" charset="0"/>
              </a:rPr>
              <a:t> do…</a:t>
            </a:r>
          </a:p>
          <a:p>
            <a:pPr>
              <a:buNone/>
            </a:pPr>
            <a:r>
              <a:rPr lang="en-US" sz="3500" dirty="0" smtClean="0">
                <a:latin typeface="Times New Roman" pitchFamily="18" charset="0"/>
                <a:cs typeface="Times New Roman" pitchFamily="18" charset="0"/>
              </a:rPr>
              <a:t>                   +gđ2 …</a:t>
            </a:r>
          </a:p>
          <a:p>
            <a:pPr>
              <a:buNone/>
            </a:pPr>
            <a:r>
              <a:rPr lang="en-US" sz="3500" dirty="0" smtClean="0">
                <a:latin typeface="Times New Roman" pitchFamily="18" charset="0"/>
                <a:cs typeface="Times New Roman" pitchFamily="18" charset="0"/>
              </a:rPr>
              <a:t>                   +gđ3 </a:t>
            </a:r>
            <a:r>
              <a:rPr lang="en-US" sz="3500" dirty="0" err="1" smtClean="0">
                <a:latin typeface="Times New Roman" pitchFamily="18" charset="0"/>
                <a:cs typeface="Times New Roman" pitchFamily="18" charset="0"/>
              </a:rPr>
              <a:t>chức</a:t>
            </a:r>
            <a:r>
              <a:rPr lang="en-US" sz="3500" dirty="0" smtClean="0">
                <a:latin typeface="Times New Roman" pitchFamily="18" charset="0"/>
                <a:cs typeface="Times New Roman" pitchFamily="18" charset="0"/>
              </a:rPr>
              <a:t> </a:t>
            </a:r>
            <a:r>
              <a:rPr lang="en-US" sz="3500" dirty="0" err="1" smtClean="0">
                <a:latin typeface="Times New Roman" pitchFamily="18" charset="0"/>
                <a:cs typeface="Times New Roman" pitchFamily="18" charset="0"/>
              </a:rPr>
              <a:t>năng</a:t>
            </a:r>
            <a:r>
              <a:rPr lang="en-US" sz="3500" dirty="0" smtClean="0">
                <a:latin typeface="Times New Roman" pitchFamily="18" charset="0"/>
                <a:cs typeface="Times New Roman" pitchFamily="18" charset="0"/>
              </a:rPr>
              <a:t> </a:t>
            </a:r>
            <a:r>
              <a:rPr lang="en-US" sz="3500" dirty="0" err="1" smtClean="0">
                <a:latin typeface="Times New Roman" pitchFamily="18" charset="0"/>
                <a:cs typeface="Times New Roman" pitchFamily="18" charset="0"/>
              </a:rPr>
              <a:t>ống</a:t>
            </a:r>
            <a:r>
              <a:rPr lang="en-US" sz="3500" dirty="0" smtClean="0">
                <a:latin typeface="Times New Roman" pitchFamily="18" charset="0"/>
                <a:cs typeface="Times New Roman" pitchFamily="18" charset="0"/>
              </a:rPr>
              <a:t> </a:t>
            </a:r>
            <a:r>
              <a:rPr lang="en-US" sz="3500" dirty="0" err="1" smtClean="0">
                <a:latin typeface="Times New Roman" pitchFamily="18" charset="0"/>
                <a:cs typeface="Times New Roman" pitchFamily="18" charset="0"/>
              </a:rPr>
              <a:t>thận</a:t>
            </a:r>
            <a:r>
              <a:rPr lang="en-US" sz="3500" dirty="0" smtClean="0">
                <a:latin typeface="Times New Roman" pitchFamily="18" charset="0"/>
                <a:cs typeface="Times New Roman" pitchFamily="18" charset="0"/>
              </a:rPr>
              <a:t> </a:t>
            </a:r>
            <a:r>
              <a:rPr lang="en-US" sz="3500" dirty="0" err="1" smtClean="0">
                <a:latin typeface="Times New Roman" pitchFamily="18" charset="0"/>
                <a:cs typeface="Times New Roman" pitchFamily="18" charset="0"/>
              </a:rPr>
              <a:t>và</a:t>
            </a:r>
            <a:r>
              <a:rPr lang="en-US" sz="3500" dirty="0" smtClean="0">
                <a:latin typeface="Times New Roman" pitchFamily="18" charset="0"/>
                <a:cs typeface="Times New Roman" pitchFamily="18" charset="0"/>
              </a:rPr>
              <a:t> </a:t>
            </a:r>
            <a:r>
              <a:rPr lang="en-US" sz="3500" dirty="0" err="1" smtClean="0">
                <a:latin typeface="Times New Roman" pitchFamily="18" charset="0"/>
                <a:cs typeface="Times New Roman" pitchFamily="18" charset="0"/>
              </a:rPr>
              <a:t>tuyến</a:t>
            </a:r>
            <a:r>
              <a:rPr lang="en-US" sz="3500" dirty="0" smtClean="0">
                <a:latin typeface="Times New Roman" pitchFamily="18" charset="0"/>
                <a:cs typeface="Times New Roman" pitchFamily="18" charset="0"/>
              </a:rPr>
              <a:t> </a:t>
            </a:r>
            <a:r>
              <a:rPr lang="en-US" sz="3500" dirty="0" err="1" smtClean="0">
                <a:latin typeface="Times New Roman" pitchFamily="18" charset="0"/>
                <a:cs typeface="Times New Roman" pitchFamily="18" charset="0"/>
              </a:rPr>
              <a:t>mồ</a:t>
            </a:r>
            <a:r>
              <a:rPr lang="en-US" sz="3500" dirty="0" smtClean="0">
                <a:latin typeface="Times New Roman" pitchFamily="18" charset="0"/>
                <a:cs typeface="Times New Roman" pitchFamily="18" charset="0"/>
              </a:rPr>
              <a:t> </a:t>
            </a:r>
            <a:r>
              <a:rPr lang="en-US" sz="3500" dirty="0" err="1" smtClean="0">
                <a:latin typeface="Times New Roman" pitchFamily="18" charset="0"/>
                <a:cs typeface="Times New Roman" pitchFamily="18" charset="0"/>
              </a:rPr>
              <a:t>hôi</a:t>
            </a:r>
            <a:r>
              <a:rPr lang="en-US" sz="3500" dirty="0" smtClean="0">
                <a:latin typeface="Times New Roman" pitchFamily="18" charset="0"/>
                <a:cs typeface="Times New Roman" pitchFamily="18" charset="0"/>
              </a:rPr>
              <a:t> </a:t>
            </a:r>
            <a:r>
              <a:rPr lang="en-US" sz="3500" dirty="0" err="1" smtClean="0">
                <a:latin typeface="Times New Roman" pitchFamily="18" charset="0"/>
                <a:cs typeface="Times New Roman" pitchFamily="18" charset="0"/>
              </a:rPr>
              <a:t>hồi</a:t>
            </a:r>
            <a:r>
              <a:rPr lang="en-US" sz="3500" dirty="0" smtClean="0">
                <a:latin typeface="Times New Roman" pitchFamily="18" charset="0"/>
                <a:cs typeface="Times New Roman" pitchFamily="18" charset="0"/>
              </a:rPr>
              <a:t> </a:t>
            </a:r>
            <a:r>
              <a:rPr lang="en-US" sz="3500" dirty="0" err="1" smtClean="0">
                <a:latin typeface="Times New Roman" pitchFamily="18" charset="0"/>
                <a:cs typeface="Times New Roman" pitchFamily="18" charset="0"/>
              </a:rPr>
              <a:t>phục</a:t>
            </a:r>
            <a:r>
              <a:rPr lang="en-US" sz="3500" dirty="0" smtClean="0">
                <a:latin typeface="Times New Roman" pitchFamily="18" charset="0"/>
                <a:cs typeface="Times New Roman" pitchFamily="18" charset="0"/>
              </a:rPr>
              <a:t>, </a:t>
            </a:r>
            <a:r>
              <a:rPr lang="en-US" sz="3500" dirty="0" err="1" smtClean="0">
                <a:latin typeface="Times New Roman" pitchFamily="18" charset="0"/>
                <a:cs typeface="Times New Roman" pitchFamily="18" charset="0"/>
              </a:rPr>
              <a:t>tăng</a:t>
            </a:r>
            <a:r>
              <a:rPr lang="en-US" sz="3500" dirty="0" smtClean="0">
                <a:latin typeface="Times New Roman" pitchFamily="18" charset="0"/>
                <a:cs typeface="Times New Roman" pitchFamily="18" charset="0"/>
              </a:rPr>
              <a:t> </a:t>
            </a:r>
            <a:r>
              <a:rPr lang="en-US" sz="3500" dirty="0" err="1" smtClean="0">
                <a:latin typeface="Times New Roman" pitchFamily="18" charset="0"/>
                <a:cs typeface="Times New Roman" pitchFamily="18" charset="0"/>
              </a:rPr>
              <a:t>bài</a:t>
            </a:r>
            <a:r>
              <a:rPr lang="en-US" sz="3500" dirty="0" smtClean="0">
                <a:latin typeface="Times New Roman" pitchFamily="18" charset="0"/>
                <a:cs typeface="Times New Roman" pitchFamily="18" charset="0"/>
              </a:rPr>
              <a:t> </a:t>
            </a:r>
            <a:r>
              <a:rPr lang="en-US" sz="3500" dirty="0" err="1" smtClean="0">
                <a:latin typeface="Times New Roman" pitchFamily="18" charset="0"/>
                <a:cs typeface="Times New Roman" pitchFamily="18" charset="0"/>
              </a:rPr>
              <a:t>tiết</a:t>
            </a:r>
            <a:r>
              <a:rPr lang="en-US" sz="3500" dirty="0" smtClean="0">
                <a:latin typeface="Times New Roman" pitchFamily="18" charset="0"/>
                <a:cs typeface="Times New Roman" pitchFamily="18" charset="0"/>
              </a:rPr>
              <a:t> </a:t>
            </a:r>
            <a:r>
              <a:rPr lang="en-US" sz="3500" dirty="0" err="1" smtClean="0">
                <a:latin typeface="Times New Roman" pitchFamily="18" charset="0"/>
                <a:cs typeface="Times New Roman" pitchFamily="18" charset="0"/>
              </a:rPr>
              <a:t>nươc</a:t>
            </a:r>
            <a:r>
              <a:rPr lang="en-US" sz="3500" dirty="0" smtClean="0">
                <a:latin typeface="Times New Roman" pitchFamily="18" charset="0"/>
                <a:cs typeface="Times New Roman" pitchFamily="18" charset="0"/>
              </a:rPr>
              <a:t> </a:t>
            </a:r>
            <a:r>
              <a:rPr lang="en-US" sz="3500" dirty="0" err="1" smtClean="0">
                <a:latin typeface="Times New Roman" pitchFamily="18" charset="0"/>
                <a:cs typeface="Times New Roman" pitchFamily="18" charset="0"/>
              </a:rPr>
              <a:t>tiểu</a:t>
            </a:r>
            <a:r>
              <a:rPr lang="en-US" sz="3500" dirty="0" smtClean="0">
                <a:latin typeface="Times New Roman" pitchFamily="18" charset="0"/>
                <a:cs typeface="Times New Roman" pitchFamily="18" charset="0"/>
              </a:rPr>
              <a:t> </a:t>
            </a:r>
            <a:r>
              <a:rPr lang="en-US" sz="3500" dirty="0" err="1" smtClean="0">
                <a:latin typeface="Times New Roman" pitchFamily="18" charset="0"/>
                <a:cs typeface="Times New Roman" pitchFamily="18" charset="0"/>
              </a:rPr>
              <a:t>và</a:t>
            </a:r>
            <a:r>
              <a:rPr lang="en-US" sz="3500" dirty="0" smtClean="0">
                <a:latin typeface="Times New Roman" pitchFamily="18" charset="0"/>
                <a:cs typeface="Times New Roman" pitchFamily="18" charset="0"/>
              </a:rPr>
              <a:t> </a:t>
            </a:r>
            <a:r>
              <a:rPr lang="en-US" sz="3500" dirty="0" err="1" smtClean="0">
                <a:latin typeface="Times New Roman" pitchFamily="18" charset="0"/>
                <a:cs typeface="Times New Roman" pitchFamily="18" charset="0"/>
              </a:rPr>
              <a:t>vã</a:t>
            </a:r>
            <a:r>
              <a:rPr lang="en-US" sz="3500" dirty="0" smtClean="0">
                <a:latin typeface="Times New Roman" pitchFamily="18" charset="0"/>
                <a:cs typeface="Times New Roman" pitchFamily="18" charset="0"/>
              </a:rPr>
              <a:t> </a:t>
            </a:r>
            <a:r>
              <a:rPr lang="en-US" sz="3500" dirty="0" err="1" smtClean="0">
                <a:latin typeface="Times New Roman" pitchFamily="18" charset="0"/>
                <a:cs typeface="Times New Roman" pitchFamily="18" charset="0"/>
              </a:rPr>
              <a:t>mồ</a:t>
            </a:r>
            <a:r>
              <a:rPr lang="en-US" sz="3500" dirty="0" smtClean="0">
                <a:latin typeface="Times New Roman" pitchFamily="18" charset="0"/>
                <a:cs typeface="Times New Roman" pitchFamily="18" charset="0"/>
              </a:rPr>
              <a:t> </a:t>
            </a:r>
            <a:r>
              <a:rPr lang="en-US" sz="3500" dirty="0" err="1" smtClean="0">
                <a:latin typeface="Times New Roman" pitchFamily="18" charset="0"/>
                <a:cs typeface="Times New Roman" pitchFamily="18" charset="0"/>
              </a:rPr>
              <a:t>hô</a:t>
            </a:r>
            <a:r>
              <a:rPr lang="en-US" sz="3200" dirty="0" err="1" smtClean="0">
                <a:latin typeface="Times New Roman" pitchFamily="18" charset="0"/>
                <a:cs typeface="Times New Roman" pitchFamily="18" charset="0"/>
              </a:rPr>
              <a:t>i</a:t>
            </a:r>
            <a:r>
              <a:rPr lang="en-US" sz="3200" dirty="0" smtClean="0">
                <a:latin typeface="Times New Roman" pitchFamily="18" charset="0"/>
                <a:cs typeface="Times New Roman" pitchFamily="18" charset="0"/>
              </a:rPr>
              <a:t> </a:t>
            </a:r>
            <a:endParaRPr lang="en-US" sz="3200" dirty="0">
              <a:latin typeface="Times New Roman" pitchFamily="18" charset="0"/>
              <a:cs typeface="Times New Roman" pitchFamily="18" charset="0"/>
            </a:endParaRPr>
          </a:p>
        </p:txBody>
      </p:sp>
    </p:spTree>
  </p:cSld>
  <p:clrMapOvr>
    <a:masterClrMapping/>
  </p:clrMapOvr>
  <p:transition spd="slow">
    <p:randomBa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3">
                                            <p:txEl>
                                              <p:pRg st="6" end="6"/>
                                            </p:txEl>
                                          </p:spTgt>
                                        </p:tgtEl>
                                        <p:attrNameLst>
                                          <p:attrName>style.visibility</p:attrName>
                                        </p:attrNameLst>
                                      </p:cBhvr>
                                      <p:to>
                                        <p:strVal val="visible"/>
                                      </p:to>
                                    </p:set>
                                    <p:anim calcmode="lin" valueType="num">
                                      <p:cBhvr additive="base">
                                        <p:cTn id="4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544" y="260648"/>
            <a:ext cx="8229600" cy="1068728"/>
          </a:xfrm>
        </p:spPr>
        <p:txBody>
          <a:bodyPr/>
          <a:lstStyle/>
          <a:p>
            <a:r>
              <a:rPr lang="en-US" dirty="0" smtClean="0"/>
              <a:t>LỢI ÍCH CỦA SỐT</a:t>
            </a:r>
            <a:endParaRPr lang="en-US" dirty="0"/>
          </a:p>
        </p:txBody>
      </p:sp>
      <p:sp>
        <p:nvSpPr>
          <p:cNvPr id="5" name="Content Placeholder 4"/>
          <p:cNvSpPr>
            <a:spLocks noGrp="1"/>
          </p:cNvSpPr>
          <p:nvPr>
            <p:ph sz="quarter" idx="2"/>
          </p:nvPr>
        </p:nvSpPr>
        <p:spPr>
          <a:xfrm>
            <a:off x="457200" y="1916832"/>
            <a:ext cx="8291264" cy="4443488"/>
          </a:xfrm>
        </p:spPr>
        <p:txBody>
          <a:bodyPr>
            <a:noAutofit/>
          </a:bodyPr>
          <a:lstStyle/>
          <a:p>
            <a:pPr>
              <a:buNone/>
              <a:tabLst>
                <a:tab pos="457200" algn="l"/>
              </a:tabLst>
            </a:pPr>
            <a:r>
              <a:rPr lang="en-US" sz="2400" dirty="0" smtClean="0">
                <a:latin typeface="Times New Roman" panose="02020603050405020304" pitchFamily="18" charset="0"/>
                <a:cs typeface="Times New Roman" panose="02020603050405020304" pitchFamily="18" charset="0"/>
              </a:rPr>
              <a:t>*	</a:t>
            </a:r>
            <a:r>
              <a:rPr lang="en-US" sz="2800" dirty="0" err="1" smtClean="0">
                <a:latin typeface="Times New Roman" pitchFamily="18" charset="0"/>
                <a:cs typeface="Times New Roman" pitchFamily="18" charset="0"/>
              </a:rPr>
              <a:t>Sốt</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là</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phản</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ứng</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kích</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ứng</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toàn</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thân</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mang</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tính</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chất</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bảo</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vệ</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vì</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sốt</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làm</a:t>
            </a:r>
            <a:r>
              <a:rPr lang="en-US" sz="2800" dirty="0" smtClean="0">
                <a:latin typeface="Times New Roman" pitchFamily="18" charset="0"/>
                <a:cs typeface="Times New Roman" pitchFamily="18" charset="0"/>
              </a:rPr>
              <a:t>:</a:t>
            </a:r>
          </a:p>
          <a:p>
            <a:pPr>
              <a:buNone/>
              <a:tabLst>
                <a:tab pos="457200" algn="l"/>
              </a:tabLst>
            </a:pPr>
            <a:r>
              <a:rPr lang="en-US" sz="2800" dirty="0" smtClean="0">
                <a:latin typeface="Times New Roman" pitchFamily="18" charset="0"/>
                <a:cs typeface="Times New Roman" pitchFamily="18" charset="0"/>
              </a:rPr>
              <a:t>   -</a:t>
            </a:r>
            <a:r>
              <a:rPr lang="en-US" sz="2800" b="1" dirty="0" err="1" smtClean="0">
                <a:latin typeface="Times New Roman" panose="02020603050405020304" pitchFamily="18" charset="0"/>
                <a:cs typeface="Times New Roman" panose="02020603050405020304" pitchFamily="18" charset="0"/>
              </a:rPr>
              <a:t>Tăng</a:t>
            </a:r>
            <a:r>
              <a:rPr lang="en-US" sz="2800" b="1" dirty="0" smtClean="0">
                <a:latin typeface="Times New Roman" panose="02020603050405020304" pitchFamily="18" charset="0"/>
                <a:cs typeface="Times New Roman" panose="02020603050405020304" pitchFamily="18" charset="0"/>
              </a:rPr>
              <a:t> </a:t>
            </a:r>
            <a:r>
              <a:rPr lang="en-US" sz="2800" b="1" dirty="0" err="1" smtClean="0">
                <a:latin typeface="Times New Roman" panose="02020603050405020304" pitchFamily="18" charset="0"/>
                <a:cs typeface="Times New Roman" panose="02020603050405020304" pitchFamily="18" charset="0"/>
              </a:rPr>
              <a:t>khả</a:t>
            </a:r>
            <a:r>
              <a:rPr lang="en-US" sz="2800" b="1" dirty="0" smtClean="0">
                <a:latin typeface="Times New Roman" panose="02020603050405020304" pitchFamily="18" charset="0"/>
                <a:cs typeface="Times New Roman" panose="02020603050405020304" pitchFamily="18" charset="0"/>
              </a:rPr>
              <a:t> </a:t>
            </a:r>
            <a:r>
              <a:rPr lang="en-US" sz="2800" b="1" dirty="0" err="1" smtClean="0">
                <a:latin typeface="Times New Roman" panose="02020603050405020304" pitchFamily="18" charset="0"/>
                <a:cs typeface="Times New Roman" panose="02020603050405020304" pitchFamily="18" charset="0"/>
              </a:rPr>
              <a:t>năng</a:t>
            </a:r>
            <a:r>
              <a:rPr lang="en-US" sz="2800" b="1" dirty="0" smtClean="0">
                <a:latin typeface="Times New Roman" panose="02020603050405020304" pitchFamily="18" charset="0"/>
                <a:cs typeface="Times New Roman" panose="02020603050405020304" pitchFamily="18" charset="0"/>
              </a:rPr>
              <a:t> </a:t>
            </a:r>
            <a:r>
              <a:rPr lang="en-US" sz="2800" b="1" dirty="0" err="1" smtClean="0">
                <a:latin typeface="Times New Roman" panose="02020603050405020304" pitchFamily="18" charset="0"/>
                <a:cs typeface="Times New Roman" panose="02020603050405020304" pitchFamily="18" charset="0"/>
              </a:rPr>
              <a:t>đáp</a:t>
            </a:r>
            <a:r>
              <a:rPr lang="en-US" sz="2800" b="1" dirty="0" smtClean="0">
                <a:latin typeface="Times New Roman" panose="02020603050405020304" pitchFamily="18" charset="0"/>
                <a:cs typeface="Times New Roman" panose="02020603050405020304" pitchFamily="18" charset="0"/>
              </a:rPr>
              <a:t> </a:t>
            </a:r>
            <a:r>
              <a:rPr lang="en-US" sz="2800" b="1" dirty="0" err="1" smtClean="0">
                <a:latin typeface="Times New Roman" panose="02020603050405020304" pitchFamily="18" charset="0"/>
                <a:cs typeface="Times New Roman" panose="02020603050405020304" pitchFamily="18" charset="0"/>
              </a:rPr>
              <a:t>ứng</a:t>
            </a:r>
            <a:r>
              <a:rPr lang="en-US" sz="2800" b="1" dirty="0" smtClean="0">
                <a:latin typeface="Times New Roman" panose="02020603050405020304" pitchFamily="18" charset="0"/>
                <a:cs typeface="Times New Roman" panose="02020603050405020304" pitchFamily="18" charset="0"/>
              </a:rPr>
              <a:t> </a:t>
            </a:r>
            <a:r>
              <a:rPr lang="en-US" sz="2800" b="1" dirty="0" err="1" smtClean="0">
                <a:latin typeface="Times New Roman" panose="02020603050405020304" pitchFamily="18" charset="0"/>
                <a:cs typeface="Times New Roman" panose="02020603050405020304" pitchFamily="18" charset="0"/>
              </a:rPr>
              <a:t>miễn</a:t>
            </a:r>
            <a:r>
              <a:rPr lang="en-US" sz="2800" b="1" dirty="0" smtClean="0">
                <a:latin typeface="Times New Roman" panose="02020603050405020304" pitchFamily="18" charset="0"/>
                <a:cs typeface="Times New Roman" panose="02020603050405020304" pitchFamily="18" charset="0"/>
              </a:rPr>
              <a:t> </a:t>
            </a:r>
            <a:r>
              <a:rPr lang="en-US" sz="2800" b="1" dirty="0" err="1" smtClean="0">
                <a:latin typeface="Times New Roman" panose="02020603050405020304" pitchFamily="18" charset="0"/>
                <a:cs typeface="Times New Roman" panose="02020603050405020304" pitchFamily="18" charset="0"/>
              </a:rPr>
              <a:t>dịch</a:t>
            </a:r>
            <a:r>
              <a:rPr lang="en-US" sz="2800" dirty="0" smtClean="0">
                <a:latin typeface="Times New Roman" panose="02020603050405020304" pitchFamily="18" charset="0"/>
                <a:cs typeface="Times New Roman" panose="02020603050405020304" pitchFamily="18" charset="0"/>
              </a:rPr>
              <a:t>: </a:t>
            </a:r>
            <a:r>
              <a:rPr lang="en-US" sz="2800" dirty="0" err="1" smtClean="0">
                <a:latin typeface="Times New Roman" panose="02020603050405020304" pitchFamily="18" charset="0"/>
                <a:cs typeface="Times New Roman" panose="02020603050405020304" pitchFamily="18" charset="0"/>
              </a:rPr>
              <a:t>tăng</a:t>
            </a:r>
            <a:r>
              <a:rPr lang="en-US" sz="2800" dirty="0" smtClean="0">
                <a:latin typeface="Times New Roman" panose="02020603050405020304" pitchFamily="18" charset="0"/>
                <a:cs typeface="Times New Roman" panose="02020603050405020304" pitchFamily="18" charset="0"/>
              </a:rPr>
              <a:t> </a:t>
            </a:r>
            <a:r>
              <a:rPr lang="en-US" sz="2800" dirty="0" err="1" smtClean="0">
                <a:latin typeface="Times New Roman" panose="02020603050405020304" pitchFamily="18" charset="0"/>
                <a:cs typeface="Times New Roman" panose="02020603050405020304" pitchFamily="18" charset="0"/>
              </a:rPr>
              <a:t>sinh</a:t>
            </a:r>
            <a:r>
              <a:rPr lang="en-US" sz="2800" dirty="0" smtClean="0">
                <a:latin typeface="Times New Roman" panose="02020603050405020304" pitchFamily="18" charset="0"/>
                <a:cs typeface="Times New Roman" panose="02020603050405020304" pitchFamily="18" charset="0"/>
              </a:rPr>
              <a:t> </a:t>
            </a:r>
            <a:r>
              <a:rPr lang="en-US" sz="2800" dirty="0" err="1" smtClean="0">
                <a:latin typeface="Times New Roman" panose="02020603050405020304" pitchFamily="18" charset="0"/>
                <a:cs typeface="Times New Roman" panose="02020603050405020304" pitchFamily="18" charset="0"/>
              </a:rPr>
              <a:t>bạch</a:t>
            </a:r>
            <a:r>
              <a:rPr lang="en-US" sz="2800" dirty="0" smtClean="0">
                <a:latin typeface="Times New Roman" panose="02020603050405020304" pitchFamily="18" charset="0"/>
                <a:cs typeface="Times New Roman" panose="02020603050405020304" pitchFamily="18" charset="0"/>
              </a:rPr>
              <a:t> </a:t>
            </a:r>
            <a:r>
              <a:rPr lang="en-US" sz="2800" dirty="0" err="1" smtClean="0">
                <a:latin typeface="Times New Roman" panose="02020603050405020304" pitchFamily="18" charset="0"/>
                <a:cs typeface="Times New Roman" panose="02020603050405020304" pitchFamily="18" charset="0"/>
              </a:rPr>
              <a:t>cầu</a:t>
            </a:r>
            <a:r>
              <a:rPr lang="en-US" sz="2800" dirty="0" smtClean="0">
                <a:latin typeface="Times New Roman" panose="02020603050405020304" pitchFamily="18" charset="0"/>
                <a:cs typeface="Times New Roman" panose="02020603050405020304" pitchFamily="18" charset="0"/>
              </a:rPr>
              <a:t> </a:t>
            </a:r>
            <a:r>
              <a:rPr lang="en-US" sz="2800" dirty="0" err="1" smtClean="0">
                <a:latin typeface="Times New Roman" panose="02020603050405020304" pitchFamily="18" charset="0"/>
                <a:cs typeface="Times New Roman" panose="02020603050405020304" pitchFamily="18" charset="0"/>
              </a:rPr>
              <a:t>đa</a:t>
            </a:r>
            <a:r>
              <a:rPr lang="en-US" sz="2800" dirty="0" smtClean="0">
                <a:latin typeface="Times New Roman" panose="02020603050405020304" pitchFamily="18" charset="0"/>
                <a:cs typeface="Times New Roman" panose="02020603050405020304" pitchFamily="18" charset="0"/>
              </a:rPr>
              <a:t> </a:t>
            </a:r>
            <a:r>
              <a:rPr lang="en-US" sz="2800" dirty="0" err="1" smtClean="0">
                <a:latin typeface="Times New Roman" panose="02020603050405020304" pitchFamily="18" charset="0"/>
                <a:cs typeface="Times New Roman" panose="02020603050405020304" pitchFamily="18" charset="0"/>
              </a:rPr>
              <a:t>nhân</a:t>
            </a:r>
            <a:r>
              <a:rPr lang="en-US" sz="2800" dirty="0" smtClean="0">
                <a:latin typeface="Times New Roman" panose="02020603050405020304" pitchFamily="18" charset="0"/>
                <a:cs typeface="Times New Roman" panose="02020603050405020304" pitchFamily="18" charset="0"/>
              </a:rPr>
              <a:t> </a:t>
            </a:r>
            <a:r>
              <a:rPr lang="en-US" sz="2800" dirty="0" err="1" smtClean="0">
                <a:latin typeface="Times New Roman" panose="02020603050405020304" pitchFamily="18" charset="0"/>
                <a:cs typeface="Times New Roman" panose="02020603050405020304" pitchFamily="18" charset="0"/>
              </a:rPr>
              <a:t>trung</a:t>
            </a:r>
            <a:r>
              <a:rPr lang="en-US" sz="2800" dirty="0" smtClean="0">
                <a:latin typeface="Times New Roman" panose="02020603050405020304" pitchFamily="18" charset="0"/>
                <a:cs typeface="Times New Roman" panose="02020603050405020304" pitchFamily="18" charset="0"/>
              </a:rPr>
              <a:t> </a:t>
            </a:r>
            <a:r>
              <a:rPr lang="en-US" sz="2800" dirty="0" err="1" smtClean="0">
                <a:latin typeface="Times New Roman" panose="02020603050405020304" pitchFamily="18" charset="0"/>
                <a:cs typeface="Times New Roman" panose="02020603050405020304" pitchFamily="18" charset="0"/>
              </a:rPr>
              <a:t>tính</a:t>
            </a:r>
            <a:r>
              <a:rPr lang="en-US" sz="2800" dirty="0" smtClean="0">
                <a:latin typeface="Times New Roman" panose="02020603050405020304" pitchFamily="18" charset="0"/>
                <a:cs typeface="Times New Roman" panose="02020603050405020304" pitchFamily="18" charset="0"/>
              </a:rPr>
              <a:t>, </a:t>
            </a:r>
            <a:r>
              <a:rPr lang="en-US" sz="2800" dirty="0" err="1" smtClean="0">
                <a:latin typeface="Times New Roman" panose="02020603050405020304" pitchFamily="18" charset="0"/>
                <a:cs typeface="Times New Roman" panose="02020603050405020304" pitchFamily="18" charset="0"/>
              </a:rPr>
              <a:t>tăng</a:t>
            </a:r>
            <a:r>
              <a:rPr lang="en-US" sz="2800" dirty="0" smtClean="0">
                <a:latin typeface="Times New Roman" panose="02020603050405020304" pitchFamily="18" charset="0"/>
                <a:cs typeface="Times New Roman" panose="02020603050405020304" pitchFamily="18" charset="0"/>
              </a:rPr>
              <a:t> </a:t>
            </a:r>
            <a:r>
              <a:rPr lang="en-US" sz="2800" dirty="0" err="1" smtClean="0">
                <a:latin typeface="Times New Roman" panose="02020603050405020304" pitchFamily="18" charset="0"/>
                <a:cs typeface="Times New Roman" panose="02020603050405020304" pitchFamily="18" charset="0"/>
              </a:rPr>
              <a:t>khả</a:t>
            </a:r>
            <a:r>
              <a:rPr lang="en-US" sz="2800" dirty="0" smtClean="0">
                <a:latin typeface="Times New Roman" panose="02020603050405020304" pitchFamily="18" charset="0"/>
                <a:cs typeface="Times New Roman" panose="02020603050405020304" pitchFamily="18" charset="0"/>
              </a:rPr>
              <a:t> </a:t>
            </a:r>
            <a:r>
              <a:rPr lang="en-US" sz="2800" dirty="0" err="1" smtClean="0">
                <a:latin typeface="Times New Roman" panose="02020603050405020304" pitchFamily="18" charset="0"/>
                <a:cs typeface="Times New Roman" panose="02020603050405020304" pitchFamily="18" charset="0"/>
              </a:rPr>
              <a:t>năng</a:t>
            </a:r>
            <a:r>
              <a:rPr lang="en-US" sz="2800" dirty="0" smtClean="0">
                <a:latin typeface="Times New Roman" panose="02020603050405020304" pitchFamily="18" charset="0"/>
                <a:cs typeface="Times New Roman" panose="02020603050405020304" pitchFamily="18" charset="0"/>
              </a:rPr>
              <a:t> </a:t>
            </a:r>
            <a:r>
              <a:rPr lang="en-US" sz="2800" dirty="0" err="1" smtClean="0">
                <a:latin typeface="Times New Roman" panose="02020603050405020304" pitchFamily="18" charset="0"/>
                <a:cs typeface="Times New Roman" panose="02020603050405020304" pitchFamily="18" charset="0"/>
              </a:rPr>
              <a:t>sản</a:t>
            </a:r>
            <a:r>
              <a:rPr lang="en-US" sz="2800" dirty="0" smtClean="0">
                <a:latin typeface="Times New Roman" panose="02020603050405020304" pitchFamily="18" charset="0"/>
                <a:cs typeface="Times New Roman" panose="02020603050405020304" pitchFamily="18" charset="0"/>
              </a:rPr>
              <a:t> </a:t>
            </a:r>
            <a:r>
              <a:rPr lang="en-US" sz="2800" dirty="0" err="1" smtClean="0">
                <a:latin typeface="Times New Roman" panose="02020603050405020304" pitchFamily="18" charset="0"/>
                <a:cs typeface="Times New Roman" panose="02020603050405020304" pitchFamily="18" charset="0"/>
              </a:rPr>
              <a:t>xuất</a:t>
            </a:r>
            <a:r>
              <a:rPr lang="en-US" sz="2800" dirty="0" smtClean="0">
                <a:latin typeface="Times New Roman" panose="02020603050405020304" pitchFamily="18" charset="0"/>
                <a:cs typeface="Times New Roman" panose="02020603050405020304" pitchFamily="18" charset="0"/>
              </a:rPr>
              <a:t> </a:t>
            </a:r>
            <a:r>
              <a:rPr lang="en-US" sz="2800" dirty="0" err="1" smtClean="0">
                <a:latin typeface="Times New Roman" panose="02020603050405020304" pitchFamily="18" charset="0"/>
                <a:cs typeface="Times New Roman" panose="02020603050405020304" pitchFamily="18" charset="0"/>
              </a:rPr>
              <a:t>kháng</a:t>
            </a:r>
            <a:r>
              <a:rPr lang="en-US" sz="2800" dirty="0" smtClean="0">
                <a:latin typeface="Times New Roman" panose="02020603050405020304" pitchFamily="18" charset="0"/>
                <a:cs typeface="Times New Roman" panose="02020603050405020304" pitchFamily="18" charset="0"/>
              </a:rPr>
              <a:t> </a:t>
            </a:r>
            <a:r>
              <a:rPr lang="en-US" sz="2800" dirty="0" err="1" smtClean="0">
                <a:latin typeface="Times New Roman" panose="02020603050405020304" pitchFamily="18" charset="0"/>
                <a:cs typeface="Times New Roman" panose="02020603050405020304" pitchFamily="18" charset="0"/>
              </a:rPr>
              <a:t>thể</a:t>
            </a:r>
            <a:r>
              <a:rPr lang="en-US" sz="2800" dirty="0" smtClean="0">
                <a:latin typeface="Times New Roman" panose="02020603050405020304" pitchFamily="18" charset="0"/>
                <a:cs typeface="Times New Roman" panose="02020603050405020304" pitchFamily="18" charset="0"/>
              </a:rPr>
              <a:t>, </a:t>
            </a:r>
            <a:r>
              <a:rPr lang="en-US" sz="2800" dirty="0" err="1" smtClean="0">
                <a:latin typeface="Times New Roman" panose="02020603050405020304" pitchFamily="18" charset="0"/>
                <a:cs typeface="Times New Roman" panose="02020603050405020304" pitchFamily="18" charset="0"/>
              </a:rPr>
              <a:t>bổ</a:t>
            </a:r>
            <a:r>
              <a:rPr lang="en-US" sz="2800" dirty="0" smtClean="0">
                <a:latin typeface="Times New Roman" panose="02020603050405020304" pitchFamily="18" charset="0"/>
                <a:cs typeface="Times New Roman" panose="02020603050405020304" pitchFamily="18" charset="0"/>
              </a:rPr>
              <a:t> </a:t>
            </a:r>
            <a:r>
              <a:rPr lang="en-US" sz="2800" dirty="0" err="1" smtClean="0">
                <a:latin typeface="Times New Roman" panose="02020603050405020304" pitchFamily="18" charset="0"/>
                <a:cs typeface="Times New Roman" panose="02020603050405020304" pitchFamily="18" charset="0"/>
              </a:rPr>
              <a:t>thể</a:t>
            </a:r>
            <a:r>
              <a:rPr lang="en-US" sz="2800" dirty="0" smtClean="0">
                <a:latin typeface="Times New Roman" panose="02020603050405020304" pitchFamily="18" charset="0"/>
                <a:cs typeface="Times New Roman" panose="02020603050405020304" pitchFamily="18" charset="0"/>
              </a:rPr>
              <a:t>.</a:t>
            </a:r>
          </a:p>
          <a:p>
            <a:pPr lvl="0">
              <a:buNone/>
              <a:tabLst>
                <a:tab pos="457200" algn="l"/>
              </a:tabLst>
            </a:pPr>
            <a:r>
              <a:rPr lang="en-US" sz="2800" dirty="0" smtClean="0">
                <a:latin typeface="Times New Roman" panose="02020603050405020304" pitchFamily="18" charset="0"/>
                <a:cs typeface="Times New Roman" panose="02020603050405020304" pitchFamily="18" charset="0"/>
              </a:rPr>
              <a:t>	- </a:t>
            </a:r>
            <a:r>
              <a:rPr lang="en-US" sz="2800" b="1" dirty="0" err="1" smtClean="0">
                <a:latin typeface="Times New Roman" panose="02020603050405020304" pitchFamily="18" charset="0"/>
                <a:cs typeface="Times New Roman" panose="02020603050405020304" pitchFamily="18" charset="0"/>
              </a:rPr>
              <a:t>Ức</a:t>
            </a:r>
            <a:r>
              <a:rPr lang="en-US" sz="2800" b="1" dirty="0" smtClean="0">
                <a:latin typeface="Times New Roman" panose="02020603050405020304" pitchFamily="18" charset="0"/>
                <a:cs typeface="Times New Roman" panose="02020603050405020304" pitchFamily="18" charset="0"/>
              </a:rPr>
              <a:t> </a:t>
            </a:r>
            <a:r>
              <a:rPr lang="en-US" sz="2800" b="1" dirty="0" err="1" smtClean="0">
                <a:latin typeface="Times New Roman" panose="02020603050405020304" pitchFamily="18" charset="0"/>
                <a:cs typeface="Times New Roman" panose="02020603050405020304" pitchFamily="18" charset="0"/>
              </a:rPr>
              <a:t>chế</a:t>
            </a:r>
            <a:r>
              <a:rPr lang="en-US" sz="2800" b="1" dirty="0" smtClean="0">
                <a:latin typeface="Times New Roman" panose="02020603050405020304" pitchFamily="18" charset="0"/>
                <a:cs typeface="Times New Roman" panose="02020603050405020304" pitchFamily="18" charset="0"/>
              </a:rPr>
              <a:t> </a:t>
            </a:r>
            <a:r>
              <a:rPr lang="en-US" sz="2800" b="1" dirty="0" err="1" smtClean="0">
                <a:latin typeface="Times New Roman" panose="02020603050405020304" pitchFamily="18" charset="0"/>
                <a:cs typeface="Times New Roman" panose="02020603050405020304" pitchFamily="18" charset="0"/>
              </a:rPr>
              <a:t>sinh</a:t>
            </a:r>
            <a:r>
              <a:rPr lang="en-US" sz="2800" b="1" dirty="0" smtClean="0">
                <a:latin typeface="Times New Roman" panose="02020603050405020304" pitchFamily="18" charset="0"/>
                <a:cs typeface="Times New Roman" panose="02020603050405020304" pitchFamily="18" charset="0"/>
              </a:rPr>
              <a:t> </a:t>
            </a:r>
            <a:r>
              <a:rPr lang="en-US" sz="2800" b="1" dirty="0" err="1" smtClean="0">
                <a:latin typeface="Times New Roman" panose="02020603050405020304" pitchFamily="18" charset="0"/>
                <a:cs typeface="Times New Roman" panose="02020603050405020304" pitchFamily="18" charset="0"/>
              </a:rPr>
              <a:t>trưởng</a:t>
            </a:r>
            <a:r>
              <a:rPr lang="en-US" sz="2800" dirty="0" smtClean="0">
                <a:latin typeface="Times New Roman" panose="02020603050405020304" pitchFamily="18" charset="0"/>
                <a:cs typeface="Times New Roman" panose="02020603050405020304" pitchFamily="18" charset="0"/>
              </a:rPr>
              <a:t> </a:t>
            </a:r>
            <a:r>
              <a:rPr lang="en-US" sz="2800" dirty="0" err="1" smtClean="0">
                <a:latin typeface="Times New Roman" panose="02020603050405020304" pitchFamily="18" charset="0"/>
                <a:cs typeface="Times New Roman" panose="02020603050405020304" pitchFamily="18" charset="0"/>
              </a:rPr>
              <a:t>của</a:t>
            </a:r>
            <a:r>
              <a:rPr lang="en-US" sz="2800" dirty="0" smtClean="0">
                <a:latin typeface="Times New Roman" panose="02020603050405020304" pitchFamily="18" charset="0"/>
                <a:cs typeface="Times New Roman" panose="02020603050405020304" pitchFamily="18" charset="0"/>
              </a:rPr>
              <a:t> vi </a:t>
            </a:r>
            <a:r>
              <a:rPr lang="en-US" sz="2800" dirty="0" err="1" smtClean="0">
                <a:latin typeface="Times New Roman" panose="02020603050405020304" pitchFamily="18" charset="0"/>
                <a:cs typeface="Times New Roman" panose="02020603050405020304" pitchFamily="18" charset="0"/>
              </a:rPr>
              <a:t>khuẩn,virus</a:t>
            </a:r>
            <a:endParaRPr lang="en-US" sz="2800" dirty="0" smtClean="0">
              <a:latin typeface="Times New Roman" panose="02020603050405020304" pitchFamily="18" charset="0"/>
              <a:cs typeface="Times New Roman" panose="02020603050405020304" pitchFamily="18" charset="0"/>
            </a:endParaRPr>
          </a:p>
          <a:p>
            <a:pPr lvl="0">
              <a:buNone/>
              <a:tabLst>
                <a:tab pos="457200" algn="l"/>
              </a:tabLst>
            </a:pPr>
            <a:r>
              <a:rPr lang="en-US" sz="2800" dirty="0" smtClean="0">
                <a:latin typeface="Times New Roman" panose="02020603050405020304" pitchFamily="18" charset="0"/>
                <a:cs typeface="Times New Roman" panose="02020603050405020304" pitchFamily="18" charset="0"/>
              </a:rPr>
              <a:t>	-</a:t>
            </a:r>
            <a:r>
              <a:rPr lang="en-US" sz="2800" b="1" dirty="0" err="1" smtClean="0">
                <a:latin typeface="Times New Roman" panose="02020603050405020304" pitchFamily="18" charset="0"/>
                <a:cs typeface="Times New Roman" panose="02020603050405020304" pitchFamily="18" charset="0"/>
              </a:rPr>
              <a:t>Tăng</a:t>
            </a:r>
            <a:r>
              <a:rPr lang="en-US" sz="2800" b="1" dirty="0" smtClean="0">
                <a:latin typeface="Times New Roman" panose="02020603050405020304" pitchFamily="18" charset="0"/>
                <a:cs typeface="Times New Roman" panose="02020603050405020304" pitchFamily="18" charset="0"/>
              </a:rPr>
              <a:t> </a:t>
            </a:r>
            <a:r>
              <a:rPr lang="en-US" sz="2800" b="1" dirty="0" err="1" smtClean="0">
                <a:latin typeface="Times New Roman" panose="02020603050405020304" pitchFamily="18" charset="0"/>
                <a:cs typeface="Times New Roman" panose="02020603050405020304" pitchFamily="18" charset="0"/>
              </a:rPr>
              <a:t>chuyển</a:t>
            </a:r>
            <a:r>
              <a:rPr lang="en-US" sz="2800" b="1" dirty="0" smtClean="0">
                <a:latin typeface="Times New Roman" panose="02020603050405020304" pitchFamily="18" charset="0"/>
                <a:cs typeface="Times New Roman" panose="02020603050405020304" pitchFamily="18" charset="0"/>
              </a:rPr>
              <a:t> </a:t>
            </a:r>
            <a:r>
              <a:rPr lang="en-US" sz="2800" b="1" dirty="0" err="1" smtClean="0">
                <a:latin typeface="Times New Roman" panose="02020603050405020304" pitchFamily="18" charset="0"/>
                <a:cs typeface="Times New Roman" panose="02020603050405020304" pitchFamily="18" charset="0"/>
              </a:rPr>
              <a:t>hóa</a:t>
            </a:r>
            <a:r>
              <a:rPr lang="en-US" sz="2800" b="1" dirty="0" smtClean="0">
                <a:latin typeface="Times New Roman" panose="02020603050405020304" pitchFamily="18" charset="0"/>
                <a:cs typeface="Times New Roman" panose="02020603050405020304" pitchFamily="18" charset="0"/>
              </a:rPr>
              <a:t> </a:t>
            </a:r>
            <a:r>
              <a:rPr lang="en-US" sz="2800" b="1" dirty="0" err="1" smtClean="0">
                <a:latin typeface="Times New Roman" panose="02020603050405020304" pitchFamily="18" charset="0"/>
                <a:cs typeface="Times New Roman" panose="02020603050405020304" pitchFamily="18" charset="0"/>
              </a:rPr>
              <a:t>tại</a:t>
            </a:r>
            <a:r>
              <a:rPr lang="en-US" sz="2800" b="1" dirty="0" smtClean="0">
                <a:latin typeface="Times New Roman" panose="02020603050405020304" pitchFamily="18" charset="0"/>
                <a:cs typeface="Times New Roman" panose="02020603050405020304" pitchFamily="18" charset="0"/>
              </a:rPr>
              <a:t> </a:t>
            </a:r>
            <a:r>
              <a:rPr lang="en-US" sz="2800" b="1" dirty="0" err="1" smtClean="0">
                <a:latin typeface="Times New Roman" panose="02020603050405020304" pitchFamily="18" charset="0"/>
                <a:cs typeface="Times New Roman" panose="02020603050405020304" pitchFamily="18" charset="0"/>
              </a:rPr>
              <a:t>gan</a:t>
            </a:r>
            <a:r>
              <a:rPr lang="en-US" sz="2800" dirty="0" smtClean="0">
                <a:latin typeface="Times New Roman" panose="02020603050405020304" pitchFamily="18" charset="0"/>
                <a:cs typeface="Times New Roman" panose="02020603050405020304" pitchFamily="18" charset="0"/>
              </a:rPr>
              <a:t>: </a:t>
            </a:r>
            <a:r>
              <a:rPr lang="en-US" sz="2800" dirty="0" err="1" smtClean="0">
                <a:latin typeface="Times New Roman" panose="02020603050405020304" pitchFamily="18" charset="0"/>
                <a:cs typeface="Times New Roman" panose="02020603050405020304" pitchFamily="18" charset="0"/>
              </a:rPr>
              <a:t>tăng</a:t>
            </a:r>
            <a:r>
              <a:rPr lang="en-US" sz="2800" dirty="0" smtClean="0">
                <a:latin typeface="Times New Roman" panose="02020603050405020304" pitchFamily="18" charset="0"/>
                <a:cs typeface="Times New Roman" panose="02020603050405020304" pitchFamily="18" charset="0"/>
              </a:rPr>
              <a:t> </a:t>
            </a:r>
            <a:r>
              <a:rPr lang="en-US" sz="2800" dirty="0" err="1" smtClean="0">
                <a:latin typeface="Times New Roman" panose="02020603050405020304" pitchFamily="18" charset="0"/>
                <a:cs typeface="Times New Roman" panose="02020603050405020304" pitchFamily="18" charset="0"/>
              </a:rPr>
              <a:t>chuyển</a:t>
            </a:r>
            <a:r>
              <a:rPr lang="en-US" sz="2800" dirty="0" smtClean="0">
                <a:latin typeface="Times New Roman" panose="02020603050405020304" pitchFamily="18" charset="0"/>
                <a:cs typeface="Times New Roman" panose="02020603050405020304" pitchFamily="18" charset="0"/>
              </a:rPr>
              <a:t> </a:t>
            </a:r>
            <a:r>
              <a:rPr lang="en-US" sz="2800" dirty="0" err="1" smtClean="0">
                <a:latin typeface="Times New Roman" panose="02020603050405020304" pitchFamily="18" charset="0"/>
                <a:cs typeface="Times New Roman" panose="02020603050405020304" pitchFamily="18" charset="0"/>
              </a:rPr>
              <a:t>hóa</a:t>
            </a:r>
            <a:r>
              <a:rPr lang="en-US" sz="2800" dirty="0" smtClean="0">
                <a:latin typeface="Times New Roman" panose="02020603050405020304" pitchFamily="18" charset="0"/>
                <a:cs typeface="Times New Roman" panose="02020603050405020304" pitchFamily="18" charset="0"/>
              </a:rPr>
              <a:t> </a:t>
            </a:r>
            <a:r>
              <a:rPr lang="en-US" sz="2800" dirty="0" err="1" smtClean="0">
                <a:latin typeface="Times New Roman" panose="02020603050405020304" pitchFamily="18" charset="0"/>
                <a:cs typeface="Times New Roman" panose="02020603050405020304" pitchFamily="18" charset="0"/>
              </a:rPr>
              <a:t>năng</a:t>
            </a:r>
            <a:r>
              <a:rPr lang="en-US" sz="2800" dirty="0" smtClean="0">
                <a:latin typeface="Times New Roman" panose="02020603050405020304" pitchFamily="18" charset="0"/>
                <a:cs typeface="Times New Roman" panose="02020603050405020304" pitchFamily="18" charset="0"/>
              </a:rPr>
              <a:t> </a:t>
            </a:r>
            <a:r>
              <a:rPr lang="en-US" sz="2800" dirty="0" err="1" smtClean="0">
                <a:latin typeface="Times New Roman" panose="02020603050405020304" pitchFamily="18" charset="0"/>
                <a:cs typeface="Times New Roman" panose="02020603050405020304" pitchFamily="18" charset="0"/>
              </a:rPr>
              <a:t>lượng</a:t>
            </a:r>
            <a:r>
              <a:rPr lang="en-US" sz="2800" dirty="0" smtClean="0">
                <a:latin typeface="Times New Roman" panose="02020603050405020304" pitchFamily="18" charset="0"/>
                <a:cs typeface="Times New Roman" panose="02020603050405020304" pitchFamily="18" charset="0"/>
              </a:rPr>
              <a:t>, </a:t>
            </a:r>
            <a:r>
              <a:rPr lang="en-US" sz="2800" dirty="0" err="1" smtClean="0">
                <a:latin typeface="Times New Roman" panose="02020603050405020304" pitchFamily="18" charset="0"/>
                <a:cs typeface="Times New Roman" panose="02020603050405020304" pitchFamily="18" charset="0"/>
              </a:rPr>
              <a:t>tăng</a:t>
            </a:r>
            <a:r>
              <a:rPr lang="en-US" sz="2800" dirty="0" smtClean="0">
                <a:latin typeface="Times New Roman" panose="02020603050405020304" pitchFamily="18" charset="0"/>
                <a:cs typeface="Times New Roman" panose="02020603050405020304" pitchFamily="18" charset="0"/>
              </a:rPr>
              <a:t> </a:t>
            </a:r>
            <a:r>
              <a:rPr lang="en-US" sz="2800" dirty="0" err="1" smtClean="0">
                <a:latin typeface="Times New Roman" panose="02020603050405020304" pitchFamily="18" charset="0"/>
                <a:cs typeface="Times New Roman" panose="02020603050405020304" pitchFamily="18" charset="0"/>
              </a:rPr>
              <a:t>khả</a:t>
            </a:r>
            <a:r>
              <a:rPr lang="en-US" sz="2800" dirty="0" smtClean="0">
                <a:latin typeface="Times New Roman" panose="02020603050405020304" pitchFamily="18" charset="0"/>
                <a:cs typeface="Times New Roman" panose="02020603050405020304" pitchFamily="18" charset="0"/>
              </a:rPr>
              <a:t> </a:t>
            </a:r>
            <a:r>
              <a:rPr lang="en-US" sz="2800" dirty="0" err="1" smtClean="0">
                <a:latin typeface="Times New Roman" panose="02020603050405020304" pitchFamily="18" charset="0"/>
                <a:cs typeface="Times New Roman" panose="02020603050405020304" pitchFamily="18" charset="0"/>
              </a:rPr>
              <a:t>năng</a:t>
            </a:r>
            <a:r>
              <a:rPr lang="en-US" sz="2800" dirty="0" smtClean="0">
                <a:latin typeface="Times New Roman" panose="02020603050405020304" pitchFamily="18" charset="0"/>
                <a:cs typeface="Times New Roman" panose="02020603050405020304" pitchFamily="18" charset="0"/>
              </a:rPr>
              <a:t> </a:t>
            </a:r>
            <a:r>
              <a:rPr lang="en-US" sz="2800" dirty="0" err="1" smtClean="0">
                <a:latin typeface="Times New Roman" panose="02020603050405020304" pitchFamily="18" charset="0"/>
                <a:cs typeface="Times New Roman" panose="02020603050405020304" pitchFamily="18" charset="0"/>
              </a:rPr>
              <a:t>chống</a:t>
            </a:r>
            <a:r>
              <a:rPr lang="en-US" sz="2800" dirty="0" smtClean="0">
                <a:latin typeface="Times New Roman" panose="02020603050405020304" pitchFamily="18" charset="0"/>
                <a:cs typeface="Times New Roman" panose="02020603050405020304" pitchFamily="18" charset="0"/>
              </a:rPr>
              <a:t> </a:t>
            </a:r>
            <a:r>
              <a:rPr lang="en-US" sz="2800" dirty="0" err="1" smtClean="0">
                <a:latin typeface="Times New Roman" panose="02020603050405020304" pitchFamily="18" charset="0"/>
                <a:cs typeface="Times New Roman" panose="02020603050405020304" pitchFamily="18" charset="0"/>
              </a:rPr>
              <a:t>độc</a:t>
            </a:r>
            <a:r>
              <a:rPr lang="en-US" sz="2800" dirty="0" smtClean="0">
                <a:latin typeface="Times New Roman" panose="02020603050405020304" pitchFamily="18" charset="0"/>
                <a:cs typeface="Times New Roman" panose="02020603050405020304" pitchFamily="18" charset="0"/>
              </a:rPr>
              <a:t> ,</a:t>
            </a:r>
            <a:r>
              <a:rPr lang="en-US" sz="2800" dirty="0" err="1" smtClean="0">
                <a:latin typeface="Times New Roman" panose="02020603050405020304" pitchFamily="18" charset="0"/>
                <a:cs typeface="Times New Roman" panose="02020603050405020304" pitchFamily="18" charset="0"/>
              </a:rPr>
              <a:t>khử</a:t>
            </a:r>
            <a:r>
              <a:rPr lang="en-US" sz="2800" dirty="0" smtClean="0">
                <a:latin typeface="Times New Roman" panose="02020603050405020304" pitchFamily="18" charset="0"/>
                <a:cs typeface="Times New Roman" panose="02020603050405020304" pitchFamily="18" charset="0"/>
              </a:rPr>
              <a:t> </a:t>
            </a:r>
            <a:r>
              <a:rPr lang="en-US" sz="2800" dirty="0" err="1" smtClean="0">
                <a:latin typeface="Times New Roman" panose="02020603050405020304" pitchFamily="18" charset="0"/>
                <a:cs typeface="Times New Roman" panose="02020603050405020304" pitchFamily="18" charset="0"/>
              </a:rPr>
              <a:t>độc</a:t>
            </a:r>
            <a:r>
              <a:rPr lang="en-US" sz="2800" dirty="0" smtClean="0">
                <a:latin typeface="Times New Roman" panose="02020603050405020304" pitchFamily="18" charset="0"/>
                <a:cs typeface="Times New Roman" panose="02020603050405020304" pitchFamily="18" charset="0"/>
              </a:rPr>
              <a:t>. </a:t>
            </a:r>
          </a:p>
          <a:p>
            <a:pPr lvl="0">
              <a:buNone/>
              <a:tabLst>
                <a:tab pos="457200" algn="l"/>
              </a:tabLst>
            </a:pPr>
            <a:r>
              <a:rPr lang="en-US" sz="2800" dirty="0" smtClean="0">
                <a:latin typeface="Times New Roman" panose="02020603050405020304" pitchFamily="18" charset="0"/>
                <a:cs typeface="Times New Roman" panose="02020603050405020304" pitchFamily="18" charset="0"/>
              </a:rPr>
              <a:t>	-</a:t>
            </a:r>
            <a:r>
              <a:rPr lang="en-US" sz="2800" b="1" dirty="0" err="1" smtClean="0">
                <a:latin typeface="Times New Roman" panose="02020603050405020304" pitchFamily="18" charset="0"/>
                <a:cs typeface="Times New Roman" panose="02020603050405020304" pitchFamily="18" charset="0"/>
              </a:rPr>
              <a:t>Thay</a:t>
            </a:r>
            <a:r>
              <a:rPr lang="en-US" sz="2800" b="1" dirty="0" smtClean="0">
                <a:latin typeface="Times New Roman" panose="02020603050405020304" pitchFamily="18" charset="0"/>
                <a:cs typeface="Times New Roman" panose="02020603050405020304" pitchFamily="18" charset="0"/>
              </a:rPr>
              <a:t> </a:t>
            </a:r>
            <a:r>
              <a:rPr lang="en-US" sz="2800" b="1" dirty="0" err="1" smtClean="0">
                <a:latin typeface="Times New Roman" panose="02020603050405020304" pitchFamily="18" charset="0"/>
                <a:cs typeface="Times New Roman" panose="02020603050405020304" pitchFamily="18" charset="0"/>
              </a:rPr>
              <a:t>đổi</a:t>
            </a:r>
            <a:r>
              <a:rPr lang="en-US" sz="2800" b="1" dirty="0" smtClean="0">
                <a:latin typeface="Times New Roman" panose="02020603050405020304" pitchFamily="18" charset="0"/>
                <a:cs typeface="Times New Roman" panose="02020603050405020304" pitchFamily="18" charset="0"/>
              </a:rPr>
              <a:t> </a:t>
            </a:r>
            <a:r>
              <a:rPr lang="en-US" sz="2800" b="1" dirty="0" err="1" smtClean="0">
                <a:latin typeface="Times New Roman" panose="02020603050405020304" pitchFamily="18" charset="0"/>
                <a:cs typeface="Times New Roman" panose="02020603050405020304" pitchFamily="18" charset="0"/>
              </a:rPr>
              <a:t>nội</a:t>
            </a:r>
            <a:r>
              <a:rPr lang="en-US" sz="2800" b="1" dirty="0" smtClean="0">
                <a:latin typeface="Times New Roman" panose="02020603050405020304" pitchFamily="18" charset="0"/>
                <a:cs typeface="Times New Roman" panose="02020603050405020304" pitchFamily="18" charset="0"/>
              </a:rPr>
              <a:t> </a:t>
            </a:r>
            <a:r>
              <a:rPr lang="en-US" sz="2800" b="1" dirty="0" err="1" smtClean="0">
                <a:latin typeface="Times New Roman" panose="02020603050405020304" pitchFamily="18" charset="0"/>
                <a:cs typeface="Times New Roman" panose="02020603050405020304" pitchFamily="18" charset="0"/>
              </a:rPr>
              <a:t>tiết</a:t>
            </a:r>
            <a:r>
              <a:rPr lang="en-US" sz="2800" dirty="0" smtClean="0">
                <a:latin typeface="Times New Roman" panose="02020603050405020304" pitchFamily="18" charset="0"/>
                <a:cs typeface="Times New Roman" panose="02020603050405020304" pitchFamily="18" charset="0"/>
              </a:rPr>
              <a:t>: </a:t>
            </a:r>
            <a:r>
              <a:rPr lang="en-US" sz="2800" dirty="0" err="1" smtClean="0">
                <a:latin typeface="Times New Roman" panose="02020603050405020304" pitchFamily="18" charset="0"/>
                <a:cs typeface="Times New Roman" panose="02020603050405020304" pitchFamily="18" charset="0"/>
              </a:rPr>
              <a:t>tăng</a:t>
            </a:r>
            <a:r>
              <a:rPr lang="en-US" sz="2800" dirty="0" smtClean="0">
                <a:latin typeface="Times New Roman" panose="02020603050405020304" pitchFamily="18" charset="0"/>
                <a:cs typeface="Times New Roman" panose="02020603050405020304" pitchFamily="18" charset="0"/>
              </a:rPr>
              <a:t> thyroxin, adrenalin, </a:t>
            </a:r>
            <a:r>
              <a:rPr lang="en-US" sz="2800" dirty="0" err="1" smtClean="0">
                <a:latin typeface="Times New Roman" panose="02020603050405020304" pitchFamily="18" charset="0"/>
                <a:cs typeface="Times New Roman" panose="02020603050405020304" pitchFamily="18" charset="0"/>
              </a:rPr>
              <a:t>noradrenain</a:t>
            </a:r>
            <a:r>
              <a:rPr lang="en-US" sz="2800" dirty="0" smtClean="0">
                <a:latin typeface="Times New Roman" panose="02020603050405020304" pitchFamily="18" charset="0"/>
                <a:cs typeface="Times New Roman" panose="02020603050405020304" pitchFamily="18" charset="0"/>
              </a:rPr>
              <a:t>, </a:t>
            </a:r>
            <a:r>
              <a:rPr lang="en-US" sz="2800" dirty="0" err="1" smtClean="0">
                <a:latin typeface="Times New Roman" panose="02020603050405020304" pitchFamily="18" charset="0"/>
                <a:cs typeface="Times New Roman" panose="02020603050405020304" pitchFamily="18" charset="0"/>
              </a:rPr>
              <a:t>cortisol</a:t>
            </a:r>
            <a:endParaRPr lang="en-US" sz="2800" dirty="0"/>
          </a:p>
        </p:txBody>
      </p:sp>
    </p:spTree>
  </p:cSld>
  <p:clrMapOvr>
    <a:masterClrMapping/>
  </p:clrMapOvr>
  <p:transition spd="slow">
    <p:randomBa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slide(fromBottom)">
                                      <p:cBhvr>
                                        <p:cTn id="7" dur="20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4"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slide(fromBottom)">
                                      <p:cBhvr>
                                        <p:cTn id="12" dur="20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checkerboard(across)">
                                      <p:cBhvr>
                                        <p:cTn id="17" dur="1000"/>
                                        <p:tgtEl>
                                          <p:spTgt spid="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3" presetClass="entr" presetSubtype="16" fill="hold" nodeType="clickEffect">
                                  <p:stCondLst>
                                    <p:cond delay="0"/>
                                  </p:stCondLst>
                                  <p:childTnLst>
                                    <p:set>
                                      <p:cBhvr>
                                        <p:cTn id="21" dur="1" fill="hold">
                                          <p:stCondLst>
                                            <p:cond delay="0"/>
                                          </p:stCondLst>
                                        </p:cTn>
                                        <p:tgtEl>
                                          <p:spTgt spid="5">
                                            <p:txEl>
                                              <p:pRg st="3" end="3"/>
                                            </p:txEl>
                                          </p:spTgt>
                                        </p:tgtEl>
                                        <p:attrNameLst>
                                          <p:attrName>style.visibility</p:attrName>
                                        </p:attrNameLst>
                                      </p:cBhvr>
                                      <p:to>
                                        <p:strVal val="visible"/>
                                      </p:to>
                                    </p:set>
                                    <p:animEffect transition="in" filter="plus(in)">
                                      <p:cBhvr>
                                        <p:cTn id="22" dur="1000"/>
                                        <p:tgtEl>
                                          <p:spTgt spid="5">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6" presetClass="entr" presetSubtype="16" fill="hold" nodeType="clickEffect">
                                  <p:stCondLst>
                                    <p:cond delay="0"/>
                                  </p:stCondLst>
                                  <p:childTnLst>
                                    <p:set>
                                      <p:cBhvr>
                                        <p:cTn id="26" dur="1" fill="hold">
                                          <p:stCondLst>
                                            <p:cond delay="0"/>
                                          </p:stCondLst>
                                        </p:cTn>
                                        <p:tgtEl>
                                          <p:spTgt spid="5">
                                            <p:txEl>
                                              <p:pRg st="4" end="4"/>
                                            </p:txEl>
                                          </p:spTgt>
                                        </p:tgtEl>
                                        <p:attrNameLst>
                                          <p:attrName>style.visibility</p:attrName>
                                        </p:attrNameLst>
                                      </p:cBhvr>
                                      <p:to>
                                        <p:strVal val="visible"/>
                                      </p:to>
                                    </p:set>
                                    <p:animEffect transition="in" filter="circle(in)">
                                      <p:cBhvr>
                                        <p:cTn id="27" dur="2000"/>
                                        <p:tgtEl>
                                          <p:spTgt spid="5">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544" y="260648"/>
            <a:ext cx="8229600" cy="1143000"/>
          </a:xfrm>
        </p:spPr>
        <p:txBody>
          <a:bodyPr/>
          <a:lstStyle/>
          <a:p>
            <a:pPr algn="ctr"/>
            <a:r>
              <a:rPr lang="en-US" dirty="0" err="1" smtClean="0">
                <a:latin typeface="Times New Roman" pitchFamily="18" charset="0"/>
                <a:cs typeface="Times New Roman" pitchFamily="18" charset="0"/>
              </a:rPr>
              <a:t>Tác</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dụng</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không</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tốt</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của</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sốt</a:t>
            </a:r>
            <a:endParaRPr lang="en-US" dirty="0">
              <a:solidFill>
                <a:srgbClr val="FF0000"/>
              </a:solidFill>
              <a:latin typeface="Times New Roman" pitchFamily="18" charset="0"/>
              <a:cs typeface="Times New Roman" pitchFamily="18" charset="0"/>
            </a:endParaRPr>
          </a:p>
        </p:txBody>
      </p:sp>
      <p:sp>
        <p:nvSpPr>
          <p:cNvPr id="5" name="Content Placeholder 4"/>
          <p:cNvSpPr>
            <a:spLocks noGrp="1"/>
          </p:cNvSpPr>
          <p:nvPr>
            <p:ph sz="quarter" idx="2"/>
          </p:nvPr>
        </p:nvSpPr>
        <p:spPr>
          <a:xfrm>
            <a:off x="457200" y="1844824"/>
            <a:ext cx="7427168" cy="4515496"/>
          </a:xfrm>
        </p:spPr>
        <p:txBody>
          <a:bodyPr>
            <a:normAutofit fontScale="92500" lnSpcReduction="10000"/>
          </a:bodyPr>
          <a:lstStyle/>
          <a:p>
            <a:pPr lvl="0">
              <a:buNone/>
              <a:tabLst>
                <a:tab pos="571500" algn="l"/>
              </a:tabLst>
            </a:pPr>
            <a:r>
              <a:rPr lang="en-US" sz="2000" dirty="0" smtClean="0">
                <a:latin typeface="Times New Roman" panose="02020603050405020304" pitchFamily="18" charset="0"/>
                <a:cs typeface="Times New Roman" panose="02020603050405020304" pitchFamily="18" charset="0"/>
              </a:rPr>
              <a:t>	</a:t>
            </a:r>
            <a:r>
              <a:rPr lang="en-US" sz="2800" b="1" dirty="0" err="1" smtClean="0">
                <a:latin typeface="Times New Roman" pitchFamily="18" charset="0"/>
                <a:cs typeface="Times New Roman" pitchFamily="18" charset="0"/>
              </a:rPr>
              <a:t>Khi</a:t>
            </a:r>
            <a:r>
              <a:rPr lang="en-US" sz="2800" b="1" dirty="0" smtClean="0">
                <a:latin typeface="Times New Roman" pitchFamily="18" charset="0"/>
                <a:cs typeface="Times New Roman" pitchFamily="18" charset="0"/>
              </a:rPr>
              <a:t> </a:t>
            </a:r>
            <a:r>
              <a:rPr lang="en-US" sz="2800" b="1" dirty="0" err="1" smtClean="0">
                <a:latin typeface="Times New Roman" pitchFamily="18" charset="0"/>
                <a:cs typeface="Times New Roman" pitchFamily="18" charset="0"/>
              </a:rPr>
              <a:t>sốt</a:t>
            </a:r>
            <a:r>
              <a:rPr lang="en-US" sz="2800" b="1" dirty="0" smtClean="0">
                <a:latin typeface="Times New Roman" pitchFamily="18" charset="0"/>
                <a:cs typeface="Times New Roman" pitchFamily="18" charset="0"/>
              </a:rPr>
              <a:t> </a:t>
            </a:r>
            <a:r>
              <a:rPr lang="en-US" sz="2800" b="1" dirty="0" err="1" smtClean="0">
                <a:latin typeface="Times New Roman" pitchFamily="18" charset="0"/>
                <a:cs typeface="Times New Roman" pitchFamily="18" charset="0"/>
              </a:rPr>
              <a:t>cao</a:t>
            </a:r>
            <a:r>
              <a:rPr lang="en-US" sz="2800" b="1" dirty="0" smtClean="0">
                <a:latin typeface="Times New Roman" pitchFamily="18" charset="0"/>
                <a:cs typeface="Times New Roman" pitchFamily="18" charset="0"/>
              </a:rPr>
              <a:t> </a:t>
            </a:r>
            <a:r>
              <a:rPr lang="en-US" sz="2800" b="1" dirty="0" err="1" smtClean="0">
                <a:latin typeface="Times New Roman" pitchFamily="18" charset="0"/>
                <a:cs typeface="Times New Roman" pitchFamily="18" charset="0"/>
              </a:rPr>
              <a:t>kéo</a:t>
            </a:r>
            <a:r>
              <a:rPr lang="en-US" sz="2800" b="1" dirty="0" smtClean="0">
                <a:latin typeface="Times New Roman" pitchFamily="18" charset="0"/>
                <a:cs typeface="Times New Roman" pitchFamily="18" charset="0"/>
              </a:rPr>
              <a:t> </a:t>
            </a:r>
            <a:r>
              <a:rPr lang="en-US" sz="2800" b="1" dirty="0" err="1" smtClean="0">
                <a:latin typeface="Times New Roman" pitchFamily="18" charset="0"/>
                <a:cs typeface="Times New Roman" pitchFamily="18" charset="0"/>
              </a:rPr>
              <a:t>dài</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hoặc</a:t>
            </a:r>
            <a:r>
              <a:rPr lang="en-US" sz="2800" dirty="0" smtClean="0">
                <a:latin typeface="Times New Roman" pitchFamily="18" charset="0"/>
                <a:cs typeface="Times New Roman" pitchFamily="18" charset="0"/>
              </a:rPr>
              <a:t> </a:t>
            </a:r>
            <a:r>
              <a:rPr lang="en-US" sz="2800" b="1" dirty="0" err="1" smtClean="0">
                <a:latin typeface="Times New Roman" pitchFamily="18" charset="0"/>
                <a:cs typeface="Times New Roman" pitchFamily="18" charset="0"/>
              </a:rPr>
              <a:t>sốt</a:t>
            </a:r>
            <a:r>
              <a:rPr lang="en-US" sz="2800" b="1" dirty="0" smtClean="0">
                <a:latin typeface="Times New Roman" pitchFamily="18" charset="0"/>
                <a:cs typeface="Times New Roman" pitchFamily="18" charset="0"/>
              </a:rPr>
              <a:t> ở </a:t>
            </a:r>
            <a:r>
              <a:rPr lang="en-US" sz="2800" b="1" dirty="0" err="1" smtClean="0">
                <a:latin typeface="Times New Roman" pitchFamily="18" charset="0"/>
                <a:cs typeface="Times New Roman" pitchFamily="18" charset="0"/>
              </a:rPr>
              <a:t>những</a:t>
            </a:r>
            <a:r>
              <a:rPr lang="en-US" sz="2800" b="1" dirty="0" smtClean="0">
                <a:latin typeface="Times New Roman" pitchFamily="18" charset="0"/>
                <a:cs typeface="Times New Roman" pitchFamily="18" charset="0"/>
              </a:rPr>
              <a:t> </a:t>
            </a:r>
            <a:r>
              <a:rPr lang="en-US" sz="2800" b="1" dirty="0" err="1" smtClean="0">
                <a:latin typeface="Times New Roman" pitchFamily="18" charset="0"/>
                <a:cs typeface="Times New Roman" pitchFamily="18" charset="0"/>
              </a:rPr>
              <a:t>cơ</a:t>
            </a:r>
            <a:r>
              <a:rPr lang="en-US" sz="2800" b="1" dirty="0" smtClean="0">
                <a:latin typeface="Times New Roman" pitchFamily="18" charset="0"/>
                <a:cs typeface="Times New Roman" pitchFamily="18" charset="0"/>
              </a:rPr>
              <a:t> </a:t>
            </a:r>
            <a:r>
              <a:rPr lang="en-US" sz="2800" b="1" dirty="0" err="1" smtClean="0">
                <a:latin typeface="Times New Roman" pitchFamily="18" charset="0"/>
                <a:cs typeface="Times New Roman" pitchFamily="18" charset="0"/>
              </a:rPr>
              <a:t>thể</a:t>
            </a:r>
            <a:r>
              <a:rPr lang="en-US" sz="2800" b="1" dirty="0" smtClean="0">
                <a:latin typeface="Times New Roman" pitchFamily="18" charset="0"/>
                <a:cs typeface="Times New Roman" pitchFamily="18" charset="0"/>
              </a:rPr>
              <a:t> </a:t>
            </a:r>
            <a:r>
              <a:rPr lang="en-US" sz="2800" b="1" dirty="0" err="1" smtClean="0">
                <a:latin typeface="Times New Roman" pitchFamily="18" charset="0"/>
                <a:cs typeface="Times New Roman" pitchFamily="18" charset="0"/>
              </a:rPr>
              <a:t>suy</a:t>
            </a:r>
            <a:r>
              <a:rPr lang="en-US" sz="2800" b="1" dirty="0" smtClean="0">
                <a:latin typeface="Times New Roman" pitchFamily="18" charset="0"/>
                <a:cs typeface="Times New Roman" pitchFamily="18" charset="0"/>
              </a:rPr>
              <a:t> </a:t>
            </a:r>
            <a:r>
              <a:rPr lang="en-US" sz="2800" b="1" dirty="0" err="1" smtClean="0">
                <a:latin typeface="Times New Roman" pitchFamily="18" charset="0"/>
                <a:cs typeface="Times New Roman" pitchFamily="18" charset="0"/>
              </a:rPr>
              <a:t>yếu</a:t>
            </a:r>
            <a:r>
              <a:rPr lang="en-US" sz="2800" b="1" dirty="0" smtClean="0">
                <a:latin typeface="Times New Roman" pitchFamily="18" charset="0"/>
                <a:cs typeface="Times New Roman" pitchFamily="18" charset="0"/>
              </a:rPr>
              <a:t>, </a:t>
            </a:r>
            <a:r>
              <a:rPr lang="en-US" sz="2800" b="1" dirty="0" err="1" smtClean="0">
                <a:latin typeface="Times New Roman" pitchFamily="18" charset="0"/>
                <a:cs typeface="Times New Roman" pitchFamily="18" charset="0"/>
              </a:rPr>
              <a:t>suy</a:t>
            </a:r>
            <a:r>
              <a:rPr lang="en-US" sz="2800" b="1" dirty="0" smtClean="0">
                <a:latin typeface="Times New Roman" pitchFamily="18" charset="0"/>
                <a:cs typeface="Times New Roman" pitchFamily="18" charset="0"/>
              </a:rPr>
              <a:t> </a:t>
            </a:r>
            <a:r>
              <a:rPr lang="en-US" sz="2800" b="1" dirty="0" err="1" smtClean="0">
                <a:latin typeface="Times New Roman" pitchFamily="18" charset="0"/>
                <a:cs typeface="Times New Roman" pitchFamily="18" charset="0"/>
              </a:rPr>
              <a:t>dinh</a:t>
            </a:r>
            <a:r>
              <a:rPr lang="en-US" sz="2800" b="1" dirty="0" smtClean="0">
                <a:latin typeface="Times New Roman" pitchFamily="18" charset="0"/>
                <a:cs typeface="Times New Roman" pitchFamily="18" charset="0"/>
              </a:rPr>
              <a:t> </a:t>
            </a:r>
            <a:r>
              <a:rPr lang="en-US" sz="2800" b="1" dirty="0" err="1" smtClean="0">
                <a:latin typeface="Times New Roman" pitchFamily="18" charset="0"/>
                <a:cs typeface="Times New Roman" pitchFamily="18" charset="0"/>
              </a:rPr>
              <a:t>dưỡng</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dễ</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gây</a:t>
            </a:r>
            <a:r>
              <a:rPr lang="en-US" sz="2800" dirty="0" smtClean="0">
                <a:latin typeface="Times New Roman" pitchFamily="18" charset="0"/>
                <a:cs typeface="Times New Roman" pitchFamily="18" charset="0"/>
              </a:rPr>
              <a:t>:</a:t>
            </a:r>
          </a:p>
          <a:p>
            <a:pPr lvl="0">
              <a:buNone/>
              <a:tabLst>
                <a:tab pos="571500" algn="l"/>
              </a:tabLst>
            </a:pPr>
            <a:r>
              <a:rPr lang="en-US" sz="2800" dirty="0" smtClean="0">
                <a:latin typeface="Times New Roman" pitchFamily="18" charset="0"/>
                <a:cs typeface="Times New Roman" pitchFamily="18" charset="0"/>
              </a:rPr>
              <a:t>    - </a:t>
            </a:r>
            <a:r>
              <a:rPr lang="en-US" sz="2800" dirty="0" err="1" smtClean="0">
                <a:latin typeface="Times New Roman" pitchFamily="18" charset="0"/>
                <a:cs typeface="Times New Roman" pitchFamily="18" charset="0"/>
              </a:rPr>
              <a:t>Rối</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loạn</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chuyển</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hóa</a:t>
            </a:r>
            <a:r>
              <a:rPr lang="en-US" sz="2800" dirty="0" smtClean="0">
                <a:latin typeface="Times New Roman" pitchFamily="18" charset="0"/>
                <a:cs typeface="Times New Roman" pitchFamily="18" charset="0"/>
              </a:rPr>
              <a:t>, RL </a:t>
            </a:r>
            <a:r>
              <a:rPr lang="en-US" sz="2800" dirty="0" err="1" smtClean="0">
                <a:latin typeface="Times New Roman" pitchFamily="18" charset="0"/>
                <a:cs typeface="Times New Roman" pitchFamily="18" charset="0"/>
              </a:rPr>
              <a:t>nước</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điện</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giải</a:t>
            </a:r>
            <a:endParaRPr lang="en-US" sz="2800" dirty="0" smtClean="0">
              <a:latin typeface="Times New Roman" pitchFamily="18" charset="0"/>
              <a:cs typeface="Times New Roman" pitchFamily="18" charset="0"/>
            </a:endParaRPr>
          </a:p>
          <a:p>
            <a:pPr lvl="0">
              <a:buNone/>
              <a:tabLst>
                <a:tab pos="571500" algn="l"/>
              </a:tabLst>
            </a:pPr>
            <a:r>
              <a:rPr lang="en-US" sz="2800" dirty="0" smtClean="0">
                <a:latin typeface="Times New Roman" pitchFamily="18" charset="0"/>
                <a:cs typeface="Times New Roman" pitchFamily="18" charset="0"/>
              </a:rPr>
              <a:t>    - </a:t>
            </a:r>
            <a:r>
              <a:rPr lang="en-US" sz="2800" dirty="0" err="1" smtClean="0">
                <a:latin typeface="Times New Roman" pitchFamily="18" charset="0"/>
                <a:cs typeface="Times New Roman" pitchFamily="18" charset="0"/>
              </a:rPr>
              <a:t>Rối</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loạn</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chức</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năng</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các</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cơ</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quan</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suy</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tim</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suy</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hô</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hấp</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suy</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thận</a:t>
            </a:r>
            <a:r>
              <a:rPr lang="en-US" sz="2800" dirty="0" smtClean="0">
                <a:latin typeface="Times New Roman" pitchFamily="18" charset="0"/>
                <a:cs typeface="Times New Roman" pitchFamily="18" charset="0"/>
              </a:rPr>
              <a:t>…</a:t>
            </a:r>
          </a:p>
          <a:p>
            <a:pPr lvl="0">
              <a:buNone/>
              <a:tabLst>
                <a:tab pos="571500" algn="l"/>
              </a:tabLst>
            </a:pPr>
            <a:r>
              <a:rPr lang="en-US" sz="2800" dirty="0" smtClean="0">
                <a:latin typeface="Times New Roman" pitchFamily="18" charset="0"/>
                <a:cs typeface="Times New Roman" pitchFamily="18" charset="0"/>
              </a:rPr>
              <a:t>    - Co </a:t>
            </a:r>
            <a:r>
              <a:rPr lang="en-US" sz="2800" dirty="0" err="1" smtClean="0">
                <a:latin typeface="Times New Roman" pitchFamily="18" charset="0"/>
                <a:cs typeface="Times New Roman" pitchFamily="18" charset="0"/>
              </a:rPr>
              <a:t>giật</a:t>
            </a:r>
            <a:r>
              <a:rPr lang="en-US" sz="2800" dirty="0" smtClean="0">
                <a:latin typeface="Times New Roman" pitchFamily="18" charset="0"/>
                <a:cs typeface="Times New Roman" pitchFamily="18" charset="0"/>
              </a:rPr>
              <a:t> do </a:t>
            </a:r>
            <a:r>
              <a:rPr lang="en-US" sz="2800" dirty="0" err="1" smtClean="0">
                <a:latin typeface="Times New Roman" pitchFamily="18" charset="0"/>
                <a:cs typeface="Times New Roman" pitchFamily="18" charset="0"/>
              </a:rPr>
              <a:t>sốt</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đặc</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biệt</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trẻ</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từ</a:t>
            </a:r>
            <a:r>
              <a:rPr lang="en-US" sz="2800" dirty="0" smtClean="0">
                <a:latin typeface="Times New Roman" pitchFamily="18" charset="0"/>
                <a:cs typeface="Times New Roman" pitchFamily="18" charset="0"/>
              </a:rPr>
              <a:t> 6 </a:t>
            </a:r>
            <a:r>
              <a:rPr lang="en-US" sz="2800" dirty="0" err="1" smtClean="0">
                <a:latin typeface="Times New Roman" pitchFamily="18" charset="0"/>
                <a:cs typeface="Times New Roman" pitchFamily="18" charset="0"/>
              </a:rPr>
              <a:t>tháng</a:t>
            </a:r>
            <a:r>
              <a:rPr lang="en-US" sz="2800" dirty="0" smtClean="0">
                <a:latin typeface="Times New Roman" pitchFamily="18" charset="0"/>
                <a:cs typeface="Times New Roman" pitchFamily="18" charset="0"/>
              </a:rPr>
              <a:t>- 5 </a:t>
            </a:r>
            <a:r>
              <a:rPr lang="en-US" sz="2800" dirty="0" err="1" smtClean="0">
                <a:latin typeface="Times New Roman" pitchFamily="18" charset="0"/>
                <a:cs typeface="Times New Roman" pitchFamily="18" charset="0"/>
              </a:rPr>
              <a:t>tuổi</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gây</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các</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biến</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chứng</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thần</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kinh</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nếu</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ko</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được</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xử</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trí</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đúng</a:t>
            </a:r>
            <a:r>
              <a:rPr lang="en-US" sz="2800" dirty="0" smtClean="0">
                <a:latin typeface="Times New Roman" pitchFamily="18" charset="0"/>
                <a:cs typeface="Times New Roman" pitchFamily="18" charset="0"/>
              </a:rPr>
              <a:t>..</a:t>
            </a:r>
          </a:p>
          <a:p>
            <a:pPr lvl="0">
              <a:buNone/>
              <a:tabLst>
                <a:tab pos="571500" algn="l"/>
              </a:tabLst>
            </a:pPr>
            <a:r>
              <a:rPr lang="en-US" sz="2800" dirty="0" smtClean="0">
                <a:latin typeface="Times New Roman" pitchFamily="18" charset="0"/>
                <a:cs typeface="Times New Roman" pitchFamily="18" charset="0"/>
              </a:rPr>
              <a:t>    - </a:t>
            </a:r>
            <a:r>
              <a:rPr lang="en-US" sz="2800" dirty="0" err="1" smtClean="0">
                <a:latin typeface="Times New Roman" pitchFamily="18" charset="0"/>
                <a:cs typeface="Times New Roman" pitchFamily="18" charset="0"/>
              </a:rPr>
              <a:t>Suy</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kiệt</a:t>
            </a:r>
            <a:r>
              <a:rPr lang="en-US" sz="2800" dirty="0" smtClean="0">
                <a:latin typeface="Times New Roman" pitchFamily="18" charset="0"/>
                <a:cs typeface="Times New Roman" pitchFamily="18" charset="0"/>
              </a:rPr>
              <a:t> </a:t>
            </a:r>
          </a:p>
          <a:p>
            <a:pPr lvl="0">
              <a:buNone/>
              <a:tabLst>
                <a:tab pos="571500" algn="l"/>
              </a:tabLst>
            </a:pPr>
            <a:r>
              <a:rPr lang="en-US" sz="2800" dirty="0" smtClean="0">
                <a:latin typeface="Times New Roman" pitchFamily="18" charset="0"/>
                <a:cs typeface="Times New Roman" pitchFamily="18" charset="0"/>
              </a:rPr>
              <a:t>	 - </a:t>
            </a:r>
            <a:r>
              <a:rPr lang="en-US" sz="2800" dirty="0" err="1" smtClean="0">
                <a:latin typeface="Times New Roman" pitchFamily="18" charset="0"/>
                <a:cs typeface="Times New Roman" pitchFamily="18" charset="0"/>
              </a:rPr>
              <a:t>Tăng</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phản</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ứng</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quá</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mẫn</a:t>
            </a:r>
            <a:r>
              <a:rPr lang="en-US" sz="2800" dirty="0" smtClean="0">
                <a:latin typeface="Times New Roman" pitchFamily="18" charset="0"/>
                <a:cs typeface="Times New Roman" pitchFamily="18" charset="0"/>
              </a:rPr>
              <a:t>, shock…</a:t>
            </a:r>
          </a:p>
          <a:p>
            <a:pPr lvl="0">
              <a:buNone/>
              <a:tabLst>
                <a:tab pos="571500" algn="l"/>
              </a:tabLst>
            </a:pPr>
            <a:r>
              <a:rPr lang="en-US" sz="2800" dirty="0" smtClean="0">
                <a:latin typeface="Times New Roman" pitchFamily="18" charset="0"/>
                <a:cs typeface="Times New Roman" pitchFamily="18" charset="0"/>
              </a:rPr>
              <a:t>	</a:t>
            </a:r>
            <a:br>
              <a:rPr lang="en-US" sz="2800" dirty="0" smtClean="0">
                <a:latin typeface="Times New Roman" pitchFamily="18" charset="0"/>
                <a:cs typeface="Times New Roman" pitchFamily="18" charset="0"/>
              </a:rPr>
            </a:br>
            <a:endParaRPr lang="en-US" sz="2800" dirty="0" smtClean="0">
              <a:latin typeface="Times New Roman" pitchFamily="18" charset="0"/>
              <a:cs typeface="Times New Roman" pitchFamily="18" charset="0"/>
            </a:endParaRPr>
          </a:p>
          <a:p>
            <a:pPr>
              <a:buNone/>
            </a:pPr>
            <a:endParaRPr lang="en-US" sz="2400" dirty="0" smtClean="0">
              <a:latin typeface="Times New Roman" pitchFamily="18" charset="0"/>
              <a:cs typeface="Times New Roman" pitchFamily="18" charset="0"/>
            </a:endParaRPr>
          </a:p>
          <a:p>
            <a:endParaRPr lang="en-US" dirty="0"/>
          </a:p>
        </p:txBody>
      </p:sp>
    </p:spTree>
  </p:cSld>
  <p:clrMapOvr>
    <a:masterClrMapping/>
  </p:clrMapOvr>
  <p:transition spd="slow">
    <p:randomBa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slide(fromBottom)">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4"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slide(fromBottom)">
                                      <p:cBhvr>
                                        <p:cTn id="12" dur="5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2" presetClass="entr" presetSubtype="4" fill="hold"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slide(fromBottom)">
                                      <p:cBhvr>
                                        <p:cTn id="17" dur="500"/>
                                        <p:tgtEl>
                                          <p:spTgt spid="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2" presetClass="entr" presetSubtype="4" fill="hold" nodeType="clickEffect">
                                  <p:stCondLst>
                                    <p:cond delay="0"/>
                                  </p:stCondLst>
                                  <p:childTnLst>
                                    <p:set>
                                      <p:cBhvr>
                                        <p:cTn id="21" dur="1" fill="hold">
                                          <p:stCondLst>
                                            <p:cond delay="0"/>
                                          </p:stCondLst>
                                        </p:cTn>
                                        <p:tgtEl>
                                          <p:spTgt spid="5">
                                            <p:txEl>
                                              <p:pRg st="3" end="3"/>
                                            </p:txEl>
                                          </p:spTgt>
                                        </p:tgtEl>
                                        <p:attrNameLst>
                                          <p:attrName>style.visibility</p:attrName>
                                        </p:attrNameLst>
                                      </p:cBhvr>
                                      <p:to>
                                        <p:strVal val="visible"/>
                                      </p:to>
                                    </p:set>
                                    <p:animEffect transition="in" filter="slide(fromBottom)">
                                      <p:cBhvr>
                                        <p:cTn id="22" dur="500"/>
                                        <p:tgtEl>
                                          <p:spTgt spid="5">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2" presetClass="entr" presetSubtype="4" fill="hold" nodeType="clickEffect">
                                  <p:stCondLst>
                                    <p:cond delay="0"/>
                                  </p:stCondLst>
                                  <p:childTnLst>
                                    <p:set>
                                      <p:cBhvr>
                                        <p:cTn id="26" dur="1" fill="hold">
                                          <p:stCondLst>
                                            <p:cond delay="0"/>
                                          </p:stCondLst>
                                        </p:cTn>
                                        <p:tgtEl>
                                          <p:spTgt spid="5">
                                            <p:txEl>
                                              <p:pRg st="4" end="4"/>
                                            </p:txEl>
                                          </p:spTgt>
                                        </p:tgtEl>
                                        <p:attrNameLst>
                                          <p:attrName>style.visibility</p:attrName>
                                        </p:attrNameLst>
                                      </p:cBhvr>
                                      <p:to>
                                        <p:strVal val="visible"/>
                                      </p:to>
                                    </p:set>
                                    <p:animEffect transition="in" filter="slide(fromBottom)">
                                      <p:cBhvr>
                                        <p:cTn id="27" dur="500"/>
                                        <p:tgtEl>
                                          <p:spTgt spid="5">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6" presetClass="entr" presetSubtype="26" fill="hold" nodeType="clickEffect">
                                  <p:stCondLst>
                                    <p:cond delay="0"/>
                                  </p:stCondLst>
                                  <p:childTnLst>
                                    <p:set>
                                      <p:cBhvr>
                                        <p:cTn id="31" dur="1" fill="hold">
                                          <p:stCondLst>
                                            <p:cond delay="0"/>
                                          </p:stCondLst>
                                        </p:cTn>
                                        <p:tgtEl>
                                          <p:spTgt spid="5">
                                            <p:txEl>
                                              <p:pRg st="5" end="5"/>
                                            </p:txEl>
                                          </p:spTgt>
                                        </p:tgtEl>
                                        <p:attrNameLst>
                                          <p:attrName>style.visibility</p:attrName>
                                        </p:attrNameLst>
                                      </p:cBhvr>
                                      <p:to>
                                        <p:strVal val="visible"/>
                                      </p:to>
                                    </p:set>
                                    <p:animEffect transition="in" filter="barn(inHorizontal)">
                                      <p:cBhvr>
                                        <p:cTn id="32" dur="500"/>
                                        <p:tgtEl>
                                          <p:spTgt spid="5">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7" presetClass="entr" presetSubtype="0" fill="hold" nodeType="clickEffect">
                                  <p:stCondLst>
                                    <p:cond delay="0"/>
                                  </p:stCondLst>
                                  <p:childTnLst>
                                    <p:set>
                                      <p:cBhvr>
                                        <p:cTn id="36" dur="1" fill="hold">
                                          <p:stCondLst>
                                            <p:cond delay="0"/>
                                          </p:stCondLst>
                                        </p:cTn>
                                        <p:tgtEl>
                                          <p:spTgt spid="5">
                                            <p:txEl>
                                              <p:pRg st="6" end="6"/>
                                            </p:txEl>
                                          </p:spTgt>
                                        </p:tgtEl>
                                        <p:attrNameLst>
                                          <p:attrName>style.visibility</p:attrName>
                                        </p:attrNameLst>
                                      </p:cBhvr>
                                      <p:to>
                                        <p:strVal val="visible"/>
                                      </p:to>
                                    </p:set>
                                    <p:animEffect transition="in" filter="fade">
                                      <p:cBhvr>
                                        <p:cTn id="37" dur="1000"/>
                                        <p:tgtEl>
                                          <p:spTgt spid="5">
                                            <p:txEl>
                                              <p:pRg st="6" end="6"/>
                                            </p:txEl>
                                          </p:spTgt>
                                        </p:tgtEl>
                                      </p:cBhvr>
                                    </p:animEffect>
                                    <p:anim calcmode="lin" valueType="num">
                                      <p:cBhvr>
                                        <p:cTn id="38" dur="1000" fill="hold"/>
                                        <p:tgtEl>
                                          <p:spTgt spid="5">
                                            <p:txEl>
                                              <p:pRg st="6" end="6"/>
                                            </p:txEl>
                                          </p:spTgt>
                                        </p:tgtEl>
                                        <p:attrNameLst>
                                          <p:attrName>ppt_x</p:attrName>
                                        </p:attrNameLst>
                                      </p:cBhvr>
                                      <p:tavLst>
                                        <p:tav tm="0">
                                          <p:val>
                                            <p:strVal val="#ppt_x"/>
                                          </p:val>
                                        </p:tav>
                                        <p:tav tm="100000">
                                          <p:val>
                                            <p:strVal val="#ppt_x"/>
                                          </p:val>
                                        </p:tav>
                                      </p:tavLst>
                                    </p:anim>
                                    <p:anim calcmode="lin" valueType="num">
                                      <p:cBhvr>
                                        <p:cTn id="39" dur="900" decel="100000" fill="hold"/>
                                        <p:tgtEl>
                                          <p:spTgt spid="5">
                                            <p:txEl>
                                              <p:pRg st="6" end="6"/>
                                            </p:txEl>
                                          </p:spTgt>
                                        </p:tgtEl>
                                        <p:attrNameLst>
                                          <p:attrName>ppt_y</p:attrName>
                                        </p:attrNameLst>
                                      </p:cBhvr>
                                      <p:tavLst>
                                        <p:tav tm="0">
                                          <p:val>
                                            <p:strVal val="#ppt_y+1"/>
                                          </p:val>
                                        </p:tav>
                                        <p:tav tm="100000">
                                          <p:val>
                                            <p:strVal val="#ppt_y-.03"/>
                                          </p:val>
                                        </p:tav>
                                      </p:tavLst>
                                    </p:anim>
                                    <p:anim calcmode="lin" valueType="num">
                                      <p:cBhvr>
                                        <p:cTn id="40" dur="100" accel="100000" fill="hold">
                                          <p:stCondLst>
                                            <p:cond delay="900"/>
                                          </p:stCondLst>
                                        </p:cTn>
                                        <p:tgtEl>
                                          <p:spTgt spid="5">
                                            <p:txEl>
                                              <p:pRg st="6" end="6"/>
                                            </p:txEl>
                                          </p:spTgt>
                                        </p:tgtEl>
                                        <p:attrNameLst>
                                          <p:attrName>ppt_y</p:attrName>
                                        </p:attrNameLst>
                                      </p:cBhvr>
                                      <p:tavLst>
                                        <p:tav tm="0">
                                          <p:val>
                                            <p:strVal val="#ppt_y-.03"/>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descr="npbyo9emr9cyq.jpg"/>
          <p:cNvPicPr>
            <a:picLocks noChangeAspect="1"/>
          </p:cNvPicPr>
          <p:nvPr/>
        </p:nvPicPr>
        <p:blipFill>
          <a:blip r:embed="rId2" cstate="print"/>
          <a:stretch>
            <a:fillRect/>
          </a:stretch>
        </p:blipFill>
        <p:spPr>
          <a:xfrm>
            <a:off x="1259632" y="1844824"/>
            <a:ext cx="7884368" cy="4049285"/>
          </a:xfrm>
          <a:prstGeom prst="rect">
            <a:avLst/>
          </a:prstGeom>
        </p:spPr>
      </p:pic>
      <p:sp>
        <p:nvSpPr>
          <p:cNvPr id="2" name="Title 1"/>
          <p:cNvSpPr>
            <a:spLocks noGrp="1"/>
          </p:cNvSpPr>
          <p:nvPr>
            <p:ph type="title"/>
          </p:nvPr>
        </p:nvSpPr>
        <p:spPr>
          <a:xfrm>
            <a:off x="528040" y="312738"/>
            <a:ext cx="8604447" cy="1078172"/>
          </a:xfrm>
        </p:spPr>
        <p:txBody>
          <a:bodyPr>
            <a:normAutofit/>
          </a:bodyPr>
          <a:lstStyle/>
          <a:p>
            <a:pPr algn="ctr"/>
            <a:r>
              <a:rPr lang="en-US" sz="4400" b="1" dirty="0" smtClean="0">
                <a:solidFill>
                  <a:srgbClr val="FF0000"/>
                </a:solidFill>
                <a:latin typeface="Times New Roman" pitchFamily="18" charset="0"/>
                <a:cs typeface="Times New Roman" pitchFamily="18" charset="0"/>
              </a:rPr>
              <a:t>DỤNG CỤ ĐO NHIỆT ĐỘ</a:t>
            </a:r>
            <a:endParaRPr lang="en-US" sz="4400" b="1" dirty="0">
              <a:solidFill>
                <a:schemeClr val="accent1"/>
              </a:solidFill>
              <a:latin typeface="Times New Roman" panose="02020603050405020304" pitchFamily="18" charset="0"/>
              <a:cs typeface="Times New Roman" panose="02020603050405020304" pitchFamily="18" charset="0"/>
            </a:endParaRPr>
          </a:p>
        </p:txBody>
      </p:sp>
      <p:sp>
        <p:nvSpPr>
          <p:cNvPr id="7" name="AutoShape 2" descr="Kết quả hình ảnh cho các loại nhiệt kế cho bé"/>
          <p:cNvSpPr>
            <a:spLocks noChangeAspect="1" noChangeArrowheads="1"/>
          </p:cNvSpPr>
          <p:nvPr/>
        </p:nvSpPr>
        <p:spPr bwMode="auto">
          <a:xfrm>
            <a:off x="116681" y="-144463"/>
            <a:ext cx="228600" cy="304801"/>
          </a:xfrm>
          <a:prstGeom prst="rect">
            <a:avLst/>
          </a:prstGeom>
          <a:noFill/>
          <a:extLst>
            <a:ext uri="{909E8E84-426E-40DD-AFC4-6F175D3DCCD1}">
              <a14:hiddenFill xmlns:a14="http://schemas.microsoft.com/office/drawing/2010/main" xmlns="">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 name="AutoShape 4" descr="Kết quả hình ảnh cho các loại nhiệt kế cho bé"/>
          <p:cNvSpPr>
            <a:spLocks noChangeAspect="1" noChangeArrowheads="1"/>
          </p:cNvSpPr>
          <p:nvPr/>
        </p:nvSpPr>
        <p:spPr bwMode="auto">
          <a:xfrm>
            <a:off x="230981" y="7938"/>
            <a:ext cx="228600" cy="304801"/>
          </a:xfrm>
          <a:prstGeom prst="rect">
            <a:avLst/>
          </a:prstGeom>
          <a:noFill/>
          <a:extLst>
            <a:ext uri="{909E8E84-426E-40DD-AFC4-6F175D3DCCD1}">
              <a14:hiddenFill xmlns:a14="http://schemas.microsoft.com/office/drawing/2010/main" xmlns="">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9" name="AutoShape 6" descr="Kết quả hình ảnh cho các loại nhiệt kế cho bé"/>
          <p:cNvSpPr>
            <a:spLocks noChangeAspect="1" noChangeArrowheads="1"/>
          </p:cNvSpPr>
          <p:nvPr/>
        </p:nvSpPr>
        <p:spPr bwMode="auto">
          <a:xfrm>
            <a:off x="345281" y="160338"/>
            <a:ext cx="228600" cy="304801"/>
          </a:xfrm>
          <a:prstGeom prst="rect">
            <a:avLst/>
          </a:prstGeom>
          <a:noFill/>
          <a:extLst>
            <a:ext uri="{909E8E84-426E-40DD-AFC4-6F175D3DCCD1}">
              <a14:hiddenFill xmlns:a14="http://schemas.microsoft.com/office/drawing/2010/main" xmlns="">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0482" name="AutoShape 2" descr="Káº¿t quáº£ hÃ¬nh áº£nh cho CÃC LOáº I NHIá»T Káº¾"/>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20484" name="AutoShape 4" descr="Káº¿t quáº£ hÃ¬nh áº£nh cho CÃC LOáº I NHIá»T Káº¾"/>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xmlns="" val="2967656848"/>
      </p:ext>
    </p:extLst>
  </p:cSld>
  <p:clrMapOvr>
    <a:masterClrMapping/>
  </p:clrMapOvr>
  <p:transition spd="slow">
    <p:randomBar dir="vert"/>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400" b="1" dirty="0">
                <a:latin typeface="Times New Roman" pitchFamily="18" charset="0"/>
                <a:cs typeface="Times New Roman" pitchFamily="18" charset="0"/>
              </a:rPr>
              <a:t>DỤNG CỤ ĐO NHIỆT ĐỘ</a:t>
            </a:r>
            <a:endParaRPr lang="en-US" dirty="0"/>
          </a:p>
        </p:txBody>
      </p:sp>
      <p:pic>
        <p:nvPicPr>
          <p:cNvPr id="4" name="Content Placeholder 3" descr="tim-hieu-ve-cac-loai-nhiet-ke-pho-bien-nhat-hien-nay.jpg"/>
          <p:cNvPicPr>
            <a:picLocks noGrp="1" noChangeAspect="1"/>
          </p:cNvPicPr>
          <p:nvPr>
            <p:ph idx="1"/>
          </p:nvPr>
        </p:nvPicPr>
        <p:blipFill>
          <a:blip r:embed="rId2" cstate="print"/>
          <a:stretch>
            <a:fillRect/>
          </a:stretch>
        </p:blipFill>
        <p:spPr>
          <a:xfrm>
            <a:off x="1714500" y="1412776"/>
            <a:ext cx="6097860" cy="4622105"/>
          </a:xfrm>
        </p:spPr>
      </p:pic>
    </p:spTree>
  </p:cSld>
  <p:clrMapOvr>
    <a:masterClrMapping/>
  </p:clrMapOvr>
  <p:transition spd="slow">
    <p:randomBar dir="vert"/>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pic>
        <p:nvPicPr>
          <p:cNvPr id="4" name="Content Placeholder 3" descr="iStock_14823479_MEDIUM-800x533.max-800x800.jpg"/>
          <p:cNvPicPr>
            <a:picLocks noGrp="1" noChangeAspect="1"/>
          </p:cNvPicPr>
          <p:nvPr>
            <p:ph idx="1"/>
          </p:nvPr>
        </p:nvPicPr>
        <p:blipFill>
          <a:blip r:embed="rId2" cstate="print"/>
          <a:stretch>
            <a:fillRect/>
          </a:stretch>
        </p:blipFill>
        <p:spPr>
          <a:xfrm>
            <a:off x="1043608" y="1298104"/>
            <a:ext cx="7776863" cy="5559896"/>
          </a:xfrm>
        </p:spPr>
      </p:pic>
    </p:spTree>
  </p:cSld>
  <p:clrMapOvr>
    <a:masterClrMapping/>
  </p:clrMapOvr>
  <p:transition spd="slow">
    <p:randomBar dir="vert"/>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descr="ha_than_nhiet.max-1800x1800.jpg"/>
          <p:cNvPicPr>
            <a:picLocks noGrp="1" noChangeAspect="1"/>
          </p:cNvPicPr>
          <p:nvPr>
            <p:ph idx="1"/>
          </p:nvPr>
        </p:nvPicPr>
        <p:blipFill>
          <a:blip r:embed="rId2" cstate="print"/>
          <a:stretch>
            <a:fillRect/>
          </a:stretch>
        </p:blipFill>
        <p:spPr>
          <a:xfrm>
            <a:off x="1547664" y="1484784"/>
            <a:ext cx="7315728" cy="5199856"/>
          </a:xfrm>
        </p:spPr>
      </p:pic>
    </p:spTree>
  </p:cSld>
  <p:clrMapOvr>
    <a:masterClrMapping/>
  </p:clrMapOvr>
  <p:transition spd="slow">
    <p:randomBar dir="vert"/>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6" name="Content Placeholder 5" descr="nhiet-ke-num-vu-cho-be-Baby-Temp.jpg"/>
          <p:cNvPicPr>
            <a:picLocks noGrp="1" noChangeAspect="1"/>
          </p:cNvPicPr>
          <p:nvPr>
            <p:ph idx="1"/>
          </p:nvPr>
        </p:nvPicPr>
        <p:blipFill>
          <a:blip r:embed="rId2" cstate="print"/>
          <a:stretch>
            <a:fillRect/>
          </a:stretch>
        </p:blipFill>
        <p:spPr>
          <a:xfrm>
            <a:off x="1619672" y="1412776"/>
            <a:ext cx="5976663" cy="5055840"/>
          </a:xfrm>
        </p:spPr>
      </p:pic>
    </p:spTree>
  </p:cSld>
  <p:clrMapOvr>
    <a:masterClrMapping/>
  </p:clrMapOvr>
  <mc:AlternateContent xmlns:mc="http://schemas.openxmlformats.org/markup-compatibility/2006">
    <mc:Choice xmlns:p14="http://schemas.microsoft.com/office/powerpoint/2010/main" xmlns="" Requires="p14">
      <p:transition spd="slow" p14:dur="1500">
        <p:split orient="vert"/>
      </p:transition>
    </mc:Choice>
    <mc:Fallback>
      <p:transition spd="slow">
        <p:split orient="vert"/>
      </p:transition>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544" y="0"/>
            <a:ext cx="8229600" cy="1872208"/>
          </a:xfrm>
        </p:spPr>
        <p:txBody>
          <a:bodyPr>
            <a:normAutofit/>
          </a:bodyPr>
          <a:lstStyle/>
          <a:p>
            <a:r>
              <a:rPr lang="en-US" dirty="0" smtClean="0">
                <a:solidFill>
                  <a:srgbClr val="FF0000"/>
                </a:solidFill>
                <a:latin typeface="Times New Roman" pitchFamily="18" charset="0"/>
                <a:cs typeface="Times New Roman" pitchFamily="18" charset="0"/>
              </a:rPr>
              <a:t>PHÂN LOẠI</a:t>
            </a:r>
            <a:br>
              <a:rPr lang="en-US" dirty="0" smtClean="0">
                <a:solidFill>
                  <a:srgbClr val="FF0000"/>
                </a:solidFill>
                <a:latin typeface="Times New Roman" pitchFamily="18" charset="0"/>
                <a:cs typeface="Times New Roman" pitchFamily="18" charset="0"/>
              </a:rPr>
            </a:br>
            <a:r>
              <a:rPr lang="en-US" sz="3200" dirty="0" smtClean="0">
                <a:latin typeface="Times New Roman" pitchFamily="18" charset="0"/>
                <a:cs typeface="Times New Roman" pitchFamily="18" charset="0"/>
              </a:rPr>
              <a:t>1. Theo </a:t>
            </a:r>
            <a:r>
              <a:rPr lang="en-US" sz="3200" dirty="0" err="1" smtClean="0">
                <a:latin typeface="Times New Roman" pitchFamily="18" charset="0"/>
                <a:cs typeface="Times New Roman" pitchFamily="18" charset="0"/>
              </a:rPr>
              <a:t>mức</a:t>
            </a:r>
            <a:r>
              <a:rPr lang="en-US" sz="3200" dirty="0" smtClean="0">
                <a:latin typeface="Times New Roman" pitchFamily="18" charset="0"/>
                <a:cs typeface="Times New Roman" pitchFamily="18" charset="0"/>
              </a:rPr>
              <a:t> </a:t>
            </a:r>
            <a:r>
              <a:rPr lang="en-US" sz="3200" dirty="0" err="1" smtClean="0">
                <a:latin typeface="Times New Roman" pitchFamily="18" charset="0"/>
                <a:cs typeface="Times New Roman" pitchFamily="18" charset="0"/>
              </a:rPr>
              <a:t>độ</a:t>
            </a:r>
            <a:endParaRPr lang="en-US" sz="3200" dirty="0">
              <a:solidFill>
                <a:srgbClr val="FF0000"/>
              </a:solidFill>
              <a:latin typeface="Times New Roman" pitchFamily="18" charset="0"/>
              <a:cs typeface="Times New Roman" pitchFamily="18" charset="0"/>
            </a:endParaRPr>
          </a:p>
        </p:txBody>
      </p:sp>
      <p:graphicFrame>
        <p:nvGraphicFramePr>
          <p:cNvPr id="4" name="Content Placeholder 3"/>
          <p:cNvGraphicFramePr>
            <a:graphicFrameLocks noGrp="1"/>
          </p:cNvGraphicFramePr>
          <p:nvPr>
            <p:ph idx="1"/>
            <p:extLst>
              <p:ext uri="{D42A27DB-BD31-4B8C-83A1-F6EECF244321}">
                <p14:modId xmlns:p14="http://schemas.microsoft.com/office/powerpoint/2010/main" xmlns="" val="192504785"/>
              </p:ext>
            </p:extLst>
          </p:nvPr>
        </p:nvGraphicFramePr>
        <p:xfrm>
          <a:off x="683568" y="2852936"/>
          <a:ext cx="8229600" cy="3798092"/>
        </p:xfrm>
        <a:graphic>
          <a:graphicData uri="http://schemas.openxmlformats.org/drawingml/2006/table">
            <a:tbl>
              <a:tblPr firstRow="1" bandRow="1">
                <a:tableStyleId>{5C22544A-7EE6-4342-B048-85BDC9FD1C3A}</a:tableStyleId>
              </a:tblPr>
              <a:tblGrid>
                <a:gridCol w="2743200"/>
                <a:gridCol w="2743200"/>
                <a:gridCol w="2743200"/>
              </a:tblGrid>
              <a:tr h="949523">
                <a:tc>
                  <a:txBody>
                    <a:bodyPr/>
                    <a:lstStyle/>
                    <a:p>
                      <a:pPr algn="ctr"/>
                      <a:r>
                        <a:rPr lang="en-US" sz="2400" dirty="0" err="1" smtClean="0">
                          <a:latin typeface="Times New Roman" pitchFamily="18" charset="0"/>
                          <a:cs typeface="Times New Roman" pitchFamily="18" charset="0"/>
                        </a:rPr>
                        <a:t>Mức</a:t>
                      </a:r>
                      <a:r>
                        <a:rPr lang="en-US" sz="2400" dirty="0" smtClean="0">
                          <a:latin typeface="Times New Roman" pitchFamily="18" charset="0"/>
                          <a:cs typeface="Times New Roman" pitchFamily="18" charset="0"/>
                        </a:rPr>
                        <a:t> </a:t>
                      </a:r>
                      <a:r>
                        <a:rPr lang="en-US" sz="2400" dirty="0" err="1" smtClean="0">
                          <a:latin typeface="Times New Roman" pitchFamily="18" charset="0"/>
                          <a:cs typeface="Times New Roman" pitchFamily="18" charset="0"/>
                        </a:rPr>
                        <a:t>độ</a:t>
                      </a:r>
                      <a:r>
                        <a:rPr lang="en-US" sz="2400" baseline="0" dirty="0" smtClean="0">
                          <a:latin typeface="Times New Roman" pitchFamily="18" charset="0"/>
                          <a:cs typeface="Times New Roman" pitchFamily="18" charset="0"/>
                        </a:rPr>
                        <a:t> </a:t>
                      </a:r>
                      <a:r>
                        <a:rPr lang="en-US" sz="2400" baseline="0" dirty="0" err="1" smtClean="0">
                          <a:latin typeface="Times New Roman" pitchFamily="18" charset="0"/>
                          <a:cs typeface="Times New Roman" pitchFamily="18" charset="0"/>
                        </a:rPr>
                        <a:t>sốt</a:t>
                      </a:r>
                      <a:endParaRPr lang="en-US" sz="2400" dirty="0">
                        <a:latin typeface="Times New Roman" pitchFamily="18" charset="0"/>
                        <a:cs typeface="Times New Roman" pitchFamily="18" charset="0"/>
                      </a:endParaRPr>
                    </a:p>
                  </a:txBody>
                  <a:tcPr/>
                </a:tc>
                <a:tc>
                  <a:txBody>
                    <a:bodyPr/>
                    <a:lstStyle/>
                    <a:p>
                      <a:pPr algn="ctr"/>
                      <a:r>
                        <a:rPr lang="en-US" sz="2400" dirty="0" err="1" smtClean="0">
                          <a:latin typeface="Times New Roman" pitchFamily="18" charset="0"/>
                          <a:cs typeface="Times New Roman" pitchFamily="18" charset="0"/>
                        </a:rPr>
                        <a:t>Thân</a:t>
                      </a:r>
                      <a:r>
                        <a:rPr lang="en-US" sz="2400" baseline="0" dirty="0" smtClean="0">
                          <a:latin typeface="Times New Roman" pitchFamily="18" charset="0"/>
                          <a:cs typeface="Times New Roman" pitchFamily="18" charset="0"/>
                        </a:rPr>
                        <a:t> </a:t>
                      </a:r>
                      <a:r>
                        <a:rPr lang="en-US" sz="2400" baseline="0" dirty="0" err="1" smtClean="0">
                          <a:latin typeface="Times New Roman" pitchFamily="18" charset="0"/>
                          <a:cs typeface="Times New Roman" pitchFamily="18" charset="0"/>
                        </a:rPr>
                        <a:t>nhiệt</a:t>
                      </a:r>
                      <a:r>
                        <a:rPr lang="en-US" sz="2400" baseline="0" dirty="0" smtClean="0">
                          <a:latin typeface="Times New Roman" pitchFamily="18" charset="0"/>
                          <a:cs typeface="Times New Roman" pitchFamily="18" charset="0"/>
                        </a:rPr>
                        <a:t> ở </a:t>
                      </a:r>
                      <a:r>
                        <a:rPr lang="en-US" sz="2400" baseline="0" dirty="0" err="1" smtClean="0">
                          <a:latin typeface="Times New Roman" pitchFamily="18" charset="0"/>
                          <a:cs typeface="Times New Roman" pitchFamily="18" charset="0"/>
                        </a:rPr>
                        <a:t>nách</a:t>
                      </a:r>
                      <a:endParaRPr lang="en-US" sz="2400" dirty="0">
                        <a:latin typeface="Times New Roman" pitchFamily="18" charset="0"/>
                        <a:cs typeface="Times New Roman" pitchFamily="18" charset="0"/>
                      </a:endParaRPr>
                    </a:p>
                  </a:txBody>
                  <a:tcPr/>
                </a:tc>
                <a:tc>
                  <a:txBody>
                    <a:bodyPr/>
                    <a:lstStyle/>
                    <a:p>
                      <a:pPr algn="ctr"/>
                      <a:r>
                        <a:rPr lang="en-US" sz="2400" dirty="0" err="1" smtClean="0">
                          <a:latin typeface="Times New Roman" pitchFamily="18" charset="0"/>
                          <a:cs typeface="Times New Roman" pitchFamily="18" charset="0"/>
                        </a:rPr>
                        <a:t>Thân</a:t>
                      </a:r>
                      <a:r>
                        <a:rPr lang="en-US" sz="2400" baseline="0" dirty="0" smtClean="0">
                          <a:latin typeface="Times New Roman" pitchFamily="18" charset="0"/>
                          <a:cs typeface="Times New Roman" pitchFamily="18" charset="0"/>
                        </a:rPr>
                        <a:t> </a:t>
                      </a:r>
                      <a:r>
                        <a:rPr lang="en-US" sz="2400" baseline="0" dirty="0" err="1" smtClean="0">
                          <a:latin typeface="Times New Roman" pitchFamily="18" charset="0"/>
                          <a:cs typeface="Times New Roman" pitchFamily="18" charset="0"/>
                        </a:rPr>
                        <a:t>nhiệt</a:t>
                      </a:r>
                      <a:r>
                        <a:rPr lang="en-US" sz="2400" baseline="0" dirty="0" smtClean="0">
                          <a:latin typeface="Times New Roman" pitchFamily="18" charset="0"/>
                          <a:cs typeface="Times New Roman" pitchFamily="18" charset="0"/>
                        </a:rPr>
                        <a:t> ở </a:t>
                      </a:r>
                      <a:r>
                        <a:rPr lang="en-US" sz="2400" baseline="0" dirty="0" err="1" smtClean="0">
                          <a:latin typeface="Times New Roman" pitchFamily="18" charset="0"/>
                          <a:cs typeface="Times New Roman" pitchFamily="18" charset="0"/>
                        </a:rPr>
                        <a:t>hậu</a:t>
                      </a:r>
                      <a:r>
                        <a:rPr lang="en-US" sz="2400" baseline="0" dirty="0" smtClean="0">
                          <a:latin typeface="Times New Roman" pitchFamily="18" charset="0"/>
                          <a:cs typeface="Times New Roman" pitchFamily="18" charset="0"/>
                        </a:rPr>
                        <a:t> </a:t>
                      </a:r>
                      <a:r>
                        <a:rPr lang="en-US" sz="2400" baseline="0" dirty="0" err="1" smtClean="0">
                          <a:latin typeface="Times New Roman" pitchFamily="18" charset="0"/>
                          <a:cs typeface="Times New Roman" pitchFamily="18" charset="0"/>
                        </a:rPr>
                        <a:t>môn</a:t>
                      </a:r>
                      <a:endParaRPr lang="en-US" sz="2400" dirty="0">
                        <a:latin typeface="Times New Roman" pitchFamily="18" charset="0"/>
                        <a:cs typeface="Times New Roman" pitchFamily="18" charset="0"/>
                      </a:endParaRPr>
                    </a:p>
                  </a:txBody>
                  <a:tcPr/>
                </a:tc>
              </a:tr>
              <a:tr h="949523">
                <a:tc>
                  <a:txBody>
                    <a:bodyPr/>
                    <a:lstStyle/>
                    <a:p>
                      <a:pPr algn="ctr"/>
                      <a:r>
                        <a:rPr lang="en-US" sz="2400" dirty="0" err="1" smtClean="0">
                          <a:latin typeface="Times New Roman" pitchFamily="18" charset="0"/>
                          <a:cs typeface="Times New Roman" pitchFamily="18" charset="0"/>
                        </a:rPr>
                        <a:t>Sốt</a:t>
                      </a:r>
                      <a:r>
                        <a:rPr lang="en-US" sz="2400" dirty="0" smtClean="0">
                          <a:latin typeface="Times New Roman" pitchFamily="18" charset="0"/>
                          <a:cs typeface="Times New Roman" pitchFamily="18" charset="0"/>
                        </a:rPr>
                        <a:t> </a:t>
                      </a:r>
                      <a:r>
                        <a:rPr lang="en-US" sz="2400" dirty="0" err="1" smtClean="0">
                          <a:latin typeface="Times New Roman" pitchFamily="18" charset="0"/>
                          <a:cs typeface="Times New Roman" pitchFamily="18" charset="0"/>
                        </a:rPr>
                        <a:t>nhẹ</a:t>
                      </a:r>
                      <a:endParaRPr lang="en-US" sz="2400" dirty="0">
                        <a:latin typeface="Times New Roman" pitchFamily="18" charset="0"/>
                        <a:cs typeface="Times New Roman" pitchFamily="18" charset="0"/>
                      </a:endParaRPr>
                    </a:p>
                  </a:txBody>
                  <a:tcPr/>
                </a:tc>
                <a:tc>
                  <a:txBody>
                    <a:bodyPr/>
                    <a:lstStyle/>
                    <a:p>
                      <a:pPr marL="228600" algn="ctr">
                        <a:lnSpc>
                          <a:spcPct val="115000"/>
                        </a:lnSpc>
                        <a:spcAft>
                          <a:spcPts val="0"/>
                        </a:spcAft>
                      </a:pPr>
                      <a:r>
                        <a:rPr lang="en-US" sz="2400" dirty="0">
                          <a:latin typeface="Times New Roman" pitchFamily="18" charset="0"/>
                          <a:ea typeface="Calibri"/>
                          <a:cs typeface="Times New Roman" pitchFamily="18" charset="0"/>
                        </a:rPr>
                        <a:t>37,3 – 38,0ºC</a:t>
                      </a:r>
                    </a:p>
                  </a:txBody>
                  <a:tcPr marL="68580" marR="68580" marT="0" marB="0"/>
                </a:tc>
                <a:tc>
                  <a:txBody>
                    <a:bodyPr/>
                    <a:lstStyle/>
                    <a:p>
                      <a:pPr marL="228600" algn="ctr">
                        <a:lnSpc>
                          <a:spcPct val="115000"/>
                        </a:lnSpc>
                        <a:spcAft>
                          <a:spcPts val="0"/>
                        </a:spcAft>
                      </a:pPr>
                      <a:r>
                        <a:rPr lang="en-US" sz="2400" dirty="0">
                          <a:latin typeface="Times New Roman" pitchFamily="18" charset="0"/>
                          <a:ea typeface="Calibri"/>
                          <a:cs typeface="Times New Roman" pitchFamily="18" charset="0"/>
                        </a:rPr>
                        <a:t>38,0 – 38,9ºC</a:t>
                      </a:r>
                    </a:p>
                  </a:txBody>
                  <a:tcPr marL="68580" marR="68580" marT="0" marB="0"/>
                </a:tc>
              </a:tr>
              <a:tr h="949523">
                <a:tc>
                  <a:txBody>
                    <a:bodyPr/>
                    <a:lstStyle/>
                    <a:p>
                      <a:pPr algn="ctr"/>
                      <a:r>
                        <a:rPr lang="en-US" sz="2400" dirty="0" err="1" smtClean="0">
                          <a:latin typeface="Times New Roman" pitchFamily="18" charset="0"/>
                          <a:cs typeface="Times New Roman" pitchFamily="18" charset="0"/>
                        </a:rPr>
                        <a:t>Sốt</a:t>
                      </a:r>
                      <a:r>
                        <a:rPr lang="en-US" sz="2400" dirty="0" smtClean="0">
                          <a:latin typeface="Times New Roman" pitchFamily="18" charset="0"/>
                          <a:cs typeface="Times New Roman" pitchFamily="18" charset="0"/>
                        </a:rPr>
                        <a:t> </a:t>
                      </a:r>
                      <a:r>
                        <a:rPr lang="en-US" sz="2400" dirty="0" err="1" smtClean="0">
                          <a:latin typeface="Times New Roman" pitchFamily="18" charset="0"/>
                          <a:cs typeface="Times New Roman" pitchFamily="18" charset="0"/>
                        </a:rPr>
                        <a:t>vừa</a:t>
                      </a:r>
                      <a:endParaRPr lang="en-US" sz="2400" dirty="0">
                        <a:latin typeface="Times New Roman" pitchFamily="18" charset="0"/>
                        <a:cs typeface="Times New Roman" pitchFamily="18" charset="0"/>
                      </a:endParaRPr>
                    </a:p>
                  </a:txBody>
                  <a:tcPr/>
                </a:tc>
                <a:tc>
                  <a:txBody>
                    <a:bodyPr/>
                    <a:lstStyle/>
                    <a:p>
                      <a:pPr marL="228600" algn="ctr">
                        <a:lnSpc>
                          <a:spcPct val="115000"/>
                        </a:lnSpc>
                        <a:spcAft>
                          <a:spcPts val="0"/>
                        </a:spcAft>
                      </a:pPr>
                      <a:r>
                        <a:rPr lang="en-US" sz="2400">
                          <a:latin typeface="Times New Roman" pitchFamily="18" charset="0"/>
                          <a:ea typeface="Calibri"/>
                          <a:cs typeface="Times New Roman" pitchFamily="18" charset="0"/>
                        </a:rPr>
                        <a:t>38,0 – 39,0ºC</a:t>
                      </a:r>
                    </a:p>
                  </a:txBody>
                  <a:tcPr marL="68580" marR="68580" marT="0" marB="0"/>
                </a:tc>
                <a:tc>
                  <a:txBody>
                    <a:bodyPr/>
                    <a:lstStyle/>
                    <a:p>
                      <a:pPr marL="228600" algn="ctr">
                        <a:lnSpc>
                          <a:spcPct val="115000"/>
                        </a:lnSpc>
                        <a:spcAft>
                          <a:spcPts val="0"/>
                        </a:spcAft>
                      </a:pPr>
                      <a:r>
                        <a:rPr lang="en-US" sz="2400" dirty="0">
                          <a:latin typeface="Times New Roman" pitchFamily="18" charset="0"/>
                          <a:ea typeface="Calibri"/>
                          <a:cs typeface="Times New Roman" pitchFamily="18" charset="0"/>
                        </a:rPr>
                        <a:t>38,9 - 40ºC</a:t>
                      </a:r>
                    </a:p>
                  </a:txBody>
                  <a:tcPr marL="68580" marR="68580" marT="0" marB="0"/>
                </a:tc>
              </a:tr>
              <a:tr h="949523">
                <a:tc>
                  <a:txBody>
                    <a:bodyPr/>
                    <a:lstStyle/>
                    <a:p>
                      <a:pPr algn="ctr"/>
                      <a:r>
                        <a:rPr lang="en-US" sz="2400" dirty="0" smtClean="0">
                          <a:latin typeface="Times New Roman" pitchFamily="18" charset="0"/>
                          <a:cs typeface="Times New Roman" pitchFamily="18" charset="0"/>
                        </a:rPr>
                        <a:t> </a:t>
                      </a:r>
                      <a:r>
                        <a:rPr lang="en-US" sz="2400" dirty="0" err="1" smtClean="0">
                          <a:latin typeface="Times New Roman" pitchFamily="18" charset="0"/>
                          <a:cs typeface="Times New Roman" pitchFamily="18" charset="0"/>
                        </a:rPr>
                        <a:t>sốt</a:t>
                      </a:r>
                      <a:r>
                        <a:rPr lang="en-US" sz="2400" baseline="0" dirty="0" smtClean="0">
                          <a:latin typeface="Times New Roman" pitchFamily="18" charset="0"/>
                          <a:cs typeface="Times New Roman" pitchFamily="18" charset="0"/>
                        </a:rPr>
                        <a:t> </a:t>
                      </a:r>
                      <a:r>
                        <a:rPr lang="en-US" sz="2400" baseline="0" dirty="0" err="1" smtClean="0">
                          <a:latin typeface="Times New Roman" pitchFamily="18" charset="0"/>
                          <a:cs typeface="Times New Roman" pitchFamily="18" charset="0"/>
                        </a:rPr>
                        <a:t>cao</a:t>
                      </a:r>
                      <a:r>
                        <a:rPr lang="en-US" sz="2400" baseline="0" dirty="0" smtClean="0">
                          <a:latin typeface="Times New Roman" pitchFamily="18" charset="0"/>
                          <a:cs typeface="Times New Roman" pitchFamily="18" charset="0"/>
                        </a:rPr>
                        <a:t> </a:t>
                      </a:r>
                      <a:endParaRPr lang="en-US" sz="2400" dirty="0">
                        <a:latin typeface="Times New Roman" pitchFamily="18" charset="0"/>
                        <a:cs typeface="Times New Roman" pitchFamily="18" charset="0"/>
                      </a:endParaRPr>
                    </a:p>
                  </a:txBody>
                  <a:tcPr/>
                </a:tc>
                <a:tc>
                  <a:txBody>
                    <a:bodyPr/>
                    <a:lstStyle/>
                    <a:p>
                      <a:pPr marL="228600" algn="ctr">
                        <a:lnSpc>
                          <a:spcPct val="115000"/>
                        </a:lnSpc>
                        <a:spcAft>
                          <a:spcPts val="0"/>
                        </a:spcAft>
                      </a:pPr>
                      <a:r>
                        <a:rPr lang="en-US" sz="2400" dirty="0">
                          <a:latin typeface="Times New Roman" pitchFamily="18" charset="0"/>
                          <a:ea typeface="Calibri"/>
                          <a:cs typeface="Times New Roman" pitchFamily="18" charset="0"/>
                        </a:rPr>
                        <a:t>&gt;39,0ºC</a:t>
                      </a:r>
                    </a:p>
                  </a:txBody>
                  <a:tcPr marL="68580" marR="68580" marT="0" marB="0"/>
                </a:tc>
                <a:tc>
                  <a:txBody>
                    <a:bodyPr/>
                    <a:lstStyle/>
                    <a:p>
                      <a:pPr marL="228600" algn="ctr">
                        <a:lnSpc>
                          <a:spcPct val="115000"/>
                        </a:lnSpc>
                        <a:spcAft>
                          <a:spcPts val="0"/>
                        </a:spcAft>
                      </a:pPr>
                      <a:r>
                        <a:rPr lang="en-US" sz="2400" dirty="0">
                          <a:latin typeface="Times New Roman" pitchFamily="18" charset="0"/>
                          <a:ea typeface="Calibri"/>
                          <a:cs typeface="Times New Roman" pitchFamily="18" charset="0"/>
                        </a:rPr>
                        <a:t>&gt;40ºC</a:t>
                      </a:r>
                    </a:p>
                  </a:txBody>
                  <a:tcPr marL="68580" marR="68580" marT="0" marB="0"/>
                </a:tc>
              </a:tr>
            </a:tbl>
          </a:graphicData>
        </a:graphic>
      </p:graphicFrame>
    </p:spTree>
  </p:cSld>
  <p:clrMapOvr>
    <a:masterClrMapping/>
  </p:clrMapOvr>
  <mc:AlternateContent xmlns:mc="http://schemas.openxmlformats.org/markup-compatibility/2006">
    <mc:Choice xmlns:p14="http://schemas.microsoft.com/office/powerpoint/2010/main" xmlns="" Requires="p14">
      <p:transition spd="slow" p14:dur="1500">
        <p:split orient="vert"/>
      </p:transition>
    </mc:Choice>
    <mc:Fallback>
      <p:transition spd="slow">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400" dirty="0" smtClean="0">
                <a:solidFill>
                  <a:srgbClr val="FF0000"/>
                </a:solidFill>
                <a:latin typeface="Times New Roman" pitchFamily="18" charset="0"/>
                <a:cs typeface="Times New Roman" pitchFamily="18" charset="0"/>
              </a:rPr>
              <a:t>2. Theo </a:t>
            </a:r>
            <a:r>
              <a:rPr lang="en-US" sz="4400" dirty="0" err="1" smtClean="0">
                <a:solidFill>
                  <a:srgbClr val="FF0000"/>
                </a:solidFill>
                <a:latin typeface="Times New Roman" pitchFamily="18" charset="0"/>
                <a:cs typeface="Times New Roman" pitchFamily="18" charset="0"/>
              </a:rPr>
              <a:t>thời</a:t>
            </a:r>
            <a:r>
              <a:rPr lang="en-US" sz="4400" dirty="0" smtClean="0">
                <a:solidFill>
                  <a:srgbClr val="FF0000"/>
                </a:solidFill>
                <a:latin typeface="Times New Roman" pitchFamily="18" charset="0"/>
                <a:cs typeface="Times New Roman" pitchFamily="18" charset="0"/>
              </a:rPr>
              <a:t> </a:t>
            </a:r>
            <a:r>
              <a:rPr lang="en-US" sz="4400" dirty="0" err="1" smtClean="0">
                <a:solidFill>
                  <a:srgbClr val="FF0000"/>
                </a:solidFill>
                <a:latin typeface="Times New Roman" pitchFamily="18" charset="0"/>
                <a:cs typeface="Times New Roman" pitchFamily="18" charset="0"/>
              </a:rPr>
              <a:t>gian</a:t>
            </a:r>
            <a:endParaRPr lang="en-US" sz="4400" dirty="0">
              <a:solidFill>
                <a:srgbClr val="FF0000"/>
              </a:solidFill>
              <a:latin typeface="Times New Roman" pitchFamily="18" charset="0"/>
              <a:cs typeface="Times New Roman" pitchFamily="18" charset="0"/>
            </a:endParaRPr>
          </a:p>
        </p:txBody>
      </p:sp>
      <p:sp>
        <p:nvSpPr>
          <p:cNvPr id="3" name="Content Placeholder 2"/>
          <p:cNvSpPr>
            <a:spLocks noGrp="1"/>
          </p:cNvSpPr>
          <p:nvPr>
            <p:ph idx="1"/>
          </p:nvPr>
        </p:nvSpPr>
        <p:spPr/>
        <p:txBody>
          <a:bodyPr/>
          <a:lstStyle/>
          <a:p>
            <a:r>
              <a:rPr lang="en-US" dirty="0" err="1" smtClean="0">
                <a:latin typeface="Times New Roman" pitchFamily="18" charset="0"/>
                <a:cs typeface="Times New Roman" pitchFamily="18" charset="0"/>
              </a:rPr>
              <a:t>Sốt</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ngắn</a:t>
            </a:r>
            <a:r>
              <a:rPr lang="en-US" dirty="0" smtClean="0">
                <a:latin typeface="Times New Roman" pitchFamily="18" charset="0"/>
                <a:cs typeface="Times New Roman" pitchFamily="18" charset="0"/>
              </a:rPr>
              <a:t>.</a:t>
            </a:r>
          </a:p>
          <a:p>
            <a:r>
              <a:rPr lang="en-US" dirty="0" err="1" smtClean="0">
                <a:latin typeface="Times New Roman" pitchFamily="18" charset="0"/>
                <a:cs typeface="Times New Roman" pitchFamily="18" charset="0"/>
              </a:rPr>
              <a:t>Sốt</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dài</a:t>
            </a:r>
            <a:r>
              <a:rPr lang="en-US" dirty="0" smtClean="0">
                <a:latin typeface="Times New Roman" pitchFamily="18" charset="0"/>
                <a:cs typeface="Times New Roman" pitchFamily="18" charset="0"/>
              </a:rPr>
              <a:t>.</a:t>
            </a:r>
          </a:p>
          <a:p>
            <a:r>
              <a:rPr lang="en-US" dirty="0" err="1" smtClean="0">
                <a:latin typeface="Times New Roman" pitchFamily="18" charset="0"/>
                <a:cs typeface="Times New Roman" pitchFamily="18" charset="0"/>
              </a:rPr>
              <a:t>Sốt</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kéo</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dài</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không</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rõ</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nguyên</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nhân</a:t>
            </a:r>
            <a:r>
              <a:rPr lang="en-US" dirty="0" smtClean="0">
                <a:latin typeface="Times New Roman" pitchFamily="18" charset="0"/>
                <a:cs typeface="Times New Roman" pitchFamily="18" charset="0"/>
              </a:rPr>
              <a:t>.</a:t>
            </a:r>
          </a:p>
          <a:p>
            <a:r>
              <a:rPr lang="en-US" dirty="0" err="1" smtClean="0">
                <a:latin typeface="Times New Roman" pitchFamily="18" charset="0"/>
                <a:cs typeface="Times New Roman" pitchFamily="18" charset="0"/>
              </a:rPr>
              <a:t>Sốt</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dai</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dẳng</a:t>
            </a:r>
            <a:r>
              <a:rPr lang="en-US" dirty="0" smtClean="0">
                <a:latin typeface="Times New Roman" pitchFamily="18" charset="0"/>
                <a:cs typeface="Times New Roman" pitchFamily="18" charset="0"/>
              </a:rPr>
              <a:t>.</a:t>
            </a:r>
            <a:endParaRPr lang="en-US" dirty="0">
              <a:latin typeface="Times New Roman" pitchFamily="18" charset="0"/>
              <a:cs typeface="Times New Roman" pitchFamily="18" charset="0"/>
            </a:endParaRPr>
          </a:p>
        </p:txBody>
      </p:sp>
    </p:spTree>
  </p:cSld>
  <p:clrMapOvr>
    <a:masterClrMapping/>
  </p:clrMapOvr>
  <mc:AlternateContent xmlns:mc="http://schemas.openxmlformats.org/markup-compatibility/2006">
    <mc:Choice xmlns:p14="http://schemas.microsoft.com/office/powerpoint/2010/main" xmlns="" Requires="p14">
      <p:transition spd="slow" p14:dur="1500">
        <p:split orient="vert"/>
      </p:transition>
    </mc:Choice>
    <mc:Fallback>
      <p:transition spd="slow">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5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fade">
                                      <p:cBhvr>
                                        <p:cTn id="17" dur="500"/>
                                        <p:tgtEl>
                                          <p:spTgt spid="3">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2" end="2"/>
                                            </p:txEl>
                                          </p:spTgt>
                                        </p:tgtEl>
                                        <p:attrNameLst>
                                          <p:attrName>style.visibility</p:attrName>
                                        </p:attrNameLst>
                                      </p:cBhvr>
                                      <p:to>
                                        <p:strVal val="visible"/>
                                      </p:to>
                                    </p:set>
                                    <p:animEffect transition="in" filter="fade">
                                      <p:cBhvr>
                                        <p:cTn id="22" dur="500"/>
                                        <p:tgtEl>
                                          <p:spTgt spid="3">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3" end="3"/>
                                            </p:txEl>
                                          </p:spTgt>
                                        </p:tgtEl>
                                        <p:attrNameLst>
                                          <p:attrName>style.visibility</p:attrName>
                                        </p:attrNameLst>
                                      </p:cBhvr>
                                      <p:to>
                                        <p:strVal val="visible"/>
                                      </p:to>
                                    </p:set>
                                    <p:animEffect transition="in" filter="fade">
                                      <p:cBhvr>
                                        <p:cTn id="27"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544" y="332656"/>
            <a:ext cx="8229600" cy="1143000"/>
          </a:xfrm>
        </p:spPr>
        <p:txBody>
          <a:bodyPr/>
          <a:lstStyle/>
          <a:p>
            <a:r>
              <a:rPr lang="en-US" dirty="0" smtClean="0">
                <a:solidFill>
                  <a:srgbClr val="FF0000"/>
                </a:solidFill>
                <a:latin typeface="Times New Roman" pitchFamily="18" charset="0"/>
                <a:cs typeface="Times New Roman" pitchFamily="18" charset="0"/>
              </a:rPr>
              <a:t>3. Theo </a:t>
            </a:r>
            <a:r>
              <a:rPr lang="en-US" dirty="0" err="1" smtClean="0">
                <a:solidFill>
                  <a:srgbClr val="FF0000"/>
                </a:solidFill>
                <a:latin typeface="Times New Roman" pitchFamily="18" charset="0"/>
                <a:cs typeface="Times New Roman" pitchFamily="18" charset="0"/>
              </a:rPr>
              <a:t>kiểu</a:t>
            </a:r>
            <a:r>
              <a:rPr lang="en-US" dirty="0" smtClean="0">
                <a:solidFill>
                  <a:srgbClr val="FF0000"/>
                </a:solidFill>
                <a:latin typeface="Times New Roman" pitchFamily="18" charset="0"/>
                <a:cs typeface="Times New Roman" pitchFamily="18" charset="0"/>
              </a:rPr>
              <a:t> </a:t>
            </a:r>
            <a:r>
              <a:rPr lang="en-US" dirty="0" err="1" smtClean="0">
                <a:solidFill>
                  <a:srgbClr val="FF0000"/>
                </a:solidFill>
                <a:latin typeface="Times New Roman" pitchFamily="18" charset="0"/>
                <a:cs typeface="Times New Roman" pitchFamily="18" charset="0"/>
              </a:rPr>
              <a:t>sốt</a:t>
            </a:r>
            <a:endParaRPr lang="en-US" dirty="0">
              <a:solidFill>
                <a:srgbClr val="FF0000"/>
              </a:solidFill>
              <a:latin typeface="Times New Roman" pitchFamily="18" charset="0"/>
              <a:cs typeface="Times New Roman" pitchFamily="18" charset="0"/>
            </a:endParaRPr>
          </a:p>
        </p:txBody>
      </p:sp>
      <p:sp>
        <p:nvSpPr>
          <p:cNvPr id="3" name="Content Placeholder 2"/>
          <p:cNvSpPr>
            <a:spLocks noGrp="1"/>
          </p:cNvSpPr>
          <p:nvPr>
            <p:ph idx="1"/>
          </p:nvPr>
        </p:nvSpPr>
        <p:spPr>
          <a:xfrm>
            <a:off x="467544" y="1556792"/>
            <a:ext cx="8229600" cy="4389120"/>
          </a:xfrm>
        </p:spPr>
        <p:txBody>
          <a:bodyPr>
            <a:normAutofit lnSpcReduction="10000"/>
          </a:bodyPr>
          <a:lstStyle/>
          <a:p>
            <a:r>
              <a:rPr lang="en-US" dirty="0" err="1" smtClean="0">
                <a:latin typeface="Times New Roman" pitchFamily="18" charset="0"/>
                <a:cs typeface="Times New Roman" pitchFamily="18" charset="0"/>
              </a:rPr>
              <a:t>Sốt</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cao</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liên</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tục</a:t>
            </a:r>
            <a:r>
              <a:rPr lang="en-US" dirty="0" smtClean="0">
                <a:latin typeface="Times New Roman" pitchFamily="18" charset="0"/>
                <a:cs typeface="Times New Roman" pitchFamily="18" charset="0"/>
              </a:rPr>
              <a:t>.</a:t>
            </a:r>
          </a:p>
          <a:p>
            <a:r>
              <a:rPr lang="en-US" dirty="0" err="1" smtClean="0">
                <a:latin typeface="Times New Roman" pitchFamily="18" charset="0"/>
                <a:cs typeface="Times New Roman" pitchFamily="18" charset="0"/>
              </a:rPr>
              <a:t>Sốt</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cao</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dao</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động</a:t>
            </a:r>
            <a:r>
              <a:rPr lang="en-US" dirty="0" smtClean="0">
                <a:latin typeface="Times New Roman" pitchFamily="18" charset="0"/>
                <a:cs typeface="Times New Roman" pitchFamily="18" charset="0"/>
              </a:rPr>
              <a:t>.</a:t>
            </a:r>
          </a:p>
          <a:p>
            <a:r>
              <a:rPr lang="en-US" dirty="0" err="1" smtClean="0">
                <a:latin typeface="Times New Roman" pitchFamily="18" charset="0"/>
                <a:cs typeface="Times New Roman" pitchFamily="18" charset="0"/>
              </a:rPr>
              <a:t>Sốt</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từng</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cơn</a:t>
            </a:r>
            <a:r>
              <a:rPr lang="en-US" dirty="0" smtClean="0">
                <a:latin typeface="Times New Roman" pitchFamily="18" charset="0"/>
                <a:cs typeface="Times New Roman" pitchFamily="18" charset="0"/>
              </a:rPr>
              <a:t>.</a:t>
            </a:r>
          </a:p>
          <a:p>
            <a:r>
              <a:rPr lang="en-US" dirty="0" err="1" smtClean="0">
                <a:latin typeface="Times New Roman" pitchFamily="18" charset="0"/>
                <a:cs typeface="Times New Roman" pitchFamily="18" charset="0"/>
              </a:rPr>
              <a:t>Sốt</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hồi</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quy</a:t>
            </a:r>
            <a:r>
              <a:rPr lang="en-US" dirty="0" smtClean="0">
                <a:latin typeface="Times New Roman" pitchFamily="18" charset="0"/>
                <a:cs typeface="Times New Roman" pitchFamily="18" charset="0"/>
              </a:rPr>
              <a:t>.</a:t>
            </a:r>
          </a:p>
          <a:p>
            <a:r>
              <a:rPr lang="en-US" dirty="0" err="1" smtClean="0">
                <a:latin typeface="Times New Roman" pitchFamily="18" charset="0"/>
                <a:cs typeface="Times New Roman" pitchFamily="18" charset="0"/>
              </a:rPr>
              <a:t>Sốt</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làn</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sóng</a:t>
            </a:r>
            <a:r>
              <a:rPr lang="en-US" dirty="0" smtClean="0">
                <a:latin typeface="Times New Roman" pitchFamily="18" charset="0"/>
                <a:cs typeface="Times New Roman" pitchFamily="18" charset="0"/>
              </a:rPr>
              <a:t>.</a:t>
            </a:r>
          </a:p>
          <a:p>
            <a:r>
              <a:rPr lang="en-US" dirty="0" err="1" smtClean="0">
                <a:latin typeface="Times New Roman" pitchFamily="18" charset="0"/>
                <a:cs typeface="Times New Roman" pitchFamily="18" charset="0"/>
              </a:rPr>
              <a:t>Sốt</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dạng</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cao</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nguyên</a:t>
            </a:r>
            <a:r>
              <a:rPr lang="en-US" dirty="0" smtClean="0">
                <a:latin typeface="Times New Roman" pitchFamily="18" charset="0"/>
                <a:cs typeface="Times New Roman" pitchFamily="18" charset="0"/>
              </a:rPr>
              <a:t>.</a:t>
            </a:r>
          </a:p>
          <a:p>
            <a:r>
              <a:rPr lang="en-US" dirty="0" err="1" smtClean="0">
                <a:latin typeface="Times New Roman" pitchFamily="18" charset="0"/>
                <a:cs typeface="Times New Roman" pitchFamily="18" charset="0"/>
              </a:rPr>
              <a:t>Sốt</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cách</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nhật</a:t>
            </a:r>
            <a:r>
              <a:rPr lang="en-US" dirty="0" smtClean="0">
                <a:latin typeface="Times New Roman" pitchFamily="18" charset="0"/>
                <a:cs typeface="Times New Roman" pitchFamily="18" charset="0"/>
              </a:rPr>
              <a:t>.</a:t>
            </a:r>
          </a:p>
          <a:p>
            <a:r>
              <a:rPr lang="en-US" dirty="0" err="1" smtClean="0">
                <a:latin typeface="Times New Roman" pitchFamily="18" charset="0"/>
                <a:cs typeface="Times New Roman" pitchFamily="18" charset="0"/>
              </a:rPr>
              <a:t>Sốt</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về</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chiều</a:t>
            </a:r>
            <a:r>
              <a:rPr lang="en-US" dirty="0" smtClean="0">
                <a:latin typeface="Times New Roman" pitchFamily="18" charset="0"/>
                <a:cs typeface="Times New Roman" pitchFamily="18" charset="0"/>
              </a:rPr>
              <a:t>.</a:t>
            </a:r>
          </a:p>
          <a:p>
            <a:r>
              <a:rPr lang="en-US" dirty="0" err="1" smtClean="0">
                <a:latin typeface="Times New Roman" pitchFamily="18" charset="0"/>
                <a:cs typeface="Times New Roman" pitchFamily="18" charset="0"/>
              </a:rPr>
              <a:t>Sốt</a:t>
            </a:r>
            <a:r>
              <a:rPr lang="en-US" dirty="0" smtClean="0">
                <a:latin typeface="Times New Roman" pitchFamily="18" charset="0"/>
                <a:cs typeface="Times New Roman" pitchFamily="18" charset="0"/>
              </a:rPr>
              <a:t>  2 </a:t>
            </a:r>
            <a:r>
              <a:rPr lang="en-US" dirty="0" err="1" smtClean="0">
                <a:latin typeface="Times New Roman" pitchFamily="18" charset="0"/>
                <a:cs typeface="Times New Roman" pitchFamily="18" charset="0"/>
              </a:rPr>
              <a:t>pha</a:t>
            </a:r>
            <a:r>
              <a:rPr lang="en-US" dirty="0" smtClean="0">
                <a:latin typeface="Times New Roman" pitchFamily="18" charset="0"/>
                <a:cs typeface="Times New Roman" pitchFamily="18" charset="0"/>
              </a:rPr>
              <a:t>.</a:t>
            </a:r>
          </a:p>
          <a:p>
            <a:r>
              <a:rPr lang="en-US" dirty="0" err="1" smtClean="0">
                <a:latin typeface="Times New Roman" pitchFamily="18" charset="0"/>
                <a:cs typeface="Times New Roman" pitchFamily="18" charset="0"/>
              </a:rPr>
              <a:t>Sốt</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kéo</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dài</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không</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theo</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quy</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luật</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nào</a:t>
            </a:r>
            <a:r>
              <a:rPr lang="en-US" dirty="0" smtClean="0">
                <a:latin typeface="Times New Roman" pitchFamily="18" charset="0"/>
                <a:cs typeface="Times New Roman" pitchFamily="18" charset="0"/>
              </a:rPr>
              <a:t>.</a:t>
            </a:r>
            <a:endParaRPr lang="en-US" dirty="0">
              <a:latin typeface="Times New Roman" pitchFamily="18" charset="0"/>
              <a:cs typeface="Times New Roman" pitchFamily="18" charset="0"/>
            </a:endParaRPr>
          </a:p>
        </p:txBody>
      </p:sp>
    </p:spTree>
  </p:cSld>
  <p:clrMapOvr>
    <a:masterClrMapping/>
  </p:clrMapOvr>
  <mc:AlternateContent xmlns:mc="http://schemas.openxmlformats.org/markup-compatibility/2006">
    <mc:Choice xmlns:p14="http://schemas.microsoft.com/office/powerpoint/2010/main" xmlns="" Requires="p14">
      <p:transition spd="slow" p14:dur="1500">
        <p:split orient="vert"/>
      </p:transition>
    </mc:Choice>
    <mc:Fallback>
      <p:transition spd="slow">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5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fade">
                                      <p:cBhvr>
                                        <p:cTn id="17" dur="500"/>
                                        <p:tgtEl>
                                          <p:spTgt spid="3">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2" end="2"/>
                                            </p:txEl>
                                          </p:spTgt>
                                        </p:tgtEl>
                                        <p:attrNameLst>
                                          <p:attrName>style.visibility</p:attrName>
                                        </p:attrNameLst>
                                      </p:cBhvr>
                                      <p:to>
                                        <p:strVal val="visible"/>
                                      </p:to>
                                    </p:set>
                                    <p:animEffect transition="in" filter="fade">
                                      <p:cBhvr>
                                        <p:cTn id="22" dur="500"/>
                                        <p:tgtEl>
                                          <p:spTgt spid="3">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3" end="3"/>
                                            </p:txEl>
                                          </p:spTgt>
                                        </p:tgtEl>
                                        <p:attrNameLst>
                                          <p:attrName>style.visibility</p:attrName>
                                        </p:attrNameLst>
                                      </p:cBhvr>
                                      <p:to>
                                        <p:strVal val="visible"/>
                                      </p:to>
                                    </p:set>
                                    <p:animEffect transition="in" filter="fade">
                                      <p:cBhvr>
                                        <p:cTn id="27" dur="500"/>
                                        <p:tgtEl>
                                          <p:spTgt spid="3">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4" end="4"/>
                                            </p:txEl>
                                          </p:spTgt>
                                        </p:tgtEl>
                                        <p:attrNameLst>
                                          <p:attrName>style.visibility</p:attrName>
                                        </p:attrNameLst>
                                      </p:cBhvr>
                                      <p:to>
                                        <p:strVal val="visible"/>
                                      </p:to>
                                    </p:set>
                                    <p:animEffect transition="in" filter="fade">
                                      <p:cBhvr>
                                        <p:cTn id="32" dur="500"/>
                                        <p:tgtEl>
                                          <p:spTgt spid="3">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Effect transition="in" filter="fade">
                                      <p:cBhvr>
                                        <p:cTn id="37" dur="500"/>
                                        <p:tgtEl>
                                          <p:spTgt spid="3">
                                            <p:txEl>
                                              <p:pRg st="5" end="5"/>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
                                            <p:txEl>
                                              <p:pRg st="6" end="6"/>
                                            </p:txEl>
                                          </p:spTgt>
                                        </p:tgtEl>
                                        <p:attrNameLst>
                                          <p:attrName>style.visibility</p:attrName>
                                        </p:attrNameLst>
                                      </p:cBhvr>
                                      <p:to>
                                        <p:strVal val="visible"/>
                                      </p:to>
                                    </p:set>
                                    <p:animEffect transition="in" filter="fade">
                                      <p:cBhvr>
                                        <p:cTn id="42" dur="500"/>
                                        <p:tgtEl>
                                          <p:spTgt spid="3">
                                            <p:txEl>
                                              <p:pRg st="6" end="6"/>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3">
                                            <p:txEl>
                                              <p:pRg st="7" end="7"/>
                                            </p:txEl>
                                          </p:spTgt>
                                        </p:tgtEl>
                                        <p:attrNameLst>
                                          <p:attrName>style.visibility</p:attrName>
                                        </p:attrNameLst>
                                      </p:cBhvr>
                                      <p:to>
                                        <p:strVal val="visible"/>
                                      </p:to>
                                    </p:set>
                                    <p:animEffect transition="in" filter="fade">
                                      <p:cBhvr>
                                        <p:cTn id="47" dur="500"/>
                                        <p:tgtEl>
                                          <p:spTgt spid="3">
                                            <p:txEl>
                                              <p:pRg st="7" end="7"/>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3">
                                            <p:txEl>
                                              <p:pRg st="8" end="8"/>
                                            </p:txEl>
                                          </p:spTgt>
                                        </p:tgtEl>
                                        <p:attrNameLst>
                                          <p:attrName>style.visibility</p:attrName>
                                        </p:attrNameLst>
                                      </p:cBhvr>
                                      <p:to>
                                        <p:strVal val="visible"/>
                                      </p:to>
                                    </p:set>
                                    <p:animEffect transition="in" filter="fade">
                                      <p:cBhvr>
                                        <p:cTn id="52" dur="500"/>
                                        <p:tgtEl>
                                          <p:spTgt spid="3">
                                            <p:txEl>
                                              <p:pRg st="8" end="8"/>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3">
                                            <p:txEl>
                                              <p:pRg st="9" end="9"/>
                                            </p:txEl>
                                          </p:spTgt>
                                        </p:tgtEl>
                                        <p:attrNameLst>
                                          <p:attrName>style.visibility</p:attrName>
                                        </p:attrNameLst>
                                      </p:cBhvr>
                                      <p:to>
                                        <p:strVal val="visible"/>
                                      </p:to>
                                    </p:set>
                                    <p:animEffect transition="in" filter="fade">
                                      <p:cBhvr>
                                        <p:cTn id="57" dur="500"/>
                                        <p:tgtEl>
                                          <p:spTgt spid="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rgbClr val="FF0000"/>
                </a:solidFill>
                <a:latin typeface="Times New Roman" pitchFamily="18" charset="0"/>
                <a:cs typeface="Times New Roman" pitchFamily="18" charset="0"/>
              </a:rPr>
              <a:t>4. Theo </a:t>
            </a:r>
            <a:r>
              <a:rPr lang="en-US" dirty="0" err="1" smtClean="0">
                <a:solidFill>
                  <a:srgbClr val="FF0000"/>
                </a:solidFill>
                <a:latin typeface="Times New Roman" pitchFamily="18" charset="0"/>
                <a:cs typeface="Times New Roman" pitchFamily="18" charset="0"/>
              </a:rPr>
              <a:t>kiểu</a:t>
            </a:r>
            <a:r>
              <a:rPr lang="en-US" dirty="0" smtClean="0">
                <a:solidFill>
                  <a:srgbClr val="FF0000"/>
                </a:solidFill>
                <a:latin typeface="Times New Roman" pitchFamily="18" charset="0"/>
                <a:cs typeface="Times New Roman" pitchFamily="18" charset="0"/>
              </a:rPr>
              <a:t> </a:t>
            </a:r>
            <a:r>
              <a:rPr lang="en-US" dirty="0" err="1" smtClean="0">
                <a:solidFill>
                  <a:srgbClr val="FF0000"/>
                </a:solidFill>
                <a:latin typeface="Times New Roman" pitchFamily="18" charset="0"/>
                <a:cs typeface="Times New Roman" pitchFamily="18" charset="0"/>
              </a:rPr>
              <a:t>khởi</a:t>
            </a:r>
            <a:r>
              <a:rPr lang="en-US" dirty="0" smtClean="0">
                <a:solidFill>
                  <a:srgbClr val="FF0000"/>
                </a:solidFill>
                <a:latin typeface="Times New Roman" pitchFamily="18" charset="0"/>
                <a:cs typeface="Times New Roman" pitchFamily="18" charset="0"/>
              </a:rPr>
              <a:t> </a:t>
            </a:r>
            <a:r>
              <a:rPr lang="en-US" dirty="0" err="1" smtClean="0">
                <a:solidFill>
                  <a:srgbClr val="FF0000"/>
                </a:solidFill>
                <a:latin typeface="Times New Roman" pitchFamily="18" charset="0"/>
                <a:cs typeface="Times New Roman" pitchFamily="18" charset="0"/>
              </a:rPr>
              <a:t>phát</a:t>
            </a:r>
            <a:r>
              <a:rPr lang="en-US" dirty="0" smtClean="0">
                <a:solidFill>
                  <a:srgbClr val="FF0000"/>
                </a:solidFill>
                <a:latin typeface="Times New Roman" pitchFamily="18" charset="0"/>
                <a:cs typeface="Times New Roman" pitchFamily="18" charset="0"/>
              </a:rPr>
              <a:t> </a:t>
            </a:r>
            <a:r>
              <a:rPr lang="en-US" dirty="0" err="1" smtClean="0">
                <a:solidFill>
                  <a:srgbClr val="FF0000"/>
                </a:solidFill>
                <a:latin typeface="Times New Roman" pitchFamily="18" charset="0"/>
                <a:cs typeface="Times New Roman" pitchFamily="18" charset="0"/>
              </a:rPr>
              <a:t>sốt</a:t>
            </a:r>
            <a:endParaRPr lang="en-US" dirty="0">
              <a:solidFill>
                <a:srgbClr val="FF0000"/>
              </a:solidFill>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a:bodyPr>
          <a:lstStyle/>
          <a:p>
            <a:r>
              <a:rPr lang="en-US" sz="2800" dirty="0" err="1" smtClean="0">
                <a:latin typeface="Times New Roman" pitchFamily="18" charset="0"/>
                <a:cs typeface="Times New Roman" pitchFamily="18" charset="0"/>
              </a:rPr>
              <a:t>Đột</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ngột</a:t>
            </a:r>
            <a:r>
              <a:rPr lang="en-US" sz="2800" dirty="0" smtClean="0">
                <a:latin typeface="Times New Roman" pitchFamily="18" charset="0"/>
                <a:cs typeface="Times New Roman" pitchFamily="18" charset="0"/>
              </a:rPr>
              <a:t>.</a:t>
            </a:r>
          </a:p>
          <a:p>
            <a:r>
              <a:rPr lang="en-US" sz="2800" dirty="0" err="1" smtClean="0">
                <a:latin typeface="Times New Roman" pitchFamily="18" charset="0"/>
                <a:cs typeface="Times New Roman" pitchFamily="18" charset="0"/>
              </a:rPr>
              <a:t>Tương</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đối</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đột</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ngột</a:t>
            </a:r>
            <a:r>
              <a:rPr lang="en-US" sz="2800" dirty="0" smtClean="0">
                <a:latin typeface="Times New Roman" pitchFamily="18" charset="0"/>
                <a:cs typeface="Times New Roman" pitchFamily="18" charset="0"/>
              </a:rPr>
              <a:t>.</a:t>
            </a:r>
          </a:p>
          <a:p>
            <a:r>
              <a:rPr lang="en-US" sz="2800" dirty="0" err="1" smtClean="0">
                <a:latin typeface="Times New Roman" pitchFamily="18" charset="0"/>
                <a:cs typeface="Times New Roman" pitchFamily="18" charset="0"/>
              </a:rPr>
              <a:t>Từ</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từ</a:t>
            </a:r>
            <a:r>
              <a:rPr lang="en-US" sz="2800" dirty="0" smtClean="0">
                <a:latin typeface="Times New Roman" pitchFamily="18" charset="0"/>
                <a:cs typeface="Times New Roman" pitchFamily="18" charset="0"/>
              </a:rPr>
              <a:t>.</a:t>
            </a:r>
            <a:endParaRPr lang="en-US" sz="2800" dirty="0">
              <a:latin typeface="Times New Roman" pitchFamily="18" charset="0"/>
              <a:cs typeface="Times New Roman" pitchFamily="18" charset="0"/>
            </a:endParaRPr>
          </a:p>
        </p:txBody>
      </p:sp>
    </p:spTree>
  </p:cSld>
  <p:clrMapOvr>
    <a:masterClrMapping/>
  </p:clrMapOvr>
  <mc:AlternateContent xmlns:mc="http://schemas.openxmlformats.org/markup-compatibility/2006">
    <mc:Choice xmlns:p14="http://schemas.microsoft.com/office/powerpoint/2010/main" xmlns="" Requires="p14">
      <p:transition spd="slow" p14:dur="1500">
        <p:split orient="vert"/>
      </p:transition>
    </mc:Choice>
    <mc:Fallback>
      <p:transition spd="slow">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5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fade">
                                      <p:cBhvr>
                                        <p:cTn id="17" dur="500"/>
                                        <p:tgtEl>
                                          <p:spTgt spid="3">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2" end="2"/>
                                            </p:txEl>
                                          </p:spTgt>
                                        </p:tgtEl>
                                        <p:attrNameLst>
                                          <p:attrName>style.visibility</p:attrName>
                                        </p:attrNameLst>
                                      </p:cBhvr>
                                      <p:to>
                                        <p:strVal val="visible"/>
                                      </p:to>
                                    </p:set>
                                    <p:animEffect transition="in" filter="fade">
                                      <p:cBhvr>
                                        <p:cTn id="22"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6000" b="1" dirty="0">
                <a:latin typeface="Times New Roman" pitchFamily="18" charset="0"/>
                <a:cs typeface="Times New Roman" pitchFamily="18" charset="0"/>
              </a:rPr>
              <a:t>TIẾP CẬN TRẺ BỊ SỐT</a:t>
            </a:r>
            <a:endParaRPr lang="en-US" dirty="0">
              <a:latin typeface="Times New Roman" pitchFamily="18" charset="0"/>
              <a:cs typeface="Times New Roman" pitchFamily="18" charset="0"/>
            </a:endParaRPr>
          </a:p>
        </p:txBody>
      </p:sp>
      <p:sp>
        <p:nvSpPr>
          <p:cNvPr id="3" name="Content Placeholder 2"/>
          <p:cNvSpPr>
            <a:spLocks noGrp="1"/>
          </p:cNvSpPr>
          <p:nvPr>
            <p:ph idx="1"/>
          </p:nvPr>
        </p:nvSpPr>
        <p:spPr>
          <a:xfrm>
            <a:off x="457200" y="1844824"/>
            <a:ext cx="8229600" cy="4479776"/>
          </a:xfrm>
        </p:spPr>
        <p:txBody>
          <a:bodyPr>
            <a:normAutofit/>
          </a:bodyPr>
          <a:lstStyle/>
          <a:p>
            <a:pPr marL="514350" indent="-514350" algn="just">
              <a:buFont typeface="+mj-lt"/>
              <a:buAutoNum type="arabicPeriod"/>
            </a:pPr>
            <a:r>
              <a:rPr lang="en-US" sz="3200" dirty="0" err="1" smtClean="0">
                <a:latin typeface="Times New Roman" pitchFamily="18" charset="0"/>
                <a:cs typeface="Times New Roman" pitchFamily="18" charset="0"/>
              </a:rPr>
              <a:t>Đo</a:t>
            </a:r>
            <a:r>
              <a:rPr lang="en-US" sz="3200" dirty="0" smtClean="0">
                <a:latin typeface="Times New Roman" pitchFamily="18" charset="0"/>
                <a:cs typeface="Times New Roman" pitchFamily="18" charset="0"/>
              </a:rPr>
              <a:t> </a:t>
            </a:r>
            <a:r>
              <a:rPr lang="en-US" sz="3200" dirty="0" err="1" smtClean="0">
                <a:latin typeface="Times New Roman" pitchFamily="18" charset="0"/>
                <a:cs typeface="Times New Roman" pitchFamily="18" charset="0"/>
              </a:rPr>
              <a:t>nhiệt</a:t>
            </a:r>
            <a:r>
              <a:rPr lang="en-US" sz="3200" dirty="0" smtClean="0">
                <a:latin typeface="Times New Roman" pitchFamily="18" charset="0"/>
                <a:cs typeface="Times New Roman" pitchFamily="18" charset="0"/>
              </a:rPr>
              <a:t> </a:t>
            </a:r>
            <a:r>
              <a:rPr lang="en-US" sz="3200" dirty="0" err="1" smtClean="0">
                <a:latin typeface="Times New Roman" pitchFamily="18" charset="0"/>
                <a:cs typeface="Times New Roman" pitchFamily="18" charset="0"/>
              </a:rPr>
              <a:t>độ</a:t>
            </a:r>
            <a:r>
              <a:rPr lang="en-US" sz="3200" dirty="0" smtClean="0">
                <a:latin typeface="Times New Roman" pitchFamily="18" charset="0"/>
                <a:cs typeface="Times New Roman" pitchFamily="18" charset="0"/>
              </a:rPr>
              <a:t>.</a:t>
            </a:r>
          </a:p>
          <a:p>
            <a:pPr marL="514350" indent="-514350" algn="just">
              <a:buFont typeface="+mj-lt"/>
              <a:buAutoNum type="arabicPeriod"/>
            </a:pPr>
            <a:r>
              <a:rPr lang="en-US" sz="3200" dirty="0" err="1" smtClean="0">
                <a:latin typeface="Times New Roman" pitchFamily="18" charset="0"/>
                <a:cs typeface="Times New Roman" pitchFamily="18" charset="0"/>
              </a:rPr>
              <a:t>Hỏi</a:t>
            </a:r>
            <a:r>
              <a:rPr lang="en-US" sz="3200" dirty="0" smtClean="0">
                <a:latin typeface="Times New Roman" pitchFamily="18" charset="0"/>
                <a:cs typeface="Times New Roman" pitchFamily="18" charset="0"/>
              </a:rPr>
              <a:t> </a:t>
            </a:r>
            <a:r>
              <a:rPr lang="en-US" sz="3200" dirty="0" err="1" smtClean="0">
                <a:latin typeface="Times New Roman" pitchFamily="18" charset="0"/>
                <a:cs typeface="Times New Roman" pitchFamily="18" charset="0"/>
              </a:rPr>
              <a:t>bệnh</a:t>
            </a:r>
            <a:r>
              <a:rPr lang="en-US" sz="3200" dirty="0" smtClean="0">
                <a:latin typeface="Times New Roman" pitchFamily="18" charset="0"/>
                <a:cs typeface="Times New Roman" pitchFamily="18" charset="0"/>
              </a:rPr>
              <a:t>.</a:t>
            </a:r>
          </a:p>
          <a:p>
            <a:pPr marL="514350" indent="-514350" algn="just">
              <a:buNone/>
            </a:pPr>
            <a:r>
              <a:rPr lang="en-US" sz="3200" dirty="0" smtClean="0">
                <a:latin typeface="Times New Roman" pitchFamily="18" charset="0"/>
                <a:cs typeface="Times New Roman" pitchFamily="18" charset="0"/>
              </a:rPr>
              <a:t>	- </a:t>
            </a:r>
            <a:r>
              <a:rPr lang="en-US" sz="3200" dirty="0" err="1" smtClean="0">
                <a:latin typeface="Times New Roman" pitchFamily="18" charset="0"/>
                <a:cs typeface="Times New Roman" pitchFamily="18" charset="0"/>
              </a:rPr>
              <a:t>đặc</a:t>
            </a:r>
            <a:r>
              <a:rPr lang="en-US" sz="3200" dirty="0" smtClean="0">
                <a:latin typeface="Times New Roman" pitchFamily="18" charset="0"/>
                <a:cs typeface="Times New Roman" pitchFamily="18" charset="0"/>
              </a:rPr>
              <a:t> </a:t>
            </a:r>
            <a:r>
              <a:rPr lang="en-US" sz="3200" dirty="0" err="1" smtClean="0">
                <a:latin typeface="Times New Roman" pitchFamily="18" charset="0"/>
                <a:cs typeface="Times New Roman" pitchFamily="18" charset="0"/>
              </a:rPr>
              <a:t>điểm</a:t>
            </a:r>
            <a:r>
              <a:rPr lang="en-US" sz="3200" dirty="0" smtClean="0">
                <a:latin typeface="Times New Roman" pitchFamily="18" charset="0"/>
                <a:cs typeface="Times New Roman" pitchFamily="18" charset="0"/>
              </a:rPr>
              <a:t> </a:t>
            </a:r>
            <a:r>
              <a:rPr lang="en-US" sz="3200" dirty="0" err="1" smtClean="0">
                <a:latin typeface="Times New Roman" pitchFamily="18" charset="0"/>
                <a:cs typeface="Times New Roman" pitchFamily="18" charset="0"/>
              </a:rPr>
              <a:t>của</a:t>
            </a:r>
            <a:r>
              <a:rPr lang="en-US" sz="3200" dirty="0" smtClean="0">
                <a:latin typeface="Times New Roman" pitchFamily="18" charset="0"/>
                <a:cs typeface="Times New Roman" pitchFamily="18" charset="0"/>
              </a:rPr>
              <a:t> </a:t>
            </a:r>
            <a:r>
              <a:rPr lang="en-US" sz="3200" dirty="0" err="1" smtClean="0">
                <a:latin typeface="Times New Roman" pitchFamily="18" charset="0"/>
                <a:cs typeface="Times New Roman" pitchFamily="18" charset="0"/>
              </a:rPr>
              <a:t>sốt</a:t>
            </a:r>
            <a:r>
              <a:rPr lang="en-US" sz="3200" dirty="0" smtClean="0">
                <a:latin typeface="Times New Roman" pitchFamily="18" charset="0"/>
                <a:cs typeface="Times New Roman" pitchFamily="18" charset="0"/>
              </a:rPr>
              <a:t>.</a:t>
            </a:r>
          </a:p>
          <a:p>
            <a:pPr marL="514350" indent="-514350" algn="just">
              <a:buNone/>
            </a:pPr>
            <a:r>
              <a:rPr lang="en-US" sz="3200" dirty="0" smtClean="0">
                <a:latin typeface="Times New Roman" pitchFamily="18" charset="0"/>
                <a:cs typeface="Times New Roman" pitchFamily="18" charset="0"/>
              </a:rPr>
              <a:t>	- </a:t>
            </a:r>
            <a:r>
              <a:rPr lang="en-US" sz="3200" dirty="0" err="1" smtClean="0">
                <a:latin typeface="Times New Roman" pitchFamily="18" charset="0"/>
                <a:cs typeface="Times New Roman" pitchFamily="18" charset="0"/>
              </a:rPr>
              <a:t>triệu</a:t>
            </a:r>
            <a:r>
              <a:rPr lang="en-US" sz="3200" dirty="0" smtClean="0">
                <a:latin typeface="Times New Roman" pitchFamily="18" charset="0"/>
                <a:cs typeface="Times New Roman" pitchFamily="18" charset="0"/>
              </a:rPr>
              <a:t> </a:t>
            </a:r>
            <a:r>
              <a:rPr lang="en-US" sz="3200" dirty="0" err="1" smtClean="0">
                <a:latin typeface="Times New Roman" pitchFamily="18" charset="0"/>
                <a:cs typeface="Times New Roman" pitchFamily="18" charset="0"/>
              </a:rPr>
              <a:t>chứng</a:t>
            </a:r>
            <a:r>
              <a:rPr lang="en-US" sz="3200" dirty="0" smtClean="0">
                <a:latin typeface="Times New Roman" pitchFamily="18" charset="0"/>
                <a:cs typeface="Times New Roman" pitchFamily="18" charset="0"/>
              </a:rPr>
              <a:t> </a:t>
            </a:r>
            <a:r>
              <a:rPr lang="en-US" sz="3200" dirty="0" err="1" smtClean="0">
                <a:latin typeface="Times New Roman" pitchFamily="18" charset="0"/>
                <a:cs typeface="Times New Roman" pitchFamily="18" charset="0"/>
              </a:rPr>
              <a:t>đi</a:t>
            </a:r>
            <a:r>
              <a:rPr lang="en-US" sz="3200" dirty="0" smtClean="0">
                <a:latin typeface="Times New Roman" pitchFamily="18" charset="0"/>
                <a:cs typeface="Times New Roman" pitchFamily="18" charset="0"/>
              </a:rPr>
              <a:t> </a:t>
            </a:r>
            <a:r>
              <a:rPr lang="en-US" sz="3200" dirty="0" err="1" smtClean="0">
                <a:latin typeface="Times New Roman" pitchFamily="18" charset="0"/>
                <a:cs typeface="Times New Roman" pitchFamily="18" charset="0"/>
              </a:rPr>
              <a:t>kèm</a:t>
            </a:r>
            <a:r>
              <a:rPr lang="en-US" sz="3200" dirty="0" smtClean="0">
                <a:latin typeface="Times New Roman" pitchFamily="18" charset="0"/>
                <a:cs typeface="Times New Roman" pitchFamily="18" charset="0"/>
              </a:rPr>
              <a:t>.</a:t>
            </a:r>
          </a:p>
          <a:p>
            <a:pPr marL="514350" indent="-514350" algn="just">
              <a:buNone/>
            </a:pPr>
            <a:r>
              <a:rPr lang="en-US" sz="3200" dirty="0" smtClean="0">
                <a:latin typeface="Times New Roman" pitchFamily="18" charset="0"/>
                <a:cs typeface="Times New Roman" pitchFamily="18" charset="0"/>
              </a:rPr>
              <a:t>	- </a:t>
            </a:r>
            <a:r>
              <a:rPr lang="en-US" sz="3200" dirty="0" err="1" smtClean="0">
                <a:latin typeface="Times New Roman" pitchFamily="18" charset="0"/>
                <a:cs typeface="Times New Roman" pitchFamily="18" charset="0"/>
              </a:rPr>
              <a:t>dịch</a:t>
            </a:r>
            <a:r>
              <a:rPr lang="en-US" sz="3200" dirty="0" smtClean="0">
                <a:latin typeface="Times New Roman" pitchFamily="18" charset="0"/>
                <a:cs typeface="Times New Roman" pitchFamily="18" charset="0"/>
              </a:rPr>
              <a:t> </a:t>
            </a:r>
            <a:r>
              <a:rPr lang="en-US" sz="3200" dirty="0" err="1" smtClean="0">
                <a:latin typeface="Times New Roman" pitchFamily="18" charset="0"/>
                <a:cs typeface="Times New Roman" pitchFamily="18" charset="0"/>
              </a:rPr>
              <a:t>tễ</a:t>
            </a:r>
            <a:r>
              <a:rPr lang="en-US" sz="3200" dirty="0" smtClean="0">
                <a:latin typeface="Times New Roman" pitchFamily="18" charset="0"/>
                <a:cs typeface="Times New Roman" pitchFamily="18" charset="0"/>
              </a:rPr>
              <a:t>.</a:t>
            </a:r>
          </a:p>
          <a:p>
            <a:pPr marL="514350" indent="-514350" algn="just">
              <a:buNone/>
            </a:pPr>
            <a:r>
              <a:rPr lang="en-US" sz="3200" dirty="0" smtClean="0">
                <a:latin typeface="Times New Roman" pitchFamily="18" charset="0"/>
                <a:cs typeface="Times New Roman" pitchFamily="18" charset="0"/>
              </a:rPr>
              <a:t>	- </a:t>
            </a:r>
            <a:r>
              <a:rPr lang="en-US" sz="3200" dirty="0" err="1" smtClean="0">
                <a:latin typeface="Times New Roman" pitchFamily="18" charset="0"/>
                <a:cs typeface="Times New Roman" pitchFamily="18" charset="0"/>
              </a:rPr>
              <a:t>tiền</a:t>
            </a:r>
            <a:r>
              <a:rPr lang="en-US" sz="3200" dirty="0" smtClean="0">
                <a:latin typeface="Times New Roman" pitchFamily="18" charset="0"/>
                <a:cs typeface="Times New Roman" pitchFamily="18" charset="0"/>
              </a:rPr>
              <a:t> </a:t>
            </a:r>
            <a:r>
              <a:rPr lang="en-US" sz="3200" dirty="0" err="1" smtClean="0">
                <a:latin typeface="Times New Roman" pitchFamily="18" charset="0"/>
                <a:cs typeface="Times New Roman" pitchFamily="18" charset="0"/>
              </a:rPr>
              <a:t>căn</a:t>
            </a:r>
            <a:r>
              <a:rPr lang="en-US" sz="3200" dirty="0" smtClean="0">
                <a:latin typeface="Times New Roman" pitchFamily="18" charset="0"/>
                <a:cs typeface="Times New Roman" pitchFamily="18" charset="0"/>
              </a:rPr>
              <a:t>.</a:t>
            </a:r>
          </a:p>
        </p:txBody>
      </p:sp>
    </p:spTree>
  </p:cSld>
  <p:clrMapOvr>
    <a:masterClrMapping/>
  </p:clrMapOvr>
  <mc:AlternateContent xmlns:mc="http://schemas.openxmlformats.org/markup-compatibility/2006">
    <mc:Choice xmlns:p14="http://schemas.microsoft.com/office/powerpoint/2010/main" xmlns="" Requires="p14">
      <p:transition spd="slow" p14:dur="1500">
        <p:split orient="vert"/>
      </p:transition>
    </mc:Choice>
    <mc:Fallback>
      <p:transition spd="slow">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5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fade">
                                      <p:cBhvr>
                                        <p:cTn id="17" dur="500"/>
                                        <p:tgtEl>
                                          <p:spTgt spid="3">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2" end="2"/>
                                            </p:txEl>
                                          </p:spTgt>
                                        </p:tgtEl>
                                        <p:attrNameLst>
                                          <p:attrName>style.visibility</p:attrName>
                                        </p:attrNameLst>
                                      </p:cBhvr>
                                      <p:to>
                                        <p:strVal val="visible"/>
                                      </p:to>
                                    </p:set>
                                    <p:animEffect transition="in" filter="fade">
                                      <p:cBhvr>
                                        <p:cTn id="22" dur="500"/>
                                        <p:tgtEl>
                                          <p:spTgt spid="3">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3" end="3"/>
                                            </p:txEl>
                                          </p:spTgt>
                                        </p:tgtEl>
                                        <p:attrNameLst>
                                          <p:attrName>style.visibility</p:attrName>
                                        </p:attrNameLst>
                                      </p:cBhvr>
                                      <p:to>
                                        <p:strVal val="visible"/>
                                      </p:to>
                                    </p:set>
                                    <p:animEffect transition="in" filter="fade">
                                      <p:cBhvr>
                                        <p:cTn id="27" dur="500"/>
                                        <p:tgtEl>
                                          <p:spTgt spid="3">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4" end="4"/>
                                            </p:txEl>
                                          </p:spTgt>
                                        </p:tgtEl>
                                        <p:attrNameLst>
                                          <p:attrName>style.visibility</p:attrName>
                                        </p:attrNameLst>
                                      </p:cBhvr>
                                      <p:to>
                                        <p:strVal val="visible"/>
                                      </p:to>
                                    </p:set>
                                    <p:animEffect transition="in" filter="fade">
                                      <p:cBhvr>
                                        <p:cTn id="32" dur="500"/>
                                        <p:tgtEl>
                                          <p:spTgt spid="3">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Effect transition="in" filter="fade">
                                      <p:cBhvr>
                                        <p:cTn id="37"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6000" b="1" dirty="0">
                <a:latin typeface="Times New Roman" pitchFamily="18" charset="0"/>
                <a:cs typeface="Times New Roman" pitchFamily="18" charset="0"/>
              </a:rPr>
              <a:t>TIẾP CẬN TRẺ BỊ SỐT</a:t>
            </a:r>
            <a:endParaRPr lang="en-US" dirty="0"/>
          </a:p>
        </p:txBody>
      </p:sp>
      <p:sp>
        <p:nvSpPr>
          <p:cNvPr id="3" name="Content Placeholder 2"/>
          <p:cNvSpPr>
            <a:spLocks noGrp="1"/>
          </p:cNvSpPr>
          <p:nvPr>
            <p:ph idx="1"/>
          </p:nvPr>
        </p:nvSpPr>
        <p:spPr/>
        <p:txBody>
          <a:bodyPr>
            <a:normAutofit lnSpcReduction="10000"/>
          </a:bodyPr>
          <a:lstStyle/>
          <a:p>
            <a:pPr marL="514350" indent="-514350">
              <a:buNone/>
            </a:pPr>
            <a:r>
              <a:rPr lang="en-US" sz="2800" dirty="0" smtClean="0">
                <a:solidFill>
                  <a:schemeClr val="bg2">
                    <a:lumMod val="50000"/>
                  </a:schemeClr>
                </a:solidFill>
                <a:latin typeface="Times New Roman" pitchFamily="18" charset="0"/>
                <a:cs typeface="Times New Roman" pitchFamily="18" charset="0"/>
              </a:rPr>
              <a:t>3. </a:t>
            </a:r>
            <a:r>
              <a:rPr lang="en-US" sz="2800" b="1" dirty="0" err="1" smtClean="0">
                <a:latin typeface="Times New Roman" pitchFamily="18" charset="0"/>
                <a:cs typeface="Times New Roman" pitchFamily="18" charset="0"/>
              </a:rPr>
              <a:t>Thăm</a:t>
            </a:r>
            <a:r>
              <a:rPr lang="en-US" sz="2800" b="1" dirty="0" smtClean="0">
                <a:latin typeface="Times New Roman" pitchFamily="18" charset="0"/>
                <a:cs typeface="Times New Roman" pitchFamily="18" charset="0"/>
              </a:rPr>
              <a:t> </a:t>
            </a:r>
            <a:r>
              <a:rPr lang="en-US" sz="2800" b="1" dirty="0" err="1" smtClean="0">
                <a:latin typeface="Times New Roman" pitchFamily="18" charset="0"/>
                <a:cs typeface="Times New Roman" pitchFamily="18" charset="0"/>
              </a:rPr>
              <a:t>khám</a:t>
            </a:r>
            <a:r>
              <a:rPr lang="en-US" sz="2800" b="1" dirty="0" smtClean="0">
                <a:latin typeface="Times New Roman" pitchFamily="18" charset="0"/>
                <a:cs typeface="Times New Roman" pitchFamily="18" charset="0"/>
              </a:rPr>
              <a:t> </a:t>
            </a:r>
            <a:r>
              <a:rPr lang="en-US" sz="2800" b="1" dirty="0" err="1" smtClean="0">
                <a:latin typeface="Times New Roman" pitchFamily="18" charset="0"/>
                <a:cs typeface="Times New Roman" pitchFamily="18" charset="0"/>
              </a:rPr>
              <a:t>thực</a:t>
            </a:r>
            <a:r>
              <a:rPr lang="en-US" sz="2800" b="1" dirty="0" smtClean="0">
                <a:latin typeface="Times New Roman" pitchFamily="18" charset="0"/>
                <a:cs typeface="Times New Roman" pitchFamily="18" charset="0"/>
              </a:rPr>
              <a:t> </a:t>
            </a:r>
            <a:r>
              <a:rPr lang="en-US" sz="2800" b="1" dirty="0" err="1" smtClean="0">
                <a:latin typeface="Times New Roman" pitchFamily="18" charset="0"/>
                <a:cs typeface="Times New Roman" pitchFamily="18" charset="0"/>
              </a:rPr>
              <a:t>thể</a:t>
            </a:r>
            <a:r>
              <a:rPr lang="en-US" sz="2800" b="1" dirty="0" smtClean="0">
                <a:latin typeface="Times New Roman" pitchFamily="18" charset="0"/>
                <a:cs typeface="Times New Roman" pitchFamily="18" charset="0"/>
              </a:rPr>
              <a:t>: </a:t>
            </a:r>
          </a:p>
          <a:p>
            <a:pPr marL="514350" indent="-514350">
              <a:buNone/>
            </a:pPr>
            <a:r>
              <a:rPr lang="en-US" sz="2800" b="1" dirty="0" smtClean="0">
                <a:latin typeface="Times New Roman" pitchFamily="18" charset="0"/>
                <a:cs typeface="Times New Roman" pitchFamily="18" charset="0"/>
              </a:rPr>
              <a:t>	+, </a:t>
            </a:r>
            <a:r>
              <a:rPr lang="en-US" sz="2800" dirty="0" err="1" smtClean="0">
                <a:latin typeface="Times New Roman" pitchFamily="18" charset="0"/>
                <a:cs typeface="Times New Roman" pitchFamily="18" charset="0"/>
              </a:rPr>
              <a:t>những</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rối</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loạn</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chức</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năng</a:t>
            </a:r>
            <a:r>
              <a:rPr lang="en-US" sz="2800" dirty="0" smtClean="0">
                <a:latin typeface="Times New Roman" pitchFamily="18" charset="0"/>
                <a:cs typeface="Times New Roman" pitchFamily="18" charset="0"/>
              </a:rPr>
              <a:t>:</a:t>
            </a:r>
            <a:endParaRPr lang="en-US" sz="2800" b="1" dirty="0" smtClean="0">
              <a:latin typeface="Times New Roman" pitchFamily="18" charset="0"/>
              <a:cs typeface="Times New Roman" pitchFamily="18" charset="0"/>
            </a:endParaRPr>
          </a:p>
          <a:p>
            <a:pPr marL="514350" indent="-514350">
              <a:buNone/>
            </a:pPr>
            <a:r>
              <a:rPr lang="en-US" sz="2800" dirty="0" smtClean="0">
                <a:latin typeface="Times New Roman" pitchFamily="18" charset="0"/>
                <a:cs typeface="Times New Roman" pitchFamily="18" charset="0"/>
              </a:rPr>
              <a:t>		- </a:t>
            </a:r>
            <a:r>
              <a:rPr lang="en-US" sz="2800" dirty="0" err="1" smtClean="0">
                <a:latin typeface="Times New Roman" pitchFamily="18" charset="0"/>
                <a:cs typeface="Times New Roman" pitchFamily="18" charset="0"/>
              </a:rPr>
              <a:t>trạng</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thái</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thần</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kinh</a:t>
            </a:r>
            <a:endParaRPr lang="en-US" sz="2800" dirty="0" smtClean="0">
              <a:latin typeface="Times New Roman" pitchFamily="18" charset="0"/>
              <a:cs typeface="Times New Roman" pitchFamily="18" charset="0"/>
            </a:endParaRPr>
          </a:p>
          <a:p>
            <a:pPr marL="514350" indent="-514350">
              <a:buNone/>
            </a:pPr>
            <a:r>
              <a:rPr lang="en-US" sz="2800" dirty="0" smtClean="0">
                <a:latin typeface="Times New Roman" pitchFamily="18" charset="0"/>
                <a:cs typeface="Times New Roman" pitchFamily="18" charset="0"/>
              </a:rPr>
              <a:t>		- </a:t>
            </a:r>
            <a:r>
              <a:rPr lang="en-US" sz="2800" dirty="0" err="1" smtClean="0">
                <a:latin typeface="Times New Roman" pitchFamily="18" charset="0"/>
                <a:cs typeface="Times New Roman" pitchFamily="18" charset="0"/>
              </a:rPr>
              <a:t>tình</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trạng</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hô</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hấp</a:t>
            </a:r>
            <a:r>
              <a:rPr lang="en-US" sz="2800" dirty="0" smtClean="0">
                <a:latin typeface="Times New Roman" pitchFamily="18" charset="0"/>
                <a:cs typeface="Times New Roman" pitchFamily="18" charset="0"/>
              </a:rPr>
              <a:t>.</a:t>
            </a:r>
          </a:p>
          <a:p>
            <a:pPr marL="514350" indent="-514350">
              <a:buNone/>
            </a:pPr>
            <a:r>
              <a:rPr lang="en-US" sz="2800" dirty="0" smtClean="0">
                <a:latin typeface="Times New Roman" pitchFamily="18" charset="0"/>
                <a:cs typeface="Times New Roman" pitchFamily="18" charset="0"/>
              </a:rPr>
              <a:t>		- </a:t>
            </a:r>
            <a:r>
              <a:rPr lang="en-US" sz="2800" dirty="0" err="1" smtClean="0">
                <a:latin typeface="Times New Roman" pitchFamily="18" charset="0"/>
                <a:cs typeface="Times New Roman" pitchFamily="18" charset="0"/>
              </a:rPr>
              <a:t>tình</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trạng</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tim</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mạch</a:t>
            </a:r>
            <a:r>
              <a:rPr lang="en-US" sz="2800" dirty="0" smtClean="0">
                <a:latin typeface="Times New Roman" pitchFamily="18" charset="0"/>
                <a:cs typeface="Times New Roman" pitchFamily="18" charset="0"/>
              </a:rPr>
              <a:t>.</a:t>
            </a:r>
          </a:p>
          <a:p>
            <a:pPr marL="514350" indent="-514350">
              <a:buNone/>
            </a:pPr>
            <a:r>
              <a:rPr lang="en-US" sz="2800" dirty="0" smtClean="0">
                <a:latin typeface="Times New Roman" pitchFamily="18" charset="0"/>
                <a:cs typeface="Times New Roman" pitchFamily="18" charset="0"/>
              </a:rPr>
              <a:t>		- </a:t>
            </a:r>
            <a:r>
              <a:rPr lang="en-US" sz="2800" dirty="0" err="1" smtClean="0">
                <a:latin typeface="Times New Roman" pitchFamily="18" charset="0"/>
                <a:cs typeface="Times New Roman" pitchFamily="18" charset="0"/>
              </a:rPr>
              <a:t>tình</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trạng</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tiêu</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hoá</a:t>
            </a:r>
            <a:r>
              <a:rPr lang="en-US" sz="2800" dirty="0" smtClean="0">
                <a:latin typeface="Times New Roman" pitchFamily="18" charset="0"/>
                <a:cs typeface="Times New Roman" pitchFamily="18" charset="0"/>
              </a:rPr>
              <a:t>.</a:t>
            </a:r>
          </a:p>
          <a:p>
            <a:pPr marL="514350" indent="-514350">
              <a:buNone/>
            </a:pPr>
            <a:r>
              <a:rPr lang="en-US" sz="2800" dirty="0" smtClean="0">
                <a:latin typeface="Times New Roman" pitchFamily="18" charset="0"/>
                <a:cs typeface="Times New Roman" pitchFamily="18" charset="0"/>
              </a:rPr>
              <a:t> 		- </a:t>
            </a:r>
            <a:r>
              <a:rPr lang="en-US" sz="2800" dirty="0" err="1" smtClean="0">
                <a:latin typeface="Times New Roman" pitchFamily="18" charset="0"/>
                <a:cs typeface="Times New Roman" pitchFamily="18" charset="0"/>
              </a:rPr>
              <a:t>các</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biểu</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hiện</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khác</a:t>
            </a:r>
            <a:r>
              <a:rPr lang="en-US" sz="2800" dirty="0" smtClean="0">
                <a:latin typeface="Times New Roman" pitchFamily="18" charset="0"/>
                <a:cs typeface="Times New Roman" pitchFamily="18" charset="0"/>
              </a:rPr>
              <a:t>.</a:t>
            </a:r>
          </a:p>
          <a:p>
            <a:pPr marL="514350" indent="-514350">
              <a:buNone/>
            </a:pPr>
            <a:r>
              <a:rPr lang="en-US" sz="2800" dirty="0" smtClean="0">
                <a:latin typeface="Times New Roman" pitchFamily="18" charset="0"/>
                <a:cs typeface="Times New Roman" pitchFamily="18" charset="0"/>
              </a:rPr>
              <a:t>	</a:t>
            </a:r>
            <a:r>
              <a:rPr lang="en-US" sz="2800" b="1" dirty="0" smtClean="0">
                <a:latin typeface="Times New Roman" pitchFamily="18" charset="0"/>
                <a:cs typeface="Times New Roman" pitchFamily="18" charset="0"/>
              </a:rPr>
              <a:t>+,</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khám</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phát</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hiện</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các</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triệu</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chứng</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thực</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thể</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về</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tổng</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quan</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và</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các</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cơ</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quan</a:t>
            </a:r>
            <a:r>
              <a:rPr lang="en-US" sz="2800" dirty="0" smtClean="0">
                <a:latin typeface="Times New Roman" pitchFamily="18" charset="0"/>
                <a:cs typeface="Times New Roman" pitchFamily="18" charset="0"/>
              </a:rPr>
              <a:t>.</a:t>
            </a:r>
          </a:p>
          <a:p>
            <a:endParaRPr lang="en-US" dirty="0"/>
          </a:p>
        </p:txBody>
      </p:sp>
    </p:spTree>
  </p:cSld>
  <p:clrMapOvr>
    <a:masterClrMapping/>
  </p:clrMapOvr>
  <mc:AlternateContent xmlns:mc="http://schemas.openxmlformats.org/markup-compatibility/2006">
    <mc:Choice xmlns:p14="http://schemas.microsoft.com/office/powerpoint/2010/main" xmlns="" Requires="p14">
      <p:transition spd="slow" p14:dur="1500">
        <p:split orient="vert"/>
      </p:transition>
    </mc:Choice>
    <mc:Fallback>
      <p:transition spd="slow">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5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fade">
                                      <p:cBhvr>
                                        <p:cTn id="17" dur="500"/>
                                        <p:tgtEl>
                                          <p:spTgt spid="3">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2" end="2"/>
                                            </p:txEl>
                                          </p:spTgt>
                                        </p:tgtEl>
                                        <p:attrNameLst>
                                          <p:attrName>style.visibility</p:attrName>
                                        </p:attrNameLst>
                                      </p:cBhvr>
                                      <p:to>
                                        <p:strVal val="visible"/>
                                      </p:to>
                                    </p:set>
                                    <p:animEffect transition="in" filter="fade">
                                      <p:cBhvr>
                                        <p:cTn id="22" dur="500"/>
                                        <p:tgtEl>
                                          <p:spTgt spid="3">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3" end="3"/>
                                            </p:txEl>
                                          </p:spTgt>
                                        </p:tgtEl>
                                        <p:attrNameLst>
                                          <p:attrName>style.visibility</p:attrName>
                                        </p:attrNameLst>
                                      </p:cBhvr>
                                      <p:to>
                                        <p:strVal val="visible"/>
                                      </p:to>
                                    </p:set>
                                    <p:animEffect transition="in" filter="fade">
                                      <p:cBhvr>
                                        <p:cTn id="27" dur="500"/>
                                        <p:tgtEl>
                                          <p:spTgt spid="3">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4" end="4"/>
                                            </p:txEl>
                                          </p:spTgt>
                                        </p:tgtEl>
                                        <p:attrNameLst>
                                          <p:attrName>style.visibility</p:attrName>
                                        </p:attrNameLst>
                                      </p:cBhvr>
                                      <p:to>
                                        <p:strVal val="visible"/>
                                      </p:to>
                                    </p:set>
                                    <p:animEffect transition="in" filter="fade">
                                      <p:cBhvr>
                                        <p:cTn id="32" dur="500"/>
                                        <p:tgtEl>
                                          <p:spTgt spid="3">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Effect transition="in" filter="fade">
                                      <p:cBhvr>
                                        <p:cTn id="37" dur="500"/>
                                        <p:tgtEl>
                                          <p:spTgt spid="3">
                                            <p:txEl>
                                              <p:pRg st="5" end="5"/>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
                                            <p:txEl>
                                              <p:pRg st="6" end="6"/>
                                            </p:txEl>
                                          </p:spTgt>
                                        </p:tgtEl>
                                        <p:attrNameLst>
                                          <p:attrName>style.visibility</p:attrName>
                                        </p:attrNameLst>
                                      </p:cBhvr>
                                      <p:to>
                                        <p:strVal val="visible"/>
                                      </p:to>
                                    </p:set>
                                    <p:animEffect transition="in" filter="fade">
                                      <p:cBhvr>
                                        <p:cTn id="42" dur="500"/>
                                        <p:tgtEl>
                                          <p:spTgt spid="3">
                                            <p:txEl>
                                              <p:pRg st="6" end="6"/>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3">
                                            <p:txEl>
                                              <p:pRg st="7" end="7"/>
                                            </p:txEl>
                                          </p:spTgt>
                                        </p:tgtEl>
                                        <p:attrNameLst>
                                          <p:attrName>style.visibility</p:attrName>
                                        </p:attrNameLst>
                                      </p:cBhvr>
                                      <p:to>
                                        <p:strVal val="visible"/>
                                      </p:to>
                                    </p:set>
                                    <p:animEffect transition="in" filter="fade">
                                      <p:cBhvr>
                                        <p:cTn id="47"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3284984"/>
            <a:ext cx="8964488" cy="1143000"/>
          </a:xfrm>
        </p:spPr>
        <p:txBody>
          <a:bodyPr>
            <a:noAutofit/>
          </a:bodyPr>
          <a:lstStyle/>
          <a:p>
            <a:pPr algn="ctr"/>
            <a:r>
              <a:rPr lang="en-US" sz="5400" dirty="0" smtClean="0">
                <a:solidFill>
                  <a:srgbClr val="FF0000"/>
                </a:solidFill>
                <a:latin typeface="Times New Roman" pitchFamily="18" charset="0"/>
                <a:cs typeface="Times New Roman" pitchFamily="18" charset="0"/>
              </a:rPr>
              <a:t>ĐÁNH GIÁ PHÂN LOẠI VÀ XÁC ĐỊNH ĐIỀU TRỊ</a:t>
            </a:r>
            <a:endParaRPr lang="en-US" sz="5400" dirty="0">
              <a:solidFill>
                <a:srgbClr val="FF0000"/>
              </a:solidFill>
              <a:latin typeface="Times New Roman" pitchFamily="18" charset="0"/>
              <a:cs typeface="Times New Roman" pitchFamily="18" charset="0"/>
            </a:endParaRPr>
          </a:p>
        </p:txBody>
      </p:sp>
    </p:spTree>
  </p:cSld>
  <p:clrMapOvr>
    <a:masterClrMapping/>
  </p:clrMapOvr>
  <mc:AlternateContent xmlns:mc="http://schemas.openxmlformats.org/markup-compatibility/2006">
    <mc:Choice xmlns:p14="http://schemas.microsoft.com/office/powerpoint/2010/main" xmlns="" Requires="p14">
      <p:transition spd="slow" p14:dur="1500">
        <p:split orient="vert"/>
      </p:transition>
    </mc:Choice>
    <mc:Fallback>
      <p:transition spd="slow">
        <p:split orient="vert"/>
      </p:transition>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b="1" dirty="0" smtClean="0">
                <a:solidFill>
                  <a:schemeClr val="tx1"/>
                </a:solidFill>
                <a:latin typeface="Times New Roman" pitchFamily="18" charset="0"/>
                <a:cs typeface="Times New Roman" pitchFamily="18" charset="0"/>
              </a:rPr>
              <a:t>1. </a:t>
            </a:r>
            <a:r>
              <a:rPr lang="en-US" sz="4000" b="1" dirty="0" err="1" smtClean="0">
                <a:solidFill>
                  <a:schemeClr val="tx1"/>
                </a:solidFill>
                <a:latin typeface="Times New Roman" pitchFamily="18" charset="0"/>
                <a:cs typeface="Times New Roman" pitchFamily="18" charset="0"/>
              </a:rPr>
              <a:t>Tuyến</a:t>
            </a:r>
            <a:r>
              <a:rPr lang="en-US" sz="4000" b="1" dirty="0" smtClean="0">
                <a:solidFill>
                  <a:schemeClr val="tx1"/>
                </a:solidFill>
                <a:latin typeface="Times New Roman" pitchFamily="18" charset="0"/>
                <a:cs typeface="Times New Roman" pitchFamily="18" charset="0"/>
              </a:rPr>
              <a:t> y </a:t>
            </a:r>
            <a:r>
              <a:rPr lang="en-US" sz="4000" b="1" dirty="0" err="1" smtClean="0">
                <a:solidFill>
                  <a:schemeClr val="tx1"/>
                </a:solidFill>
                <a:latin typeface="Times New Roman" pitchFamily="18" charset="0"/>
                <a:cs typeface="Times New Roman" pitchFamily="18" charset="0"/>
              </a:rPr>
              <a:t>tế</a:t>
            </a:r>
            <a:r>
              <a:rPr lang="en-US" sz="4000" b="1" dirty="0" smtClean="0">
                <a:solidFill>
                  <a:schemeClr val="tx1"/>
                </a:solidFill>
                <a:latin typeface="Times New Roman" pitchFamily="18" charset="0"/>
                <a:cs typeface="Times New Roman" pitchFamily="18" charset="0"/>
              </a:rPr>
              <a:t> </a:t>
            </a:r>
            <a:r>
              <a:rPr lang="en-US" sz="4000" b="1" dirty="0" err="1" smtClean="0">
                <a:solidFill>
                  <a:schemeClr val="tx1"/>
                </a:solidFill>
                <a:latin typeface="Times New Roman" pitchFamily="18" charset="0"/>
                <a:cs typeface="Times New Roman" pitchFamily="18" charset="0"/>
              </a:rPr>
              <a:t>cơ</a:t>
            </a:r>
            <a:r>
              <a:rPr lang="en-US" sz="4000" b="1" dirty="0" smtClean="0">
                <a:solidFill>
                  <a:schemeClr val="tx1"/>
                </a:solidFill>
                <a:latin typeface="Times New Roman" pitchFamily="18" charset="0"/>
                <a:cs typeface="Times New Roman" pitchFamily="18" charset="0"/>
              </a:rPr>
              <a:t> </a:t>
            </a:r>
            <a:r>
              <a:rPr lang="en-US" sz="4000" b="1" dirty="0" err="1" smtClean="0">
                <a:solidFill>
                  <a:schemeClr val="tx1"/>
                </a:solidFill>
                <a:latin typeface="Times New Roman" pitchFamily="18" charset="0"/>
                <a:cs typeface="Times New Roman" pitchFamily="18" charset="0"/>
              </a:rPr>
              <a:t>sở</a:t>
            </a:r>
            <a:endParaRPr lang="en-US" sz="4000" b="1" dirty="0">
              <a:solidFill>
                <a:schemeClr val="tx1"/>
              </a:solidFill>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fontScale="92500"/>
          </a:bodyPr>
          <a:lstStyle/>
          <a:p>
            <a:r>
              <a:rPr lang="en-US" dirty="0" err="1" smtClean="0">
                <a:latin typeface="Times New Roman" pitchFamily="18" charset="0"/>
                <a:cs typeface="Times New Roman" pitchFamily="18" charset="0"/>
              </a:rPr>
              <a:t>Sốt</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là</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một</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trong</a:t>
            </a:r>
            <a:r>
              <a:rPr lang="en-US" dirty="0" smtClean="0">
                <a:latin typeface="Times New Roman" pitchFamily="18" charset="0"/>
                <a:cs typeface="Times New Roman" pitchFamily="18" charset="0"/>
              </a:rPr>
              <a:t> 4 </a:t>
            </a:r>
            <a:r>
              <a:rPr lang="en-US" dirty="0" err="1" smtClean="0">
                <a:latin typeface="Times New Roman" pitchFamily="18" charset="0"/>
                <a:cs typeface="Times New Roman" pitchFamily="18" charset="0"/>
              </a:rPr>
              <a:t>triệu</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chứng</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chính</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phải</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đánh</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giá</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phân</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loại</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và</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xác</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định</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điều</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trị</a:t>
            </a:r>
            <a:r>
              <a:rPr lang="en-US" dirty="0" smtClean="0">
                <a:latin typeface="Times New Roman" pitchFamily="18" charset="0"/>
                <a:cs typeface="Times New Roman" pitchFamily="18" charset="0"/>
              </a:rPr>
              <a:t> ở </a:t>
            </a:r>
            <a:r>
              <a:rPr lang="en-US" dirty="0" err="1" smtClean="0">
                <a:latin typeface="Times New Roman" pitchFamily="18" charset="0"/>
                <a:cs typeface="Times New Roman" pitchFamily="18" charset="0"/>
              </a:rPr>
              <a:t>tuyến</a:t>
            </a:r>
            <a:r>
              <a:rPr lang="en-US" dirty="0" smtClean="0">
                <a:latin typeface="Times New Roman" pitchFamily="18" charset="0"/>
                <a:cs typeface="Times New Roman" pitchFamily="18" charset="0"/>
              </a:rPr>
              <a:t> y </a:t>
            </a:r>
            <a:r>
              <a:rPr lang="en-US" dirty="0" err="1" smtClean="0">
                <a:latin typeface="Times New Roman" pitchFamily="18" charset="0"/>
                <a:cs typeface="Times New Roman" pitchFamily="18" charset="0"/>
              </a:rPr>
              <a:t>tế</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cơ</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sở</a:t>
            </a:r>
            <a:r>
              <a:rPr lang="en-US" dirty="0" smtClean="0">
                <a:latin typeface="Times New Roman" pitchFamily="18" charset="0"/>
                <a:cs typeface="Times New Roman" pitchFamily="18" charset="0"/>
              </a:rPr>
              <a:t>.</a:t>
            </a:r>
          </a:p>
          <a:p>
            <a:r>
              <a:rPr lang="en-US" dirty="0" err="1" smtClean="0">
                <a:latin typeface="Times New Roman" pitchFamily="18" charset="0"/>
                <a:cs typeface="Times New Roman" pitchFamily="18" charset="0"/>
              </a:rPr>
              <a:t>Sau</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đây</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là</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các</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phân</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loại</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có</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chỉ</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định</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chuyển</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gấp</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đi</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bệnh</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viện</a:t>
            </a:r>
            <a:r>
              <a:rPr lang="en-US" dirty="0" smtClean="0">
                <a:latin typeface="Times New Roman" pitchFamily="18" charset="0"/>
                <a:cs typeface="Times New Roman" pitchFamily="18" charset="0"/>
              </a:rPr>
              <a:t> ở </a:t>
            </a:r>
            <a:r>
              <a:rPr lang="en-US" dirty="0" err="1" smtClean="0">
                <a:latin typeface="Times New Roman" pitchFamily="18" charset="0"/>
                <a:cs typeface="Times New Roman" pitchFamily="18" charset="0"/>
              </a:rPr>
              <a:t>trẻ</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có</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sốt</a:t>
            </a:r>
            <a:r>
              <a:rPr lang="en-US" dirty="0" smtClean="0">
                <a:latin typeface="Times New Roman" pitchFamily="18" charset="0"/>
                <a:cs typeface="Times New Roman" pitchFamily="18" charset="0"/>
              </a:rPr>
              <a:t> :</a:t>
            </a:r>
          </a:p>
          <a:p>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Viêm</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phổi</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nặng</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hoặc</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bệnh</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rất</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nặng</a:t>
            </a:r>
            <a:r>
              <a:rPr lang="en-US" dirty="0" smtClean="0">
                <a:latin typeface="Times New Roman" pitchFamily="18" charset="0"/>
                <a:cs typeface="Times New Roman" pitchFamily="18" charset="0"/>
              </a:rPr>
              <a:t>.</a:t>
            </a:r>
          </a:p>
          <a:p>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Bệnh</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rất</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nặng</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có</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sốt</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hoặc</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sốt</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rét</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nặng</a:t>
            </a:r>
            <a:r>
              <a:rPr lang="en-US" dirty="0" smtClean="0">
                <a:latin typeface="Times New Roman" pitchFamily="18" charset="0"/>
                <a:cs typeface="Times New Roman" pitchFamily="18" charset="0"/>
              </a:rPr>
              <a:t>.</a:t>
            </a:r>
          </a:p>
          <a:p>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Bệnh</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rất</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nặng</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có</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sốt</a:t>
            </a:r>
            <a:r>
              <a:rPr lang="en-US" dirty="0" smtClean="0">
                <a:latin typeface="Times New Roman" pitchFamily="18" charset="0"/>
                <a:cs typeface="Times New Roman" pitchFamily="18" charset="0"/>
              </a:rPr>
              <a:t> : </a:t>
            </a:r>
            <a:r>
              <a:rPr lang="en-US" dirty="0" err="1" smtClean="0">
                <a:latin typeface="Times New Roman" pitchFamily="18" charset="0"/>
                <a:cs typeface="Times New Roman" pitchFamily="18" charset="0"/>
              </a:rPr>
              <a:t>viêm</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màng</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não</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nhiễm</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khuẩn</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huyết</a:t>
            </a:r>
            <a:r>
              <a:rPr lang="en-US" dirty="0" smtClean="0">
                <a:latin typeface="Times New Roman" pitchFamily="18" charset="0"/>
                <a:cs typeface="Times New Roman" pitchFamily="18" charset="0"/>
              </a:rPr>
              <a:t>...</a:t>
            </a:r>
          </a:p>
          <a:p>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Sởi</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biến</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chứng</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nặng</a:t>
            </a:r>
            <a:r>
              <a:rPr lang="en-US" dirty="0" smtClean="0">
                <a:latin typeface="Times New Roman" pitchFamily="18" charset="0"/>
                <a:cs typeface="Times New Roman" pitchFamily="18" charset="0"/>
              </a:rPr>
              <a:t>.</a:t>
            </a:r>
          </a:p>
          <a:p>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Hội</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chứng</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sốc</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sốt</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xuất</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huyết</a:t>
            </a:r>
            <a:r>
              <a:rPr lang="en-US" dirty="0" smtClean="0">
                <a:latin typeface="Times New Roman" pitchFamily="18" charset="0"/>
                <a:cs typeface="Times New Roman" pitchFamily="18" charset="0"/>
              </a:rPr>
              <a:t> Dengue.</a:t>
            </a:r>
          </a:p>
          <a:p>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Có</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khả</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năng</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sốt</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xuất</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huyết</a:t>
            </a:r>
            <a:r>
              <a:rPr lang="en-US" dirty="0" smtClean="0">
                <a:latin typeface="Times New Roman" pitchFamily="18" charset="0"/>
                <a:cs typeface="Times New Roman" pitchFamily="18" charset="0"/>
              </a:rPr>
              <a:t> Dengue </a:t>
            </a:r>
            <a:r>
              <a:rPr lang="en-US" dirty="0" err="1" smtClean="0">
                <a:latin typeface="Times New Roman" pitchFamily="18" charset="0"/>
                <a:cs typeface="Times New Roman" pitchFamily="18" charset="0"/>
              </a:rPr>
              <a:t>nặng</a:t>
            </a:r>
            <a:r>
              <a:rPr lang="en-US" dirty="0" smtClean="0">
                <a:latin typeface="Times New Roman" pitchFamily="18" charset="0"/>
                <a:cs typeface="Times New Roman" pitchFamily="18" charset="0"/>
              </a:rPr>
              <a:t>.</a:t>
            </a:r>
          </a:p>
          <a:p>
            <a:endParaRPr lang="en-US" dirty="0">
              <a:latin typeface="Times New Roman" pitchFamily="18" charset="0"/>
              <a:cs typeface="Times New Roman" pitchFamily="18" charset="0"/>
            </a:endParaRPr>
          </a:p>
        </p:txBody>
      </p:sp>
    </p:spTree>
  </p:cSld>
  <p:clrMapOvr>
    <a:masterClrMapping/>
  </p:clrMapOvr>
  <mc:AlternateContent xmlns:mc="http://schemas.openxmlformats.org/markup-compatibility/2006">
    <mc:Choice xmlns:p14="http://schemas.microsoft.com/office/powerpoint/2010/main" xmlns="" Requires="p14">
      <p:transition spd="slow" p14:dur="1500">
        <p:split orient="vert"/>
      </p:transition>
    </mc:Choice>
    <mc:Fallback>
      <p:transition spd="slow">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5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fade">
                                      <p:cBhvr>
                                        <p:cTn id="17" dur="500"/>
                                        <p:tgtEl>
                                          <p:spTgt spid="3">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2" end="2"/>
                                            </p:txEl>
                                          </p:spTgt>
                                        </p:tgtEl>
                                        <p:attrNameLst>
                                          <p:attrName>style.visibility</p:attrName>
                                        </p:attrNameLst>
                                      </p:cBhvr>
                                      <p:to>
                                        <p:strVal val="visible"/>
                                      </p:to>
                                    </p:set>
                                    <p:animEffect transition="in" filter="fade">
                                      <p:cBhvr>
                                        <p:cTn id="22" dur="500"/>
                                        <p:tgtEl>
                                          <p:spTgt spid="3">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3" end="3"/>
                                            </p:txEl>
                                          </p:spTgt>
                                        </p:tgtEl>
                                        <p:attrNameLst>
                                          <p:attrName>style.visibility</p:attrName>
                                        </p:attrNameLst>
                                      </p:cBhvr>
                                      <p:to>
                                        <p:strVal val="visible"/>
                                      </p:to>
                                    </p:set>
                                    <p:animEffect transition="in" filter="fade">
                                      <p:cBhvr>
                                        <p:cTn id="27" dur="500"/>
                                        <p:tgtEl>
                                          <p:spTgt spid="3">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4" end="4"/>
                                            </p:txEl>
                                          </p:spTgt>
                                        </p:tgtEl>
                                        <p:attrNameLst>
                                          <p:attrName>style.visibility</p:attrName>
                                        </p:attrNameLst>
                                      </p:cBhvr>
                                      <p:to>
                                        <p:strVal val="visible"/>
                                      </p:to>
                                    </p:set>
                                    <p:animEffect transition="in" filter="fade">
                                      <p:cBhvr>
                                        <p:cTn id="32" dur="500"/>
                                        <p:tgtEl>
                                          <p:spTgt spid="3">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Effect transition="in" filter="fade">
                                      <p:cBhvr>
                                        <p:cTn id="37" dur="500"/>
                                        <p:tgtEl>
                                          <p:spTgt spid="3">
                                            <p:txEl>
                                              <p:pRg st="5" end="5"/>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
                                            <p:txEl>
                                              <p:pRg st="6" end="6"/>
                                            </p:txEl>
                                          </p:spTgt>
                                        </p:tgtEl>
                                        <p:attrNameLst>
                                          <p:attrName>style.visibility</p:attrName>
                                        </p:attrNameLst>
                                      </p:cBhvr>
                                      <p:to>
                                        <p:strVal val="visible"/>
                                      </p:to>
                                    </p:set>
                                    <p:animEffect transition="in" filter="fade">
                                      <p:cBhvr>
                                        <p:cTn id="42" dur="500"/>
                                        <p:tgtEl>
                                          <p:spTgt spid="3">
                                            <p:txEl>
                                              <p:pRg st="6" end="6"/>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3">
                                            <p:txEl>
                                              <p:pRg st="7" end="7"/>
                                            </p:txEl>
                                          </p:spTgt>
                                        </p:tgtEl>
                                        <p:attrNameLst>
                                          <p:attrName>style.visibility</p:attrName>
                                        </p:attrNameLst>
                                      </p:cBhvr>
                                      <p:to>
                                        <p:strVal val="visible"/>
                                      </p:to>
                                    </p:set>
                                    <p:animEffect transition="in" filter="fade">
                                      <p:cBhvr>
                                        <p:cTn id="47"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19204" y="116632"/>
            <a:ext cx="7713724" cy="1143000"/>
          </a:xfrm>
        </p:spPr>
        <p:txBody>
          <a:bodyPr/>
          <a:lstStyle/>
          <a:p>
            <a:endParaRPr lang="en-US"/>
          </a:p>
        </p:txBody>
      </p:sp>
      <p:sp>
        <p:nvSpPr>
          <p:cNvPr id="3" name="Content Placeholder 2"/>
          <p:cNvSpPr>
            <a:spLocks noGrp="1"/>
          </p:cNvSpPr>
          <p:nvPr>
            <p:ph idx="1"/>
          </p:nvPr>
        </p:nvSpPr>
        <p:spPr>
          <a:xfrm>
            <a:off x="539552" y="1988840"/>
            <a:ext cx="8229600" cy="4032448"/>
          </a:xfrm>
        </p:spPr>
        <p:txBody>
          <a:bodyPr>
            <a:noAutofit/>
          </a:bodyPr>
          <a:lstStyle/>
          <a:p>
            <a:r>
              <a:rPr lang="en-US" sz="2800" dirty="0" err="1" smtClean="0">
                <a:latin typeface="Times New Roman" pitchFamily="18" charset="0"/>
                <a:cs typeface="Times New Roman" pitchFamily="18" charset="0"/>
              </a:rPr>
              <a:t>Phân</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loại</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các</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nguyên</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nhân</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gây</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sốt</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có</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thể</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điều</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trị</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tại</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tuyến</a:t>
            </a:r>
            <a:r>
              <a:rPr lang="en-US" sz="2800" dirty="0" smtClean="0">
                <a:latin typeface="Times New Roman" pitchFamily="18" charset="0"/>
                <a:cs typeface="Times New Roman" pitchFamily="18" charset="0"/>
              </a:rPr>
              <a:t> y </a:t>
            </a:r>
            <a:r>
              <a:rPr lang="en-US" sz="2800" dirty="0" err="1" smtClean="0">
                <a:latin typeface="Times New Roman" pitchFamily="18" charset="0"/>
                <a:cs typeface="Times New Roman" pitchFamily="18" charset="0"/>
              </a:rPr>
              <a:t>tế</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cơ</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sở</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có</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theo</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dõi</a:t>
            </a:r>
            <a:r>
              <a:rPr lang="en-US" sz="2800" dirty="0" smtClean="0">
                <a:latin typeface="Times New Roman" pitchFamily="18" charset="0"/>
                <a:cs typeface="Times New Roman" pitchFamily="18" charset="0"/>
              </a:rPr>
              <a:t> :</a:t>
            </a:r>
          </a:p>
          <a:p>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Viêm</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phổi</a:t>
            </a:r>
            <a:endParaRPr lang="en-US" sz="2800" dirty="0" smtClean="0">
              <a:latin typeface="Times New Roman" pitchFamily="18" charset="0"/>
              <a:cs typeface="Times New Roman" pitchFamily="18" charset="0"/>
            </a:endParaRPr>
          </a:p>
          <a:p>
            <a:r>
              <a:rPr lang="en-US" sz="2800" dirty="0" smtClean="0">
                <a:latin typeface="Times New Roman" pitchFamily="18" charset="0"/>
                <a:cs typeface="Times New Roman" pitchFamily="18" charset="0"/>
              </a:rPr>
              <a:t>- Ho </a:t>
            </a:r>
            <a:r>
              <a:rPr lang="en-US" sz="2800" dirty="0" err="1" smtClean="0">
                <a:latin typeface="Times New Roman" pitchFamily="18" charset="0"/>
                <a:cs typeface="Times New Roman" pitchFamily="18" charset="0"/>
              </a:rPr>
              <a:t>hoặc</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cảm</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lạnh</a:t>
            </a:r>
            <a:r>
              <a:rPr lang="en-US" sz="2800" dirty="0" smtClean="0">
                <a:latin typeface="Times New Roman" pitchFamily="18" charset="0"/>
                <a:cs typeface="Times New Roman" pitchFamily="18" charset="0"/>
              </a:rPr>
              <a:t>.</a:t>
            </a:r>
          </a:p>
          <a:p>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Lỵ</a:t>
            </a:r>
            <a:r>
              <a:rPr lang="en-US" sz="2800" dirty="0" smtClean="0">
                <a:latin typeface="Times New Roman" pitchFamily="18" charset="0"/>
                <a:cs typeface="Times New Roman" pitchFamily="18" charset="0"/>
              </a:rPr>
              <a:t>.</a:t>
            </a:r>
          </a:p>
          <a:p>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Sốt</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rét</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xét</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nghiệm</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máu</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dương</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tính</a:t>
            </a:r>
            <a:r>
              <a:rPr lang="en-US" sz="2800" dirty="0" smtClean="0">
                <a:latin typeface="Times New Roman" pitchFamily="18" charset="0"/>
                <a:cs typeface="Times New Roman" pitchFamily="18" charset="0"/>
              </a:rPr>
              <a:t>).</a:t>
            </a:r>
          </a:p>
          <a:p>
            <a:pPr marL="0" indent="0">
              <a:buNone/>
            </a:pPr>
            <a:endParaRPr lang="en-US" sz="2400" dirty="0">
              <a:latin typeface="Times New Roman" pitchFamily="18" charset="0"/>
              <a:cs typeface="Times New Roman" pitchFamily="18" charset="0"/>
            </a:endParaRPr>
          </a:p>
        </p:txBody>
      </p:sp>
    </p:spTree>
  </p:cSld>
  <p:clrMapOvr>
    <a:masterClrMapping/>
  </p:clrMapOvr>
  <mc:AlternateContent xmlns:mc="http://schemas.openxmlformats.org/markup-compatibility/2006">
    <mc:Choice xmlns:p14="http://schemas.microsoft.com/office/powerpoint/2010/main" xmlns="" Requires="p14">
      <p:transition spd="slow" p14:dur="1500">
        <p:split orient="vert"/>
      </p:transition>
    </mc:Choice>
    <mc:Fallback>
      <p:transition spd="slow">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pPr lvl="0">
              <a:buClr>
                <a:srgbClr val="0BD0D9"/>
              </a:buClr>
            </a:pPr>
            <a:r>
              <a:rPr lang="en-US" sz="2800" dirty="0">
                <a:solidFill>
                  <a:prstClr val="black"/>
                </a:solidFill>
                <a:latin typeface="Times New Roman" pitchFamily="18" charset="0"/>
                <a:cs typeface="Times New Roman" pitchFamily="18" charset="0"/>
              </a:rPr>
              <a:t>- </a:t>
            </a:r>
            <a:r>
              <a:rPr lang="en-US" sz="2800" dirty="0" err="1">
                <a:solidFill>
                  <a:prstClr val="black"/>
                </a:solidFill>
                <a:latin typeface="Times New Roman" pitchFamily="18" charset="0"/>
                <a:cs typeface="Times New Roman" pitchFamily="18" charset="0"/>
              </a:rPr>
              <a:t>Sởi</a:t>
            </a:r>
            <a:r>
              <a:rPr lang="en-US" sz="2800" dirty="0">
                <a:solidFill>
                  <a:prstClr val="black"/>
                </a:solidFill>
                <a:latin typeface="Times New Roman" pitchFamily="18" charset="0"/>
                <a:cs typeface="Times New Roman" pitchFamily="18" charset="0"/>
              </a:rPr>
              <a:t> </a:t>
            </a:r>
            <a:r>
              <a:rPr lang="en-US" sz="2800" dirty="0" err="1">
                <a:solidFill>
                  <a:prstClr val="black"/>
                </a:solidFill>
                <a:latin typeface="Times New Roman" pitchFamily="18" charset="0"/>
                <a:cs typeface="Times New Roman" pitchFamily="18" charset="0"/>
              </a:rPr>
              <a:t>có</a:t>
            </a:r>
            <a:r>
              <a:rPr lang="en-US" sz="2800" dirty="0">
                <a:solidFill>
                  <a:prstClr val="black"/>
                </a:solidFill>
                <a:latin typeface="Times New Roman" pitchFamily="18" charset="0"/>
                <a:cs typeface="Times New Roman" pitchFamily="18" charset="0"/>
              </a:rPr>
              <a:t> </a:t>
            </a:r>
            <a:r>
              <a:rPr lang="en-US" sz="2800" dirty="0" err="1">
                <a:solidFill>
                  <a:prstClr val="black"/>
                </a:solidFill>
                <a:latin typeface="Times New Roman" pitchFamily="18" charset="0"/>
                <a:cs typeface="Times New Roman" pitchFamily="18" charset="0"/>
              </a:rPr>
              <a:t>biến</a:t>
            </a:r>
            <a:r>
              <a:rPr lang="en-US" sz="2800" dirty="0">
                <a:solidFill>
                  <a:prstClr val="black"/>
                </a:solidFill>
                <a:latin typeface="Times New Roman" pitchFamily="18" charset="0"/>
                <a:cs typeface="Times New Roman" pitchFamily="18" charset="0"/>
              </a:rPr>
              <a:t> </a:t>
            </a:r>
            <a:r>
              <a:rPr lang="en-US" sz="2800" dirty="0" err="1">
                <a:solidFill>
                  <a:prstClr val="black"/>
                </a:solidFill>
                <a:latin typeface="Times New Roman" pitchFamily="18" charset="0"/>
                <a:cs typeface="Times New Roman" pitchFamily="18" charset="0"/>
              </a:rPr>
              <a:t>chứng</a:t>
            </a:r>
            <a:r>
              <a:rPr lang="en-US" sz="2800" dirty="0">
                <a:solidFill>
                  <a:prstClr val="black"/>
                </a:solidFill>
                <a:latin typeface="Times New Roman" pitchFamily="18" charset="0"/>
                <a:cs typeface="Times New Roman" pitchFamily="18" charset="0"/>
              </a:rPr>
              <a:t> </a:t>
            </a:r>
            <a:r>
              <a:rPr lang="en-US" sz="2800" dirty="0" err="1">
                <a:solidFill>
                  <a:prstClr val="black"/>
                </a:solidFill>
                <a:latin typeface="Times New Roman" pitchFamily="18" charset="0"/>
                <a:cs typeface="Times New Roman" pitchFamily="18" charset="0"/>
              </a:rPr>
              <a:t>mắt</a:t>
            </a:r>
            <a:r>
              <a:rPr lang="en-US" sz="2800" dirty="0">
                <a:solidFill>
                  <a:prstClr val="black"/>
                </a:solidFill>
                <a:latin typeface="Times New Roman" pitchFamily="18" charset="0"/>
                <a:cs typeface="Times New Roman" pitchFamily="18" charset="0"/>
              </a:rPr>
              <a:t> </a:t>
            </a:r>
            <a:r>
              <a:rPr lang="en-US" sz="2800" dirty="0" err="1">
                <a:solidFill>
                  <a:prstClr val="black"/>
                </a:solidFill>
                <a:latin typeface="Times New Roman" pitchFamily="18" charset="0"/>
                <a:cs typeface="Times New Roman" pitchFamily="18" charset="0"/>
              </a:rPr>
              <a:t>hoặc</a:t>
            </a:r>
            <a:r>
              <a:rPr lang="en-US" sz="2800" dirty="0">
                <a:solidFill>
                  <a:prstClr val="black"/>
                </a:solidFill>
                <a:latin typeface="Times New Roman" pitchFamily="18" charset="0"/>
                <a:cs typeface="Times New Roman" pitchFamily="18" charset="0"/>
              </a:rPr>
              <a:t> </a:t>
            </a:r>
            <a:r>
              <a:rPr lang="en-US" sz="2800" dirty="0" err="1">
                <a:solidFill>
                  <a:prstClr val="black"/>
                </a:solidFill>
                <a:latin typeface="Times New Roman" pitchFamily="18" charset="0"/>
                <a:cs typeface="Times New Roman" pitchFamily="18" charset="0"/>
              </a:rPr>
              <a:t>miệng</a:t>
            </a:r>
            <a:r>
              <a:rPr lang="en-US" sz="2800" dirty="0">
                <a:solidFill>
                  <a:prstClr val="black"/>
                </a:solidFill>
                <a:latin typeface="Times New Roman" pitchFamily="18" charset="0"/>
                <a:cs typeface="Times New Roman" pitchFamily="18" charset="0"/>
              </a:rPr>
              <a:t>.</a:t>
            </a:r>
          </a:p>
          <a:p>
            <a:pPr lvl="0">
              <a:buClr>
                <a:srgbClr val="0BD0D9"/>
              </a:buClr>
            </a:pPr>
            <a:r>
              <a:rPr lang="en-US" sz="2800" dirty="0">
                <a:solidFill>
                  <a:prstClr val="black"/>
                </a:solidFill>
                <a:latin typeface="Times New Roman" pitchFamily="18" charset="0"/>
                <a:cs typeface="Times New Roman" pitchFamily="18" charset="0"/>
              </a:rPr>
              <a:t>- </a:t>
            </a:r>
            <a:r>
              <a:rPr lang="en-US" sz="2800" dirty="0" err="1">
                <a:solidFill>
                  <a:prstClr val="black"/>
                </a:solidFill>
                <a:latin typeface="Times New Roman" pitchFamily="18" charset="0"/>
                <a:cs typeface="Times New Roman" pitchFamily="18" charset="0"/>
              </a:rPr>
              <a:t>Đang</a:t>
            </a:r>
            <a:r>
              <a:rPr lang="en-US" sz="2800" dirty="0">
                <a:solidFill>
                  <a:prstClr val="black"/>
                </a:solidFill>
                <a:latin typeface="Times New Roman" pitchFamily="18" charset="0"/>
                <a:cs typeface="Times New Roman" pitchFamily="18" charset="0"/>
              </a:rPr>
              <a:t> </a:t>
            </a:r>
            <a:r>
              <a:rPr lang="en-US" sz="2800" dirty="0" err="1">
                <a:solidFill>
                  <a:prstClr val="black"/>
                </a:solidFill>
                <a:latin typeface="Times New Roman" pitchFamily="18" charset="0"/>
                <a:cs typeface="Times New Roman" pitchFamily="18" charset="0"/>
              </a:rPr>
              <a:t>mắc</a:t>
            </a:r>
            <a:r>
              <a:rPr lang="en-US" sz="2800" dirty="0">
                <a:solidFill>
                  <a:prstClr val="black"/>
                </a:solidFill>
                <a:latin typeface="Times New Roman" pitchFamily="18" charset="0"/>
                <a:cs typeface="Times New Roman" pitchFamily="18" charset="0"/>
              </a:rPr>
              <a:t> </a:t>
            </a:r>
            <a:r>
              <a:rPr lang="en-US" sz="2800" dirty="0" err="1">
                <a:solidFill>
                  <a:prstClr val="black"/>
                </a:solidFill>
                <a:latin typeface="Times New Roman" pitchFamily="18" charset="0"/>
                <a:cs typeface="Times New Roman" pitchFamily="18" charset="0"/>
              </a:rPr>
              <a:t>sởi</a:t>
            </a:r>
            <a:r>
              <a:rPr lang="en-US" sz="2800" dirty="0">
                <a:solidFill>
                  <a:prstClr val="black"/>
                </a:solidFill>
                <a:latin typeface="Times New Roman" pitchFamily="18" charset="0"/>
                <a:cs typeface="Times New Roman" pitchFamily="18" charset="0"/>
              </a:rPr>
              <a:t>.</a:t>
            </a:r>
          </a:p>
          <a:p>
            <a:pPr lvl="0">
              <a:buClr>
                <a:srgbClr val="0BD0D9"/>
              </a:buClr>
            </a:pPr>
            <a:r>
              <a:rPr lang="en-US" sz="2800" dirty="0">
                <a:solidFill>
                  <a:prstClr val="black"/>
                </a:solidFill>
                <a:latin typeface="Times New Roman" pitchFamily="18" charset="0"/>
                <a:cs typeface="Times New Roman" pitchFamily="18" charset="0"/>
              </a:rPr>
              <a:t>- </a:t>
            </a:r>
            <a:r>
              <a:rPr lang="en-US" sz="2800" dirty="0" err="1">
                <a:solidFill>
                  <a:prstClr val="black"/>
                </a:solidFill>
                <a:latin typeface="Times New Roman" pitchFamily="18" charset="0"/>
                <a:cs typeface="Times New Roman" pitchFamily="18" charset="0"/>
              </a:rPr>
              <a:t>Viêm</a:t>
            </a:r>
            <a:r>
              <a:rPr lang="en-US" sz="2800" dirty="0">
                <a:solidFill>
                  <a:prstClr val="black"/>
                </a:solidFill>
                <a:latin typeface="Times New Roman" pitchFamily="18" charset="0"/>
                <a:cs typeface="Times New Roman" pitchFamily="18" charset="0"/>
              </a:rPr>
              <a:t> tai </a:t>
            </a:r>
            <a:r>
              <a:rPr lang="en-US" sz="2800" dirty="0" err="1">
                <a:solidFill>
                  <a:prstClr val="black"/>
                </a:solidFill>
                <a:latin typeface="Times New Roman" pitchFamily="18" charset="0"/>
                <a:cs typeface="Times New Roman" pitchFamily="18" charset="0"/>
              </a:rPr>
              <a:t>cấp</a:t>
            </a:r>
            <a:r>
              <a:rPr lang="en-US" sz="2800" dirty="0">
                <a:solidFill>
                  <a:prstClr val="black"/>
                </a:solidFill>
                <a:latin typeface="Times New Roman" pitchFamily="18" charset="0"/>
                <a:cs typeface="Times New Roman" pitchFamily="18" charset="0"/>
              </a:rPr>
              <a:t>.</a:t>
            </a:r>
          </a:p>
          <a:p>
            <a:pPr lvl="0">
              <a:buClr>
                <a:srgbClr val="0BD0D9"/>
              </a:buClr>
            </a:pPr>
            <a:r>
              <a:rPr lang="en-US" sz="2800" dirty="0">
                <a:solidFill>
                  <a:prstClr val="black"/>
                </a:solidFill>
                <a:latin typeface="Times New Roman" pitchFamily="18" charset="0"/>
                <a:cs typeface="Times New Roman" pitchFamily="18" charset="0"/>
              </a:rPr>
              <a:t>- </a:t>
            </a:r>
            <a:r>
              <a:rPr lang="en-US" sz="2800" dirty="0" err="1">
                <a:solidFill>
                  <a:prstClr val="black"/>
                </a:solidFill>
                <a:latin typeface="Times New Roman" pitchFamily="18" charset="0"/>
                <a:cs typeface="Times New Roman" pitchFamily="18" charset="0"/>
              </a:rPr>
              <a:t>Các</a:t>
            </a:r>
            <a:r>
              <a:rPr lang="en-US" sz="2800" dirty="0">
                <a:solidFill>
                  <a:prstClr val="black"/>
                </a:solidFill>
                <a:latin typeface="Times New Roman" pitchFamily="18" charset="0"/>
                <a:cs typeface="Times New Roman" pitchFamily="18" charset="0"/>
              </a:rPr>
              <a:t> </a:t>
            </a:r>
            <a:r>
              <a:rPr lang="en-US" sz="2800" dirty="0" err="1">
                <a:solidFill>
                  <a:prstClr val="black"/>
                </a:solidFill>
                <a:latin typeface="Times New Roman" pitchFamily="18" charset="0"/>
                <a:cs typeface="Times New Roman" pitchFamily="18" charset="0"/>
              </a:rPr>
              <a:t>nguyên</a:t>
            </a:r>
            <a:r>
              <a:rPr lang="en-US" sz="2800" dirty="0">
                <a:solidFill>
                  <a:prstClr val="black"/>
                </a:solidFill>
                <a:latin typeface="Times New Roman" pitchFamily="18" charset="0"/>
                <a:cs typeface="Times New Roman" pitchFamily="18" charset="0"/>
              </a:rPr>
              <a:t> </a:t>
            </a:r>
            <a:r>
              <a:rPr lang="en-US" sz="2800" dirty="0" err="1">
                <a:solidFill>
                  <a:prstClr val="black"/>
                </a:solidFill>
                <a:latin typeface="Times New Roman" pitchFamily="18" charset="0"/>
                <a:cs typeface="Times New Roman" pitchFamily="18" charset="0"/>
              </a:rPr>
              <a:t>nhân</a:t>
            </a:r>
            <a:r>
              <a:rPr lang="en-US" sz="2800" dirty="0">
                <a:solidFill>
                  <a:prstClr val="black"/>
                </a:solidFill>
                <a:latin typeface="Times New Roman" pitchFamily="18" charset="0"/>
                <a:cs typeface="Times New Roman" pitchFamily="18" charset="0"/>
              </a:rPr>
              <a:t> </a:t>
            </a:r>
            <a:r>
              <a:rPr lang="en-US" sz="2800" dirty="0" err="1">
                <a:solidFill>
                  <a:prstClr val="black"/>
                </a:solidFill>
                <a:latin typeface="Times New Roman" pitchFamily="18" charset="0"/>
                <a:cs typeface="Times New Roman" pitchFamily="18" charset="0"/>
              </a:rPr>
              <a:t>gây</a:t>
            </a:r>
            <a:r>
              <a:rPr lang="en-US" sz="2800" dirty="0">
                <a:solidFill>
                  <a:prstClr val="black"/>
                </a:solidFill>
                <a:latin typeface="Times New Roman" pitchFamily="18" charset="0"/>
                <a:cs typeface="Times New Roman" pitchFamily="18" charset="0"/>
              </a:rPr>
              <a:t> </a:t>
            </a:r>
            <a:r>
              <a:rPr lang="en-US" sz="2800" dirty="0" err="1">
                <a:solidFill>
                  <a:prstClr val="black"/>
                </a:solidFill>
                <a:latin typeface="Times New Roman" pitchFamily="18" charset="0"/>
                <a:cs typeface="Times New Roman" pitchFamily="18" charset="0"/>
              </a:rPr>
              <a:t>sốt</a:t>
            </a:r>
            <a:r>
              <a:rPr lang="en-US" sz="2800" dirty="0">
                <a:solidFill>
                  <a:prstClr val="black"/>
                </a:solidFill>
                <a:latin typeface="Times New Roman" pitchFamily="18" charset="0"/>
                <a:cs typeface="Times New Roman" pitchFamily="18" charset="0"/>
              </a:rPr>
              <a:t> </a:t>
            </a:r>
            <a:r>
              <a:rPr lang="en-US" sz="2800" dirty="0" err="1">
                <a:solidFill>
                  <a:prstClr val="black"/>
                </a:solidFill>
                <a:latin typeface="Times New Roman" pitchFamily="18" charset="0"/>
                <a:cs typeface="Times New Roman" pitchFamily="18" charset="0"/>
              </a:rPr>
              <a:t>khác</a:t>
            </a:r>
            <a:r>
              <a:rPr lang="en-US" sz="2800" dirty="0">
                <a:solidFill>
                  <a:prstClr val="black"/>
                </a:solidFill>
                <a:latin typeface="Times New Roman" pitchFamily="18" charset="0"/>
                <a:cs typeface="Times New Roman" pitchFamily="18" charset="0"/>
              </a:rPr>
              <a:t> </a:t>
            </a:r>
            <a:r>
              <a:rPr lang="en-US" sz="2800" dirty="0" err="1">
                <a:solidFill>
                  <a:prstClr val="black"/>
                </a:solidFill>
                <a:latin typeface="Times New Roman" pitchFamily="18" charset="0"/>
                <a:cs typeface="Times New Roman" pitchFamily="18" charset="0"/>
              </a:rPr>
              <a:t>không</a:t>
            </a:r>
            <a:r>
              <a:rPr lang="en-US" sz="2800" dirty="0">
                <a:solidFill>
                  <a:prstClr val="black"/>
                </a:solidFill>
                <a:latin typeface="Times New Roman" pitchFamily="18" charset="0"/>
                <a:cs typeface="Times New Roman" pitchFamily="18" charset="0"/>
              </a:rPr>
              <a:t> </a:t>
            </a:r>
            <a:r>
              <a:rPr lang="en-US" sz="2800" dirty="0" err="1">
                <a:solidFill>
                  <a:prstClr val="black"/>
                </a:solidFill>
                <a:latin typeface="Times New Roman" pitchFamily="18" charset="0"/>
                <a:cs typeface="Times New Roman" pitchFamily="18" charset="0"/>
              </a:rPr>
              <a:t>được</a:t>
            </a:r>
            <a:r>
              <a:rPr lang="en-US" sz="2800" dirty="0">
                <a:solidFill>
                  <a:prstClr val="black"/>
                </a:solidFill>
                <a:latin typeface="Times New Roman" pitchFamily="18" charset="0"/>
                <a:cs typeface="Times New Roman" pitchFamily="18" charset="0"/>
              </a:rPr>
              <a:t> </a:t>
            </a:r>
            <a:r>
              <a:rPr lang="en-US" sz="2800" dirty="0" err="1">
                <a:solidFill>
                  <a:prstClr val="black"/>
                </a:solidFill>
                <a:latin typeface="Times New Roman" pitchFamily="18" charset="0"/>
                <a:cs typeface="Times New Roman" pitchFamily="18" charset="0"/>
              </a:rPr>
              <a:t>đề</a:t>
            </a:r>
            <a:r>
              <a:rPr lang="en-US" sz="2800" dirty="0">
                <a:solidFill>
                  <a:prstClr val="black"/>
                </a:solidFill>
                <a:latin typeface="Times New Roman" pitchFamily="18" charset="0"/>
                <a:cs typeface="Times New Roman" pitchFamily="18" charset="0"/>
              </a:rPr>
              <a:t> </a:t>
            </a:r>
            <a:r>
              <a:rPr lang="en-US" sz="2800" dirty="0" err="1">
                <a:solidFill>
                  <a:prstClr val="black"/>
                </a:solidFill>
                <a:latin typeface="Times New Roman" pitchFamily="18" charset="0"/>
                <a:cs typeface="Times New Roman" pitchFamily="18" charset="0"/>
              </a:rPr>
              <a:t>cập</a:t>
            </a:r>
            <a:r>
              <a:rPr lang="en-US" sz="2800" dirty="0">
                <a:solidFill>
                  <a:prstClr val="black"/>
                </a:solidFill>
                <a:latin typeface="Times New Roman" pitchFamily="18" charset="0"/>
                <a:cs typeface="Times New Roman" pitchFamily="18" charset="0"/>
              </a:rPr>
              <a:t> </a:t>
            </a:r>
            <a:r>
              <a:rPr lang="en-US" sz="2800" dirty="0" err="1">
                <a:solidFill>
                  <a:prstClr val="black"/>
                </a:solidFill>
                <a:latin typeface="Times New Roman" pitchFamily="18" charset="0"/>
                <a:cs typeface="Times New Roman" pitchFamily="18" charset="0"/>
              </a:rPr>
              <a:t>đến</a:t>
            </a:r>
            <a:r>
              <a:rPr lang="en-US" sz="2800" dirty="0">
                <a:solidFill>
                  <a:prstClr val="black"/>
                </a:solidFill>
                <a:latin typeface="Times New Roman" pitchFamily="18" charset="0"/>
                <a:cs typeface="Times New Roman" pitchFamily="18" charset="0"/>
              </a:rPr>
              <a:t> </a:t>
            </a:r>
            <a:r>
              <a:rPr lang="en-US" sz="2800" dirty="0" err="1">
                <a:solidFill>
                  <a:prstClr val="black"/>
                </a:solidFill>
                <a:latin typeface="Times New Roman" pitchFamily="18" charset="0"/>
                <a:cs typeface="Times New Roman" pitchFamily="18" charset="0"/>
              </a:rPr>
              <a:t>trong</a:t>
            </a:r>
            <a:r>
              <a:rPr lang="en-US" sz="2800" dirty="0">
                <a:solidFill>
                  <a:prstClr val="black"/>
                </a:solidFill>
                <a:latin typeface="Times New Roman" pitchFamily="18" charset="0"/>
                <a:cs typeface="Times New Roman" pitchFamily="18" charset="0"/>
              </a:rPr>
              <a:t> </a:t>
            </a:r>
            <a:r>
              <a:rPr lang="en-US" sz="2800" dirty="0" err="1">
                <a:solidFill>
                  <a:prstClr val="black"/>
                </a:solidFill>
                <a:latin typeface="Times New Roman" pitchFamily="18" charset="0"/>
                <a:cs typeface="Times New Roman" pitchFamily="18" charset="0"/>
              </a:rPr>
              <a:t>hướng</a:t>
            </a:r>
            <a:r>
              <a:rPr lang="en-US" sz="2800" dirty="0">
                <a:solidFill>
                  <a:prstClr val="black"/>
                </a:solidFill>
                <a:latin typeface="Times New Roman" pitchFamily="18" charset="0"/>
                <a:cs typeface="Times New Roman" pitchFamily="18" charset="0"/>
              </a:rPr>
              <a:t> </a:t>
            </a:r>
            <a:r>
              <a:rPr lang="en-US" sz="2800" dirty="0" err="1">
                <a:solidFill>
                  <a:prstClr val="black"/>
                </a:solidFill>
                <a:latin typeface="Times New Roman" pitchFamily="18" charset="0"/>
                <a:cs typeface="Times New Roman" pitchFamily="18" charset="0"/>
              </a:rPr>
              <a:t>dẫn</a:t>
            </a:r>
            <a:r>
              <a:rPr lang="en-US" sz="2800" dirty="0">
                <a:solidFill>
                  <a:prstClr val="black"/>
                </a:solidFill>
                <a:latin typeface="Times New Roman" pitchFamily="18" charset="0"/>
                <a:cs typeface="Times New Roman" pitchFamily="18" charset="0"/>
              </a:rPr>
              <a:t> </a:t>
            </a:r>
            <a:r>
              <a:rPr lang="en-US" sz="2800" dirty="0" err="1">
                <a:solidFill>
                  <a:prstClr val="black"/>
                </a:solidFill>
                <a:latin typeface="Times New Roman" pitchFamily="18" charset="0"/>
                <a:cs typeface="Times New Roman" pitchFamily="18" charset="0"/>
              </a:rPr>
              <a:t>đánh</a:t>
            </a:r>
            <a:r>
              <a:rPr lang="en-US" sz="2800" dirty="0">
                <a:solidFill>
                  <a:prstClr val="black"/>
                </a:solidFill>
                <a:latin typeface="Times New Roman" pitchFamily="18" charset="0"/>
                <a:cs typeface="Times New Roman" pitchFamily="18" charset="0"/>
              </a:rPr>
              <a:t> </a:t>
            </a:r>
            <a:r>
              <a:rPr lang="en-US" sz="2800" dirty="0" err="1">
                <a:solidFill>
                  <a:prstClr val="black"/>
                </a:solidFill>
                <a:latin typeface="Times New Roman" pitchFamily="18" charset="0"/>
                <a:cs typeface="Times New Roman" pitchFamily="18" charset="0"/>
              </a:rPr>
              <a:t>giá</a:t>
            </a:r>
            <a:r>
              <a:rPr lang="en-US" sz="2800" dirty="0">
                <a:solidFill>
                  <a:prstClr val="black"/>
                </a:solidFill>
                <a:latin typeface="Times New Roman" pitchFamily="18" charset="0"/>
                <a:cs typeface="Times New Roman" pitchFamily="18" charset="0"/>
              </a:rPr>
              <a:t> </a:t>
            </a:r>
            <a:r>
              <a:rPr lang="en-US" sz="2800" dirty="0" err="1">
                <a:solidFill>
                  <a:prstClr val="black"/>
                </a:solidFill>
                <a:latin typeface="Times New Roman" pitchFamily="18" charset="0"/>
                <a:cs typeface="Times New Roman" pitchFamily="18" charset="0"/>
              </a:rPr>
              <a:t>và</a:t>
            </a:r>
            <a:r>
              <a:rPr lang="en-US" sz="2800" dirty="0">
                <a:solidFill>
                  <a:prstClr val="black"/>
                </a:solidFill>
                <a:latin typeface="Times New Roman" pitchFamily="18" charset="0"/>
                <a:cs typeface="Times New Roman" pitchFamily="18" charset="0"/>
              </a:rPr>
              <a:t> </a:t>
            </a:r>
            <a:r>
              <a:rPr lang="en-US" sz="2800" dirty="0" err="1">
                <a:solidFill>
                  <a:prstClr val="black"/>
                </a:solidFill>
                <a:latin typeface="Times New Roman" pitchFamily="18" charset="0"/>
                <a:cs typeface="Times New Roman" pitchFamily="18" charset="0"/>
              </a:rPr>
              <a:t>phân</a:t>
            </a:r>
            <a:r>
              <a:rPr lang="en-US" sz="2800" dirty="0">
                <a:solidFill>
                  <a:prstClr val="black"/>
                </a:solidFill>
                <a:latin typeface="Times New Roman" pitchFamily="18" charset="0"/>
                <a:cs typeface="Times New Roman" pitchFamily="18" charset="0"/>
              </a:rPr>
              <a:t> </a:t>
            </a:r>
            <a:r>
              <a:rPr lang="en-US" sz="2800" dirty="0" err="1">
                <a:solidFill>
                  <a:prstClr val="black"/>
                </a:solidFill>
                <a:latin typeface="Times New Roman" pitchFamily="18" charset="0"/>
                <a:cs typeface="Times New Roman" pitchFamily="18" charset="0"/>
              </a:rPr>
              <a:t>loại</a:t>
            </a:r>
            <a:r>
              <a:rPr lang="en-US" sz="2800" dirty="0">
                <a:solidFill>
                  <a:prstClr val="black"/>
                </a:solidFill>
                <a:latin typeface="Times New Roman" pitchFamily="18" charset="0"/>
                <a:cs typeface="Times New Roman" pitchFamily="18" charset="0"/>
              </a:rPr>
              <a:t> </a:t>
            </a:r>
            <a:r>
              <a:rPr lang="en-US" sz="2800" dirty="0" err="1">
                <a:solidFill>
                  <a:prstClr val="black"/>
                </a:solidFill>
                <a:latin typeface="Times New Roman" pitchFamily="18" charset="0"/>
                <a:cs typeface="Times New Roman" pitchFamily="18" charset="0"/>
              </a:rPr>
              <a:t>mà</a:t>
            </a:r>
            <a:r>
              <a:rPr lang="en-US" sz="2800" dirty="0">
                <a:solidFill>
                  <a:prstClr val="black"/>
                </a:solidFill>
                <a:latin typeface="Times New Roman" pitchFamily="18" charset="0"/>
                <a:cs typeface="Times New Roman" pitchFamily="18" charset="0"/>
              </a:rPr>
              <a:t> </a:t>
            </a:r>
            <a:r>
              <a:rPr lang="en-US" sz="2800" dirty="0" err="1">
                <a:solidFill>
                  <a:prstClr val="black"/>
                </a:solidFill>
                <a:latin typeface="Times New Roman" pitchFamily="18" charset="0"/>
                <a:cs typeface="Times New Roman" pitchFamily="18" charset="0"/>
              </a:rPr>
              <a:t>các</a:t>
            </a:r>
            <a:r>
              <a:rPr lang="en-US" sz="2800" dirty="0">
                <a:solidFill>
                  <a:prstClr val="black"/>
                </a:solidFill>
                <a:latin typeface="Times New Roman" pitchFamily="18" charset="0"/>
                <a:cs typeface="Times New Roman" pitchFamily="18" charset="0"/>
              </a:rPr>
              <a:t> </a:t>
            </a:r>
            <a:r>
              <a:rPr lang="en-US" sz="2800" dirty="0" err="1">
                <a:solidFill>
                  <a:prstClr val="black"/>
                </a:solidFill>
                <a:latin typeface="Times New Roman" pitchFamily="18" charset="0"/>
                <a:cs typeface="Times New Roman" pitchFamily="18" charset="0"/>
              </a:rPr>
              <a:t>bạn</a:t>
            </a:r>
            <a:r>
              <a:rPr lang="en-US" sz="2800" dirty="0">
                <a:solidFill>
                  <a:prstClr val="black"/>
                </a:solidFill>
                <a:latin typeface="Times New Roman" pitchFamily="18" charset="0"/>
                <a:cs typeface="Times New Roman" pitchFamily="18" charset="0"/>
              </a:rPr>
              <a:t> </a:t>
            </a:r>
            <a:r>
              <a:rPr lang="en-US" sz="2800" dirty="0" err="1">
                <a:solidFill>
                  <a:prstClr val="black"/>
                </a:solidFill>
                <a:latin typeface="Times New Roman" pitchFamily="18" charset="0"/>
                <a:cs typeface="Times New Roman" pitchFamily="18" charset="0"/>
              </a:rPr>
              <a:t>phát</a:t>
            </a:r>
            <a:r>
              <a:rPr lang="en-US" sz="2800" dirty="0">
                <a:solidFill>
                  <a:prstClr val="black"/>
                </a:solidFill>
                <a:latin typeface="Times New Roman" pitchFamily="18" charset="0"/>
                <a:cs typeface="Times New Roman" pitchFamily="18" charset="0"/>
              </a:rPr>
              <a:t> </a:t>
            </a:r>
            <a:r>
              <a:rPr lang="en-US" sz="2800" dirty="0" err="1">
                <a:solidFill>
                  <a:prstClr val="black"/>
                </a:solidFill>
                <a:latin typeface="Times New Roman" pitchFamily="18" charset="0"/>
                <a:cs typeface="Times New Roman" pitchFamily="18" charset="0"/>
              </a:rPr>
              <a:t>hiện</a:t>
            </a:r>
            <a:r>
              <a:rPr lang="en-US" sz="2800" dirty="0">
                <a:solidFill>
                  <a:prstClr val="black"/>
                </a:solidFill>
                <a:latin typeface="Times New Roman" pitchFamily="18" charset="0"/>
                <a:cs typeface="Times New Roman" pitchFamily="18" charset="0"/>
              </a:rPr>
              <a:t> </a:t>
            </a:r>
            <a:r>
              <a:rPr lang="en-US" sz="2800" dirty="0" err="1">
                <a:solidFill>
                  <a:prstClr val="black"/>
                </a:solidFill>
                <a:latin typeface="Times New Roman" pitchFamily="18" charset="0"/>
                <a:cs typeface="Times New Roman" pitchFamily="18" charset="0"/>
              </a:rPr>
              <a:t>được</a:t>
            </a:r>
            <a:r>
              <a:rPr lang="en-US" sz="2800" dirty="0">
                <a:solidFill>
                  <a:prstClr val="black"/>
                </a:solidFill>
                <a:latin typeface="Times New Roman" pitchFamily="18" charset="0"/>
                <a:cs typeface="Times New Roman" pitchFamily="18" charset="0"/>
              </a:rPr>
              <a:t> </a:t>
            </a:r>
            <a:r>
              <a:rPr lang="en-US" sz="2800" dirty="0" err="1">
                <a:solidFill>
                  <a:prstClr val="black"/>
                </a:solidFill>
                <a:latin typeface="Times New Roman" pitchFamily="18" charset="0"/>
                <a:cs typeface="Times New Roman" pitchFamily="18" charset="0"/>
              </a:rPr>
              <a:t>và</a:t>
            </a:r>
            <a:r>
              <a:rPr lang="en-US" sz="2800" dirty="0">
                <a:solidFill>
                  <a:prstClr val="black"/>
                </a:solidFill>
                <a:latin typeface="Times New Roman" pitchFamily="18" charset="0"/>
                <a:cs typeface="Times New Roman" pitchFamily="18" charset="0"/>
              </a:rPr>
              <a:t> </a:t>
            </a:r>
            <a:r>
              <a:rPr lang="en-US" sz="2800" dirty="0" err="1">
                <a:solidFill>
                  <a:prstClr val="black"/>
                </a:solidFill>
                <a:latin typeface="Times New Roman" pitchFamily="18" charset="0"/>
                <a:cs typeface="Times New Roman" pitchFamily="18" charset="0"/>
              </a:rPr>
              <a:t>đánh</a:t>
            </a:r>
            <a:r>
              <a:rPr lang="en-US" sz="2800" dirty="0">
                <a:solidFill>
                  <a:prstClr val="black"/>
                </a:solidFill>
                <a:latin typeface="Times New Roman" pitchFamily="18" charset="0"/>
                <a:cs typeface="Times New Roman" pitchFamily="18" charset="0"/>
              </a:rPr>
              <a:t> </a:t>
            </a:r>
            <a:r>
              <a:rPr lang="en-US" sz="2800" dirty="0" err="1">
                <a:solidFill>
                  <a:prstClr val="black"/>
                </a:solidFill>
                <a:latin typeface="Times New Roman" pitchFamily="18" charset="0"/>
                <a:cs typeface="Times New Roman" pitchFamily="18" charset="0"/>
              </a:rPr>
              <a:t>giá</a:t>
            </a:r>
            <a:r>
              <a:rPr lang="en-US" sz="2800" dirty="0">
                <a:solidFill>
                  <a:prstClr val="black"/>
                </a:solidFill>
                <a:latin typeface="Times New Roman" pitchFamily="18" charset="0"/>
                <a:cs typeface="Times New Roman" pitchFamily="18" charset="0"/>
              </a:rPr>
              <a:t> </a:t>
            </a:r>
            <a:r>
              <a:rPr lang="en-US" sz="2800" dirty="0" err="1">
                <a:solidFill>
                  <a:prstClr val="black"/>
                </a:solidFill>
                <a:latin typeface="Times New Roman" pitchFamily="18" charset="0"/>
                <a:cs typeface="Times New Roman" pitchFamily="18" charset="0"/>
              </a:rPr>
              <a:t>có</a:t>
            </a:r>
            <a:r>
              <a:rPr lang="en-US" sz="2800" dirty="0">
                <a:solidFill>
                  <a:prstClr val="black"/>
                </a:solidFill>
                <a:latin typeface="Times New Roman" pitchFamily="18" charset="0"/>
                <a:cs typeface="Times New Roman" pitchFamily="18" charset="0"/>
              </a:rPr>
              <a:t> </a:t>
            </a:r>
            <a:r>
              <a:rPr lang="en-US" sz="2800" dirty="0" err="1">
                <a:solidFill>
                  <a:prstClr val="black"/>
                </a:solidFill>
                <a:latin typeface="Times New Roman" pitchFamily="18" charset="0"/>
                <a:cs typeface="Times New Roman" pitchFamily="18" charset="0"/>
              </a:rPr>
              <a:t>thể</a:t>
            </a:r>
            <a:r>
              <a:rPr lang="en-US" sz="2800" dirty="0">
                <a:solidFill>
                  <a:prstClr val="black"/>
                </a:solidFill>
                <a:latin typeface="Times New Roman" pitchFamily="18" charset="0"/>
                <a:cs typeface="Times New Roman" pitchFamily="18" charset="0"/>
              </a:rPr>
              <a:t> </a:t>
            </a:r>
            <a:r>
              <a:rPr lang="en-US" sz="2800" dirty="0" err="1">
                <a:solidFill>
                  <a:prstClr val="black"/>
                </a:solidFill>
                <a:latin typeface="Times New Roman" pitchFamily="18" charset="0"/>
                <a:cs typeface="Times New Roman" pitchFamily="18" charset="0"/>
              </a:rPr>
              <a:t>điều</a:t>
            </a:r>
            <a:r>
              <a:rPr lang="en-US" sz="2800" dirty="0">
                <a:solidFill>
                  <a:prstClr val="black"/>
                </a:solidFill>
                <a:latin typeface="Times New Roman" pitchFamily="18" charset="0"/>
                <a:cs typeface="Times New Roman" pitchFamily="18" charset="0"/>
              </a:rPr>
              <a:t> </a:t>
            </a:r>
            <a:r>
              <a:rPr lang="en-US" sz="2800" dirty="0" err="1">
                <a:solidFill>
                  <a:prstClr val="black"/>
                </a:solidFill>
                <a:latin typeface="Times New Roman" pitchFamily="18" charset="0"/>
                <a:cs typeface="Times New Roman" pitchFamily="18" charset="0"/>
              </a:rPr>
              <a:t>trị</a:t>
            </a:r>
            <a:r>
              <a:rPr lang="en-US" sz="2800" dirty="0">
                <a:solidFill>
                  <a:prstClr val="black"/>
                </a:solidFill>
                <a:latin typeface="Times New Roman" pitchFamily="18" charset="0"/>
                <a:cs typeface="Times New Roman" pitchFamily="18" charset="0"/>
              </a:rPr>
              <a:t> </a:t>
            </a:r>
            <a:r>
              <a:rPr lang="en-US" sz="2800" dirty="0" err="1">
                <a:solidFill>
                  <a:prstClr val="black"/>
                </a:solidFill>
                <a:latin typeface="Times New Roman" pitchFamily="18" charset="0"/>
                <a:cs typeface="Times New Roman" pitchFamily="18" charset="0"/>
              </a:rPr>
              <a:t>được</a:t>
            </a:r>
            <a:r>
              <a:rPr lang="en-US" sz="2800" dirty="0">
                <a:solidFill>
                  <a:prstClr val="black"/>
                </a:solidFill>
                <a:latin typeface="Times New Roman" pitchFamily="18" charset="0"/>
                <a:cs typeface="Times New Roman" pitchFamily="18" charset="0"/>
              </a:rPr>
              <a:t>.</a:t>
            </a:r>
          </a:p>
          <a:p>
            <a:pPr lvl="0">
              <a:buClr>
                <a:srgbClr val="0BD0D9"/>
              </a:buClr>
            </a:pPr>
            <a:r>
              <a:rPr lang="en-US" sz="2800" dirty="0" err="1">
                <a:solidFill>
                  <a:prstClr val="black"/>
                </a:solidFill>
                <a:latin typeface="Times New Roman" pitchFamily="18" charset="0"/>
                <a:cs typeface="Times New Roman" pitchFamily="18" charset="0"/>
              </a:rPr>
              <a:t>Không</a:t>
            </a:r>
            <a:r>
              <a:rPr lang="en-US" sz="2800" dirty="0">
                <a:solidFill>
                  <a:prstClr val="black"/>
                </a:solidFill>
                <a:latin typeface="Times New Roman" pitchFamily="18" charset="0"/>
                <a:cs typeface="Times New Roman" pitchFamily="18" charset="0"/>
              </a:rPr>
              <a:t> </a:t>
            </a:r>
            <a:r>
              <a:rPr lang="en-US" sz="2800" dirty="0" err="1">
                <a:solidFill>
                  <a:prstClr val="black"/>
                </a:solidFill>
                <a:latin typeface="Times New Roman" pitchFamily="18" charset="0"/>
                <a:cs typeface="Times New Roman" pitchFamily="18" charset="0"/>
              </a:rPr>
              <a:t>giữ</a:t>
            </a:r>
            <a:r>
              <a:rPr lang="en-US" sz="2800" dirty="0">
                <a:solidFill>
                  <a:prstClr val="black"/>
                </a:solidFill>
                <a:latin typeface="Times New Roman" pitchFamily="18" charset="0"/>
                <a:cs typeface="Times New Roman" pitchFamily="18" charset="0"/>
              </a:rPr>
              <a:t> </a:t>
            </a:r>
            <a:r>
              <a:rPr lang="en-US" sz="2800" dirty="0" err="1">
                <a:solidFill>
                  <a:prstClr val="black"/>
                </a:solidFill>
                <a:latin typeface="Times New Roman" pitchFamily="18" charset="0"/>
                <a:cs typeface="Times New Roman" pitchFamily="18" charset="0"/>
              </a:rPr>
              <a:t>lại</a:t>
            </a:r>
            <a:r>
              <a:rPr lang="en-US" sz="2800" dirty="0">
                <a:solidFill>
                  <a:prstClr val="black"/>
                </a:solidFill>
                <a:latin typeface="Times New Roman" pitchFamily="18" charset="0"/>
                <a:cs typeface="Times New Roman" pitchFamily="18" charset="0"/>
              </a:rPr>
              <a:t> </a:t>
            </a:r>
            <a:r>
              <a:rPr lang="en-US" sz="2800" dirty="0" err="1">
                <a:solidFill>
                  <a:prstClr val="black"/>
                </a:solidFill>
                <a:latin typeface="Times New Roman" pitchFamily="18" charset="0"/>
                <a:cs typeface="Times New Roman" pitchFamily="18" charset="0"/>
              </a:rPr>
              <a:t>điều</a:t>
            </a:r>
            <a:r>
              <a:rPr lang="en-US" sz="2800" dirty="0">
                <a:solidFill>
                  <a:prstClr val="black"/>
                </a:solidFill>
                <a:latin typeface="Times New Roman" pitchFamily="18" charset="0"/>
                <a:cs typeface="Times New Roman" pitchFamily="18" charset="0"/>
              </a:rPr>
              <a:t> </a:t>
            </a:r>
            <a:r>
              <a:rPr lang="en-US" sz="2800" dirty="0" err="1">
                <a:solidFill>
                  <a:prstClr val="black"/>
                </a:solidFill>
                <a:latin typeface="Times New Roman" pitchFamily="18" charset="0"/>
                <a:cs typeface="Times New Roman" pitchFamily="18" charset="0"/>
              </a:rPr>
              <a:t>trị</a:t>
            </a:r>
            <a:r>
              <a:rPr lang="en-US" sz="2800" dirty="0">
                <a:solidFill>
                  <a:prstClr val="black"/>
                </a:solidFill>
                <a:latin typeface="Times New Roman" pitchFamily="18" charset="0"/>
                <a:cs typeface="Times New Roman" pitchFamily="18" charset="0"/>
              </a:rPr>
              <a:t> </a:t>
            </a:r>
            <a:r>
              <a:rPr lang="en-US" sz="2800" dirty="0" err="1">
                <a:solidFill>
                  <a:prstClr val="black"/>
                </a:solidFill>
                <a:latin typeface="Times New Roman" pitchFamily="18" charset="0"/>
                <a:cs typeface="Times New Roman" pitchFamily="18" charset="0"/>
              </a:rPr>
              <a:t>tất</a:t>
            </a:r>
            <a:r>
              <a:rPr lang="en-US" sz="2800" dirty="0">
                <a:solidFill>
                  <a:prstClr val="black"/>
                </a:solidFill>
                <a:latin typeface="Times New Roman" pitchFamily="18" charset="0"/>
                <a:cs typeface="Times New Roman" pitchFamily="18" charset="0"/>
              </a:rPr>
              <a:t> </a:t>
            </a:r>
            <a:r>
              <a:rPr lang="en-US" sz="2800" dirty="0" err="1">
                <a:solidFill>
                  <a:prstClr val="black"/>
                </a:solidFill>
                <a:latin typeface="Times New Roman" pitchFamily="18" charset="0"/>
                <a:cs typeface="Times New Roman" pitchFamily="18" charset="0"/>
              </a:rPr>
              <a:t>cả</a:t>
            </a:r>
            <a:r>
              <a:rPr lang="en-US" sz="2800" dirty="0">
                <a:solidFill>
                  <a:prstClr val="black"/>
                </a:solidFill>
                <a:latin typeface="Times New Roman" pitchFamily="18" charset="0"/>
                <a:cs typeface="Times New Roman" pitchFamily="18" charset="0"/>
              </a:rPr>
              <a:t> </a:t>
            </a:r>
            <a:r>
              <a:rPr lang="en-US" sz="2800" dirty="0" err="1">
                <a:solidFill>
                  <a:prstClr val="black"/>
                </a:solidFill>
                <a:latin typeface="Times New Roman" pitchFamily="18" charset="0"/>
                <a:cs typeface="Times New Roman" pitchFamily="18" charset="0"/>
              </a:rPr>
              <a:t>các</a:t>
            </a:r>
            <a:r>
              <a:rPr lang="en-US" sz="2800" dirty="0">
                <a:solidFill>
                  <a:prstClr val="black"/>
                </a:solidFill>
                <a:latin typeface="Times New Roman" pitchFamily="18" charset="0"/>
                <a:cs typeface="Times New Roman" pitchFamily="18" charset="0"/>
              </a:rPr>
              <a:t> </a:t>
            </a:r>
            <a:r>
              <a:rPr lang="en-US" sz="2800" dirty="0" err="1">
                <a:solidFill>
                  <a:prstClr val="black"/>
                </a:solidFill>
                <a:latin typeface="Times New Roman" pitchFamily="18" charset="0"/>
                <a:cs typeface="Times New Roman" pitchFamily="18" charset="0"/>
              </a:rPr>
              <a:t>trường</a:t>
            </a:r>
            <a:r>
              <a:rPr lang="en-US" sz="2800" dirty="0">
                <a:solidFill>
                  <a:prstClr val="black"/>
                </a:solidFill>
                <a:latin typeface="Times New Roman" pitchFamily="18" charset="0"/>
                <a:cs typeface="Times New Roman" pitchFamily="18" charset="0"/>
              </a:rPr>
              <a:t> </a:t>
            </a:r>
            <a:r>
              <a:rPr lang="en-US" sz="2800" dirty="0" err="1">
                <a:solidFill>
                  <a:prstClr val="black"/>
                </a:solidFill>
                <a:latin typeface="Times New Roman" pitchFamily="18" charset="0"/>
                <a:cs typeface="Times New Roman" pitchFamily="18" charset="0"/>
              </a:rPr>
              <a:t>hợp</a:t>
            </a:r>
            <a:r>
              <a:rPr lang="en-US" sz="2800" dirty="0">
                <a:solidFill>
                  <a:prstClr val="black"/>
                </a:solidFill>
                <a:latin typeface="Times New Roman" pitchFamily="18" charset="0"/>
                <a:cs typeface="Times New Roman" pitchFamily="18" charset="0"/>
              </a:rPr>
              <a:t> </a:t>
            </a:r>
            <a:r>
              <a:rPr lang="en-US" sz="2800" dirty="0" err="1">
                <a:solidFill>
                  <a:prstClr val="black"/>
                </a:solidFill>
                <a:latin typeface="Times New Roman" pitchFamily="18" charset="0"/>
                <a:cs typeface="Times New Roman" pitchFamily="18" charset="0"/>
              </a:rPr>
              <a:t>có</a:t>
            </a:r>
            <a:r>
              <a:rPr lang="en-US" sz="2800" dirty="0">
                <a:solidFill>
                  <a:prstClr val="black"/>
                </a:solidFill>
                <a:latin typeface="Times New Roman" pitchFamily="18" charset="0"/>
                <a:cs typeface="Times New Roman" pitchFamily="18" charset="0"/>
              </a:rPr>
              <a:t> </a:t>
            </a:r>
            <a:r>
              <a:rPr lang="en-US" sz="2800" dirty="0" err="1">
                <a:solidFill>
                  <a:prstClr val="black"/>
                </a:solidFill>
                <a:latin typeface="Times New Roman" pitchFamily="18" charset="0"/>
                <a:cs typeface="Times New Roman" pitchFamily="18" charset="0"/>
              </a:rPr>
              <a:t>sốt</a:t>
            </a:r>
            <a:r>
              <a:rPr lang="en-US" sz="2800" dirty="0">
                <a:solidFill>
                  <a:prstClr val="black"/>
                </a:solidFill>
                <a:latin typeface="Times New Roman" pitchFamily="18" charset="0"/>
                <a:cs typeface="Times New Roman" pitchFamily="18" charset="0"/>
              </a:rPr>
              <a:t> &gt;7 </a:t>
            </a:r>
            <a:r>
              <a:rPr lang="en-US" sz="2800" dirty="0" err="1">
                <a:solidFill>
                  <a:prstClr val="black"/>
                </a:solidFill>
                <a:latin typeface="Times New Roman" pitchFamily="18" charset="0"/>
                <a:cs typeface="Times New Roman" pitchFamily="18" charset="0"/>
              </a:rPr>
              <a:t>ngày</a:t>
            </a:r>
            <a:r>
              <a:rPr lang="en-US" sz="2800" dirty="0">
                <a:solidFill>
                  <a:prstClr val="black"/>
                </a:solidFill>
                <a:latin typeface="Times New Roman" pitchFamily="18" charset="0"/>
                <a:cs typeface="Times New Roman" pitchFamily="18" charset="0"/>
              </a:rPr>
              <a:t>.</a:t>
            </a:r>
          </a:p>
          <a:p>
            <a:pPr marL="0" indent="0">
              <a:buNone/>
            </a:pPr>
            <a:endParaRPr lang="en-US" sz="2800" dirty="0"/>
          </a:p>
        </p:txBody>
      </p:sp>
    </p:spTree>
    <p:extLst>
      <p:ext uri="{BB962C8B-B14F-4D97-AF65-F5344CB8AC3E}">
        <p14:creationId xmlns:p14="http://schemas.microsoft.com/office/powerpoint/2010/main" xmlns="" val="3984334999"/>
      </p:ext>
    </p:extLst>
  </p:cSld>
  <p:clrMapOvr>
    <a:masterClrMapping/>
  </p:clrMapOvr>
  <mc:AlternateContent xmlns:mc="http://schemas.openxmlformats.org/markup-compatibility/2006">
    <mc:Choice xmlns:p14="http://schemas.microsoft.com/office/powerpoint/2010/main" xmlns="" Requires="p14">
      <p:transition spd="slow" p14:dur="1500">
        <p:split orient="vert"/>
      </p:transition>
    </mc:Choice>
    <mc:Fallback>
      <p:transition spd="slow">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smtClean="0">
                <a:solidFill>
                  <a:schemeClr val="tx1"/>
                </a:solidFill>
                <a:latin typeface="Times New Roman" pitchFamily="18" charset="0"/>
                <a:cs typeface="Times New Roman" pitchFamily="18" charset="0"/>
              </a:rPr>
              <a:t>2. </a:t>
            </a:r>
            <a:r>
              <a:rPr lang="en-US" sz="3600" b="1" dirty="0" err="1" smtClean="0">
                <a:solidFill>
                  <a:schemeClr val="tx1"/>
                </a:solidFill>
                <a:latin typeface="Times New Roman" pitchFamily="18" charset="0"/>
                <a:cs typeface="Times New Roman" pitchFamily="18" charset="0"/>
              </a:rPr>
              <a:t>Tuyến</a:t>
            </a:r>
            <a:r>
              <a:rPr lang="en-US" sz="3600" b="1" dirty="0" smtClean="0">
                <a:solidFill>
                  <a:schemeClr val="tx1"/>
                </a:solidFill>
                <a:latin typeface="Times New Roman" pitchFamily="18" charset="0"/>
                <a:cs typeface="Times New Roman" pitchFamily="18" charset="0"/>
              </a:rPr>
              <a:t> </a:t>
            </a:r>
            <a:r>
              <a:rPr lang="en-US" sz="3600" b="1" dirty="0" err="1" smtClean="0">
                <a:solidFill>
                  <a:schemeClr val="tx1"/>
                </a:solidFill>
                <a:latin typeface="Times New Roman" pitchFamily="18" charset="0"/>
                <a:cs typeface="Times New Roman" pitchFamily="18" charset="0"/>
              </a:rPr>
              <a:t>bệnh</a:t>
            </a:r>
            <a:r>
              <a:rPr lang="en-US" sz="3600" b="1" dirty="0" smtClean="0">
                <a:solidFill>
                  <a:schemeClr val="tx1"/>
                </a:solidFill>
                <a:latin typeface="Times New Roman" pitchFamily="18" charset="0"/>
                <a:cs typeface="Times New Roman" pitchFamily="18" charset="0"/>
              </a:rPr>
              <a:t> </a:t>
            </a:r>
            <a:r>
              <a:rPr lang="en-US" sz="3600" b="1" dirty="0" err="1" smtClean="0">
                <a:solidFill>
                  <a:schemeClr val="tx1"/>
                </a:solidFill>
                <a:latin typeface="Times New Roman" pitchFamily="18" charset="0"/>
                <a:cs typeface="Times New Roman" pitchFamily="18" charset="0"/>
              </a:rPr>
              <a:t>viện</a:t>
            </a:r>
            <a:endParaRPr lang="en-US" sz="3600" dirty="0">
              <a:solidFill>
                <a:schemeClr val="tx1"/>
              </a:solidFill>
              <a:latin typeface="Times New Roman" pitchFamily="18" charset="0"/>
              <a:cs typeface="Times New Roman" pitchFamily="18" charset="0"/>
            </a:endParaRPr>
          </a:p>
        </p:txBody>
      </p:sp>
      <p:sp>
        <p:nvSpPr>
          <p:cNvPr id="3" name="Content Placeholder 2"/>
          <p:cNvSpPr>
            <a:spLocks noGrp="1"/>
          </p:cNvSpPr>
          <p:nvPr>
            <p:ph idx="1"/>
          </p:nvPr>
        </p:nvSpPr>
        <p:spPr/>
        <p:txBody>
          <a:bodyPr/>
          <a:lstStyle/>
          <a:p>
            <a:pPr algn="just"/>
            <a:r>
              <a:rPr lang="en-US" sz="2800" dirty="0" err="1" smtClean="0">
                <a:latin typeface="Times New Roman" pitchFamily="18" charset="0"/>
                <a:cs typeface="Times New Roman" pitchFamily="18" charset="0"/>
              </a:rPr>
              <a:t>Hỏi</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bệnh</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sử</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một</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cách</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kỹ</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càng</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điều</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tra</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tỉ</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mỉ</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dịch</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tễ</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học</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các</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bệnh</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lây</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nhiễm</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thăm</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khám</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lâm</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sàng</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thận</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trọng</a:t>
            </a:r>
            <a:r>
              <a:rPr lang="en-US" sz="2800" dirty="0" smtClean="0">
                <a:latin typeface="Times New Roman" pitchFamily="18" charset="0"/>
                <a:cs typeface="Times New Roman" pitchFamily="18" charset="0"/>
              </a:rPr>
              <a:t>, chi </a:t>
            </a:r>
            <a:r>
              <a:rPr lang="en-US" sz="2800" dirty="0" err="1" smtClean="0">
                <a:latin typeface="Times New Roman" pitchFamily="18" charset="0"/>
                <a:cs typeface="Times New Roman" pitchFamily="18" charset="0"/>
              </a:rPr>
              <a:t>ly</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không</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bỏ</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sót</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từng</a:t>
            </a:r>
            <a:r>
              <a:rPr lang="en-US" sz="2800" dirty="0" smtClean="0">
                <a:latin typeface="Times New Roman" pitchFamily="18" charset="0"/>
                <a:cs typeface="Times New Roman" pitchFamily="18" charset="0"/>
              </a:rPr>
              <a:t> chi </a:t>
            </a:r>
            <a:r>
              <a:rPr lang="en-US" sz="2800" dirty="0" err="1" smtClean="0">
                <a:latin typeface="Times New Roman" pitchFamily="18" charset="0"/>
                <a:cs typeface="Times New Roman" pitchFamily="18" charset="0"/>
              </a:rPr>
              <a:t>tiết</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từng</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ngày</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hoặc</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nhiều</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hơn</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trong</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một</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ngày</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để</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phát</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hiện</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các</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triệu</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chứng</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mới</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phát</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sinh</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phát</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hiện</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các</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triệu</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chứng</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kèm</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theo</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sốt</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ra</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những</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quyết</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định</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xét</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nghiệm</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bổ</a:t>
            </a:r>
            <a:r>
              <a:rPr lang="en-US" sz="2800" dirty="0" smtClean="0">
                <a:latin typeface="Times New Roman" pitchFamily="18" charset="0"/>
                <a:cs typeface="Times New Roman" pitchFamily="18" charset="0"/>
              </a:rPr>
              <a:t> sung </a:t>
            </a:r>
            <a:r>
              <a:rPr lang="en-US" sz="2800" dirty="0" err="1" smtClean="0">
                <a:latin typeface="Times New Roman" pitchFamily="18" charset="0"/>
                <a:cs typeface="Times New Roman" pitchFamily="18" charset="0"/>
              </a:rPr>
              <a:t>đầy</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đủ</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đúng</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kịp</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thời</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để</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sớm</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xác</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định</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nguyên</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nhân</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gây</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sốt</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chỉ</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định</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các</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điều</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trị</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thích</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hợp</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theo</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hướng</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chẩn</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đoán</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nghi</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ngờ</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để</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sớm</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chấm</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dứt</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tình</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trạng</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sốt</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của</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trẻ</a:t>
            </a:r>
            <a:r>
              <a:rPr lang="en-US" sz="2800" dirty="0" smtClean="0">
                <a:latin typeface="Times New Roman" pitchFamily="18" charset="0"/>
                <a:cs typeface="Times New Roman" pitchFamily="18" charset="0"/>
              </a:rPr>
              <a:t>.</a:t>
            </a:r>
          </a:p>
          <a:p>
            <a:endParaRPr lang="en-US" dirty="0">
              <a:latin typeface="Times New Roman" pitchFamily="18" charset="0"/>
              <a:cs typeface="Times New Roman" pitchFamily="18" charset="0"/>
            </a:endParaRPr>
          </a:p>
        </p:txBody>
      </p:sp>
    </p:spTree>
  </p:cSld>
  <p:clrMapOvr>
    <a:masterClrMapping/>
  </p:clrMapOvr>
  <mc:AlternateContent xmlns:mc="http://schemas.openxmlformats.org/markup-compatibility/2006">
    <mc:Choice xmlns:p14="http://schemas.microsoft.com/office/powerpoint/2010/main" xmlns="" Requires="p14">
      <p:transition spd="slow" p14:dur="1500">
        <p:split orient="vert"/>
      </p:transition>
    </mc:Choice>
    <mc:Fallback>
      <p:transition spd="slow">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9552" y="2780928"/>
            <a:ext cx="8229600" cy="1143000"/>
          </a:xfrm>
        </p:spPr>
        <p:txBody>
          <a:bodyPr>
            <a:normAutofit/>
          </a:bodyPr>
          <a:lstStyle/>
          <a:p>
            <a:pPr algn="ctr"/>
            <a:r>
              <a:rPr lang="en-US" sz="7200" b="1" dirty="0" smtClean="0">
                <a:solidFill>
                  <a:srgbClr val="FF0000"/>
                </a:solidFill>
                <a:latin typeface="Times New Roman" pitchFamily="18" charset="0"/>
                <a:cs typeface="Times New Roman" pitchFamily="18" charset="0"/>
              </a:rPr>
              <a:t>ĐIỀU TRỊ</a:t>
            </a:r>
            <a:endParaRPr lang="en-US" sz="7200" b="1" dirty="0">
              <a:solidFill>
                <a:srgbClr val="FF0000"/>
              </a:solidFill>
              <a:latin typeface="Times New Roman" pitchFamily="18" charset="0"/>
              <a:cs typeface="Times New Roman" pitchFamily="18" charset="0"/>
            </a:endParaRPr>
          </a:p>
        </p:txBody>
      </p:sp>
    </p:spTree>
  </p:cSld>
  <p:clrMapOvr>
    <a:masterClrMapping/>
  </p:clrMapOvr>
  <mc:AlternateContent xmlns:mc="http://schemas.openxmlformats.org/markup-compatibility/2006">
    <mc:Choice xmlns:p14="http://schemas.microsoft.com/office/powerpoint/2010/main" xmlns="" Requires="p14">
      <p:transition spd="slow" p14:dur="1500">
        <p:split orient="vert"/>
      </p:transition>
    </mc:Choice>
    <mc:Fallback>
      <p:transition spd="slow">
        <p:split orient="vert"/>
      </p:transition>
    </mc:Fallback>
  </mc:AlternateContent>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400" b="1" dirty="0" smtClean="0">
                <a:solidFill>
                  <a:srgbClr val="FF0000"/>
                </a:solidFill>
                <a:latin typeface="Times New Roman" pitchFamily="18" charset="0"/>
                <a:cs typeface="Times New Roman" pitchFamily="18" charset="0"/>
              </a:rPr>
              <a:t>1. NGUYÊN TẮC</a:t>
            </a:r>
            <a:endParaRPr lang="en-US" sz="4400" b="1" dirty="0">
              <a:solidFill>
                <a:srgbClr val="FF0000"/>
              </a:solidFill>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a:bodyPr>
          <a:lstStyle/>
          <a:p>
            <a:r>
              <a:rPr lang="en-US" sz="3200" dirty="0" err="1" smtClean="0">
                <a:latin typeface="Times New Roman" pitchFamily="18" charset="0"/>
                <a:cs typeface="Times New Roman" pitchFamily="18" charset="0"/>
              </a:rPr>
              <a:t>Hạ</a:t>
            </a:r>
            <a:r>
              <a:rPr lang="en-US" sz="3200" dirty="0" smtClean="0">
                <a:latin typeface="Times New Roman" pitchFamily="18" charset="0"/>
                <a:cs typeface="Times New Roman" pitchFamily="18" charset="0"/>
              </a:rPr>
              <a:t> </a:t>
            </a:r>
            <a:r>
              <a:rPr lang="en-US" sz="3200" dirty="0" err="1" smtClean="0">
                <a:latin typeface="Times New Roman" pitchFamily="18" charset="0"/>
                <a:cs typeface="Times New Roman" pitchFamily="18" charset="0"/>
              </a:rPr>
              <a:t>nhiệt</a:t>
            </a:r>
            <a:r>
              <a:rPr lang="en-US" sz="3200" dirty="0" smtClean="0">
                <a:latin typeface="Times New Roman" pitchFamily="18" charset="0"/>
                <a:cs typeface="Times New Roman" pitchFamily="18" charset="0"/>
              </a:rPr>
              <a:t>.</a:t>
            </a:r>
          </a:p>
          <a:p>
            <a:r>
              <a:rPr lang="en-US" sz="3200" dirty="0" err="1" smtClean="0">
                <a:latin typeface="Times New Roman" pitchFamily="18" charset="0"/>
                <a:cs typeface="Times New Roman" pitchFamily="18" charset="0"/>
              </a:rPr>
              <a:t>Điều</a:t>
            </a:r>
            <a:r>
              <a:rPr lang="en-US" sz="3200" dirty="0" smtClean="0">
                <a:latin typeface="Times New Roman" pitchFamily="18" charset="0"/>
                <a:cs typeface="Times New Roman" pitchFamily="18" charset="0"/>
              </a:rPr>
              <a:t> </a:t>
            </a:r>
            <a:r>
              <a:rPr lang="en-US" sz="3200" dirty="0" err="1" smtClean="0">
                <a:latin typeface="Times New Roman" pitchFamily="18" charset="0"/>
                <a:cs typeface="Times New Roman" pitchFamily="18" charset="0"/>
              </a:rPr>
              <a:t>trị</a:t>
            </a:r>
            <a:r>
              <a:rPr lang="en-US" sz="3200" dirty="0" smtClean="0">
                <a:latin typeface="Times New Roman" pitchFamily="18" charset="0"/>
                <a:cs typeface="Times New Roman" pitchFamily="18" charset="0"/>
              </a:rPr>
              <a:t> </a:t>
            </a:r>
            <a:r>
              <a:rPr lang="en-US" sz="3200" dirty="0" err="1" smtClean="0">
                <a:latin typeface="Times New Roman" pitchFamily="18" charset="0"/>
                <a:cs typeface="Times New Roman" pitchFamily="18" charset="0"/>
              </a:rPr>
              <a:t>nguyên</a:t>
            </a:r>
            <a:r>
              <a:rPr lang="en-US" sz="3200" dirty="0" smtClean="0">
                <a:latin typeface="Times New Roman" pitchFamily="18" charset="0"/>
                <a:cs typeface="Times New Roman" pitchFamily="18" charset="0"/>
              </a:rPr>
              <a:t> </a:t>
            </a:r>
            <a:r>
              <a:rPr lang="en-US" sz="3200" dirty="0" err="1" smtClean="0">
                <a:latin typeface="Times New Roman" pitchFamily="18" charset="0"/>
                <a:cs typeface="Times New Roman" pitchFamily="18" charset="0"/>
              </a:rPr>
              <a:t>nhân</a:t>
            </a:r>
            <a:r>
              <a:rPr lang="en-US" sz="3200" dirty="0" smtClean="0">
                <a:latin typeface="Times New Roman" pitchFamily="18" charset="0"/>
                <a:cs typeface="Times New Roman" pitchFamily="18" charset="0"/>
              </a:rPr>
              <a:t>.</a:t>
            </a:r>
          </a:p>
          <a:p>
            <a:r>
              <a:rPr lang="en-US" sz="3200" dirty="0" err="1" smtClean="0">
                <a:latin typeface="Times New Roman" pitchFamily="18" charset="0"/>
                <a:cs typeface="Times New Roman" pitchFamily="18" charset="0"/>
              </a:rPr>
              <a:t>Dinh</a:t>
            </a:r>
            <a:r>
              <a:rPr lang="en-US" sz="3200" dirty="0" smtClean="0">
                <a:latin typeface="Times New Roman" pitchFamily="18" charset="0"/>
                <a:cs typeface="Times New Roman" pitchFamily="18" charset="0"/>
              </a:rPr>
              <a:t> </a:t>
            </a:r>
            <a:r>
              <a:rPr lang="en-US" sz="3200" dirty="0" err="1" smtClean="0">
                <a:latin typeface="Times New Roman" pitchFamily="18" charset="0"/>
                <a:cs typeface="Times New Roman" pitchFamily="18" charset="0"/>
              </a:rPr>
              <a:t>dưỡng</a:t>
            </a:r>
            <a:r>
              <a:rPr lang="en-US" sz="3200" dirty="0" smtClean="0">
                <a:latin typeface="Times New Roman" pitchFamily="18" charset="0"/>
                <a:cs typeface="Times New Roman" pitchFamily="18" charset="0"/>
              </a:rPr>
              <a:t> </a:t>
            </a:r>
            <a:r>
              <a:rPr lang="en-US" sz="3200" dirty="0" err="1" smtClean="0">
                <a:latin typeface="Times New Roman" pitchFamily="18" charset="0"/>
                <a:cs typeface="Times New Roman" pitchFamily="18" charset="0"/>
              </a:rPr>
              <a:t>đầy</a:t>
            </a:r>
            <a:r>
              <a:rPr lang="en-US" sz="3200" dirty="0" smtClean="0">
                <a:latin typeface="Times New Roman" pitchFamily="18" charset="0"/>
                <a:cs typeface="Times New Roman" pitchFamily="18" charset="0"/>
              </a:rPr>
              <a:t> </a:t>
            </a:r>
            <a:r>
              <a:rPr lang="en-US" sz="3200" dirty="0" err="1" smtClean="0">
                <a:latin typeface="Times New Roman" pitchFamily="18" charset="0"/>
                <a:cs typeface="Times New Roman" pitchFamily="18" charset="0"/>
              </a:rPr>
              <a:t>đủ</a:t>
            </a:r>
            <a:r>
              <a:rPr lang="en-US" sz="3200" dirty="0" smtClean="0">
                <a:latin typeface="Times New Roman" pitchFamily="18" charset="0"/>
                <a:cs typeface="Times New Roman" pitchFamily="18" charset="0"/>
              </a:rPr>
              <a:t>.</a:t>
            </a:r>
          </a:p>
          <a:p>
            <a:r>
              <a:rPr lang="en-US" sz="3200" dirty="0" err="1" smtClean="0">
                <a:latin typeface="Times New Roman" pitchFamily="18" charset="0"/>
                <a:cs typeface="Times New Roman" pitchFamily="18" charset="0"/>
              </a:rPr>
              <a:t>Điều</a:t>
            </a:r>
            <a:r>
              <a:rPr lang="en-US" sz="3200" dirty="0" smtClean="0">
                <a:latin typeface="Times New Roman" pitchFamily="18" charset="0"/>
                <a:cs typeface="Times New Roman" pitchFamily="18" charset="0"/>
              </a:rPr>
              <a:t> </a:t>
            </a:r>
            <a:r>
              <a:rPr lang="en-US" sz="3200" dirty="0" err="1" smtClean="0">
                <a:latin typeface="Times New Roman" pitchFamily="18" charset="0"/>
                <a:cs typeface="Times New Roman" pitchFamily="18" charset="0"/>
              </a:rPr>
              <a:t>trị</a:t>
            </a:r>
            <a:r>
              <a:rPr lang="en-US" sz="3200" dirty="0" smtClean="0">
                <a:latin typeface="Times New Roman" pitchFamily="18" charset="0"/>
                <a:cs typeface="Times New Roman" pitchFamily="18" charset="0"/>
              </a:rPr>
              <a:t> </a:t>
            </a:r>
            <a:r>
              <a:rPr lang="en-US" sz="3200" dirty="0" err="1" smtClean="0">
                <a:latin typeface="Times New Roman" pitchFamily="18" charset="0"/>
                <a:cs typeface="Times New Roman" pitchFamily="18" charset="0"/>
              </a:rPr>
              <a:t>biến</a:t>
            </a:r>
            <a:r>
              <a:rPr lang="en-US" sz="3200" dirty="0" smtClean="0">
                <a:latin typeface="Times New Roman" pitchFamily="18" charset="0"/>
                <a:cs typeface="Times New Roman" pitchFamily="18" charset="0"/>
              </a:rPr>
              <a:t> </a:t>
            </a:r>
            <a:r>
              <a:rPr lang="en-US" sz="3200" dirty="0" err="1" smtClean="0">
                <a:latin typeface="Times New Roman" pitchFamily="18" charset="0"/>
                <a:cs typeface="Times New Roman" pitchFamily="18" charset="0"/>
              </a:rPr>
              <a:t>chứng</a:t>
            </a:r>
            <a:r>
              <a:rPr lang="en-US" sz="3200" dirty="0" smtClean="0">
                <a:latin typeface="Times New Roman" pitchFamily="18" charset="0"/>
                <a:cs typeface="Times New Roman" pitchFamily="18" charset="0"/>
              </a:rPr>
              <a:t>.</a:t>
            </a:r>
            <a:endParaRPr lang="en-US" sz="3200" dirty="0">
              <a:latin typeface="Times New Roman" pitchFamily="18" charset="0"/>
              <a:cs typeface="Times New Roman" pitchFamily="18" charset="0"/>
            </a:endParaRPr>
          </a:p>
        </p:txBody>
      </p:sp>
    </p:spTree>
  </p:cSld>
  <p:clrMapOvr>
    <a:masterClrMapping/>
  </p:clrMapOvr>
  <mc:AlternateContent xmlns:mc="http://schemas.openxmlformats.org/markup-compatibility/2006">
    <mc:Choice xmlns:p14="http://schemas.microsoft.com/office/powerpoint/2010/main" xmlns="" Requires="p14">
      <p:transition spd="slow" p14:dur="1500">
        <p:split orient="vert"/>
      </p:transition>
    </mc:Choice>
    <mc:Fallback>
      <p:transition spd="slow">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5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fade">
                                      <p:cBhvr>
                                        <p:cTn id="17" dur="500"/>
                                        <p:tgtEl>
                                          <p:spTgt spid="3">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2" end="2"/>
                                            </p:txEl>
                                          </p:spTgt>
                                        </p:tgtEl>
                                        <p:attrNameLst>
                                          <p:attrName>style.visibility</p:attrName>
                                        </p:attrNameLst>
                                      </p:cBhvr>
                                      <p:to>
                                        <p:strVal val="visible"/>
                                      </p:to>
                                    </p:set>
                                    <p:animEffect transition="in" filter="fade">
                                      <p:cBhvr>
                                        <p:cTn id="22" dur="500"/>
                                        <p:tgtEl>
                                          <p:spTgt spid="3">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3" end="3"/>
                                            </p:txEl>
                                          </p:spTgt>
                                        </p:tgtEl>
                                        <p:attrNameLst>
                                          <p:attrName>style.visibility</p:attrName>
                                        </p:attrNameLst>
                                      </p:cBhvr>
                                      <p:to>
                                        <p:strVal val="visible"/>
                                      </p:to>
                                    </p:set>
                                    <p:animEffect transition="in" filter="fade">
                                      <p:cBhvr>
                                        <p:cTn id="27"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rgbClr val="FF0000"/>
                </a:solidFill>
                <a:latin typeface="Times New Roman" pitchFamily="18" charset="0"/>
                <a:cs typeface="Times New Roman" pitchFamily="18" charset="0"/>
              </a:rPr>
              <a:t>2. </a:t>
            </a:r>
            <a:r>
              <a:rPr lang="en-US" dirty="0" err="1" smtClean="0">
                <a:solidFill>
                  <a:srgbClr val="FF0000"/>
                </a:solidFill>
                <a:latin typeface="Times New Roman" pitchFamily="18" charset="0"/>
                <a:cs typeface="Times New Roman" pitchFamily="18" charset="0"/>
              </a:rPr>
              <a:t>Điều</a:t>
            </a:r>
            <a:r>
              <a:rPr lang="en-US" dirty="0" smtClean="0">
                <a:solidFill>
                  <a:srgbClr val="FF0000"/>
                </a:solidFill>
                <a:latin typeface="Times New Roman" pitchFamily="18" charset="0"/>
                <a:cs typeface="Times New Roman" pitchFamily="18" charset="0"/>
              </a:rPr>
              <a:t> </a:t>
            </a:r>
            <a:r>
              <a:rPr lang="en-US" dirty="0" err="1">
                <a:latin typeface="Times New Roman" pitchFamily="18" charset="0"/>
                <a:cs typeface="Times New Roman" pitchFamily="18" charset="0"/>
              </a:rPr>
              <a:t>T</a:t>
            </a:r>
            <a:r>
              <a:rPr lang="en-US" dirty="0" err="1" smtClean="0">
                <a:solidFill>
                  <a:srgbClr val="FF0000"/>
                </a:solidFill>
                <a:latin typeface="Times New Roman" pitchFamily="18" charset="0"/>
                <a:cs typeface="Times New Roman" pitchFamily="18" charset="0"/>
              </a:rPr>
              <a:t>rị</a:t>
            </a:r>
            <a:r>
              <a:rPr lang="en-US" dirty="0" smtClean="0">
                <a:solidFill>
                  <a:srgbClr val="FF0000"/>
                </a:solidFill>
                <a:latin typeface="Times New Roman" pitchFamily="18" charset="0"/>
                <a:cs typeface="Times New Roman" pitchFamily="18" charset="0"/>
              </a:rPr>
              <a:t> </a:t>
            </a:r>
            <a:r>
              <a:rPr lang="en-US" dirty="0" err="1">
                <a:latin typeface="Times New Roman" pitchFamily="18" charset="0"/>
                <a:cs typeface="Times New Roman" pitchFamily="18" charset="0"/>
              </a:rPr>
              <a:t>T</a:t>
            </a:r>
            <a:r>
              <a:rPr lang="en-US" dirty="0" err="1" smtClean="0">
                <a:solidFill>
                  <a:srgbClr val="FF0000"/>
                </a:solidFill>
                <a:latin typeface="Times New Roman" pitchFamily="18" charset="0"/>
                <a:cs typeface="Times New Roman" pitchFamily="18" charset="0"/>
              </a:rPr>
              <a:t>huốc</a:t>
            </a:r>
            <a:endParaRPr lang="en-US" dirty="0">
              <a:solidFill>
                <a:srgbClr val="FF0000"/>
              </a:solidFill>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fontScale="92500" lnSpcReduction="10000"/>
          </a:bodyPr>
          <a:lstStyle/>
          <a:p>
            <a:r>
              <a:rPr lang="en-US" sz="2800" dirty="0" err="1" smtClean="0">
                <a:latin typeface="Times New Roman" pitchFamily="18" charset="0"/>
                <a:cs typeface="Times New Roman" pitchFamily="18" charset="0"/>
              </a:rPr>
              <a:t>Hạ</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nhiệt</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khi</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thân</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nhiệt</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trên</a:t>
            </a:r>
            <a:r>
              <a:rPr lang="en-US" sz="2800" dirty="0" smtClean="0">
                <a:latin typeface="Times New Roman" pitchFamily="18" charset="0"/>
                <a:cs typeface="Times New Roman" pitchFamily="18" charset="0"/>
              </a:rPr>
              <a:t> 38,5</a:t>
            </a:r>
            <a:r>
              <a:rPr lang="en-US" sz="2800" baseline="30000" dirty="0" smtClean="0">
                <a:latin typeface="Times New Roman" pitchFamily="18" charset="0"/>
                <a:cs typeface="Times New Roman" pitchFamily="18" charset="0"/>
              </a:rPr>
              <a:t>o</a:t>
            </a:r>
            <a:r>
              <a:rPr lang="en-US" sz="2800" dirty="0" smtClean="0">
                <a:latin typeface="Times New Roman" pitchFamily="18" charset="0"/>
                <a:cs typeface="Times New Roman" pitchFamily="18" charset="0"/>
              </a:rPr>
              <a:t>C .</a:t>
            </a:r>
          </a:p>
          <a:p>
            <a:r>
              <a:rPr lang="en-US" sz="2800" dirty="0" smtClean="0">
                <a:latin typeface="Times New Roman" pitchFamily="18" charset="0"/>
                <a:cs typeface="Times New Roman" pitchFamily="18" charset="0"/>
              </a:rPr>
              <a:t>Acetaminophen </a:t>
            </a:r>
            <a:r>
              <a:rPr lang="en-US" sz="2800" dirty="0" err="1" smtClean="0">
                <a:latin typeface="Times New Roman" pitchFamily="18" charset="0"/>
                <a:cs typeface="Times New Roman" pitchFamily="18" charset="0"/>
              </a:rPr>
              <a:t>liều</a:t>
            </a:r>
            <a:r>
              <a:rPr lang="en-US" sz="2800" dirty="0" smtClean="0">
                <a:latin typeface="Times New Roman" pitchFamily="18" charset="0"/>
                <a:cs typeface="Times New Roman" pitchFamily="18" charset="0"/>
              </a:rPr>
              <a:t> 10-15mg/kg </a:t>
            </a:r>
            <a:r>
              <a:rPr lang="en-US" sz="2800" dirty="0" err="1" smtClean="0">
                <a:latin typeface="Times New Roman" pitchFamily="18" charset="0"/>
                <a:cs typeface="Times New Roman" pitchFamily="18" charset="0"/>
              </a:rPr>
              <a:t>uống</a:t>
            </a:r>
            <a:r>
              <a:rPr lang="en-US" sz="2800" dirty="0" smtClean="0">
                <a:latin typeface="Times New Roman" pitchFamily="18" charset="0"/>
                <a:cs typeface="Times New Roman" pitchFamily="18" charset="0"/>
              </a:rPr>
              <a:t> hay </a:t>
            </a:r>
            <a:r>
              <a:rPr lang="en-US" sz="2800" dirty="0" err="1" smtClean="0">
                <a:latin typeface="Times New Roman" pitchFamily="18" charset="0"/>
                <a:cs typeface="Times New Roman" pitchFamily="18" charset="0"/>
              </a:rPr>
              <a:t>toạ</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dược</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mỗi</a:t>
            </a:r>
            <a:r>
              <a:rPr lang="en-US" sz="2800" dirty="0" smtClean="0">
                <a:latin typeface="Times New Roman" pitchFamily="18" charset="0"/>
                <a:cs typeface="Times New Roman" pitchFamily="18" charset="0"/>
              </a:rPr>
              <a:t> 4-6 </a:t>
            </a:r>
            <a:r>
              <a:rPr lang="en-US" sz="2800" dirty="0" err="1" smtClean="0">
                <a:latin typeface="Times New Roman" pitchFamily="18" charset="0"/>
                <a:cs typeface="Times New Roman" pitchFamily="18" charset="0"/>
              </a:rPr>
              <a:t>giờ</a:t>
            </a:r>
            <a:r>
              <a:rPr lang="en-US" sz="2800" dirty="0" smtClean="0">
                <a:latin typeface="Times New Roman" pitchFamily="18" charset="0"/>
                <a:cs typeface="Times New Roman" pitchFamily="18" charset="0"/>
              </a:rPr>
              <a:t>.</a:t>
            </a:r>
          </a:p>
          <a:p>
            <a:r>
              <a:rPr lang="en-US" sz="2800" dirty="0" err="1" smtClean="0">
                <a:latin typeface="Times New Roman" pitchFamily="18" charset="0"/>
                <a:cs typeface="Times New Roman" pitchFamily="18" charset="0"/>
              </a:rPr>
              <a:t>Hoặc</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lbuprofen</a:t>
            </a:r>
            <a:r>
              <a:rPr lang="en-US" sz="2800" dirty="0" smtClean="0">
                <a:latin typeface="Times New Roman" pitchFamily="18" charset="0"/>
                <a:cs typeface="Times New Roman" pitchFamily="18" charset="0"/>
              </a:rPr>
              <a:t> 5-10 mg/kg/</a:t>
            </a:r>
            <a:r>
              <a:rPr lang="en-US" sz="2800" dirty="0" err="1" smtClean="0">
                <a:latin typeface="Times New Roman" pitchFamily="18" charset="0"/>
                <a:cs typeface="Times New Roman" pitchFamily="18" charset="0"/>
              </a:rPr>
              <a:t>lần</a:t>
            </a:r>
            <a:r>
              <a:rPr lang="en-US" sz="2800" dirty="0" smtClean="0">
                <a:latin typeface="Times New Roman" pitchFamily="18" charset="0"/>
                <a:cs typeface="Times New Roman" pitchFamily="18" charset="0"/>
              </a:rPr>
              <a:t> (U) </a:t>
            </a:r>
            <a:r>
              <a:rPr lang="en-US" sz="2800" dirty="0" err="1" smtClean="0">
                <a:latin typeface="Times New Roman" pitchFamily="18" charset="0"/>
                <a:cs typeface="Times New Roman" pitchFamily="18" charset="0"/>
              </a:rPr>
              <a:t>mỗi</a:t>
            </a:r>
            <a:r>
              <a:rPr lang="en-US" sz="2800" dirty="0" smtClean="0">
                <a:latin typeface="Times New Roman" pitchFamily="18" charset="0"/>
                <a:cs typeface="Times New Roman" pitchFamily="18" charset="0"/>
              </a:rPr>
              <a:t> 8 </a:t>
            </a:r>
            <a:r>
              <a:rPr lang="en-US" sz="2800" dirty="0" err="1" smtClean="0">
                <a:latin typeface="Times New Roman" pitchFamily="18" charset="0"/>
                <a:cs typeface="Times New Roman" pitchFamily="18" charset="0"/>
              </a:rPr>
              <a:t>giờ</a:t>
            </a:r>
            <a:r>
              <a:rPr lang="en-US" sz="2800" dirty="0" smtClean="0">
                <a:latin typeface="Times New Roman" pitchFamily="18" charset="0"/>
                <a:cs typeface="Times New Roman" pitchFamily="18" charset="0"/>
              </a:rPr>
              <a:t>.</a:t>
            </a:r>
          </a:p>
          <a:p>
            <a:r>
              <a:rPr lang="en-US" sz="2800" dirty="0" err="1" smtClean="0">
                <a:latin typeface="Times New Roman" pitchFamily="18" charset="0"/>
                <a:cs typeface="Times New Roman" pitchFamily="18" charset="0"/>
              </a:rPr>
              <a:t>Không</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khuyến</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cáo</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thường</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quy</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kết</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hợp</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hoặc</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dùng</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xen</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kẽ</a:t>
            </a:r>
            <a:r>
              <a:rPr lang="en-US" sz="2800" dirty="0" smtClean="0">
                <a:latin typeface="Times New Roman" pitchFamily="18" charset="0"/>
                <a:cs typeface="Times New Roman" pitchFamily="18" charset="0"/>
              </a:rPr>
              <a:t> Acetaminophen </a:t>
            </a:r>
            <a:r>
              <a:rPr lang="en-US" sz="2800" dirty="0" err="1" smtClean="0">
                <a:latin typeface="Times New Roman" pitchFamily="18" charset="0"/>
                <a:cs typeface="Times New Roman" pitchFamily="18" charset="0"/>
              </a:rPr>
              <a:t>và</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lbuprofen</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vì</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hầu</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hết</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đáp</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ứng</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với</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một</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loại</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thuốc</a:t>
            </a:r>
            <a:r>
              <a:rPr lang="en-US" sz="2800" dirty="0" smtClean="0">
                <a:latin typeface="Times New Roman" pitchFamily="18" charset="0"/>
                <a:cs typeface="Times New Roman" pitchFamily="18" charset="0"/>
              </a:rPr>
              <a:t>.</a:t>
            </a:r>
          </a:p>
          <a:p>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Trong</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trường</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hợp</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sốt</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cao</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không</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đáp</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ứng</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với</a:t>
            </a:r>
            <a:r>
              <a:rPr lang="en-US" sz="2800" dirty="0" smtClean="0">
                <a:latin typeface="Times New Roman" pitchFamily="18" charset="0"/>
                <a:cs typeface="Times New Roman" pitchFamily="18" charset="0"/>
              </a:rPr>
              <a:t> Acetaminophen </a:t>
            </a:r>
            <a:r>
              <a:rPr lang="en-US" sz="2800" dirty="0" err="1" smtClean="0">
                <a:latin typeface="Times New Roman" pitchFamily="18" charset="0"/>
                <a:cs typeface="Times New Roman" pitchFamily="18" charset="0"/>
              </a:rPr>
              <a:t>đơn</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thuần</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có</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thể</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phối</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hợp</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thêm</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lbuprofen</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sau</a:t>
            </a:r>
            <a:r>
              <a:rPr lang="en-US" sz="2800" dirty="0" smtClean="0">
                <a:latin typeface="Times New Roman" pitchFamily="18" charset="0"/>
                <a:cs typeface="Times New Roman" pitchFamily="18" charset="0"/>
              </a:rPr>
              <a:t> 1 </a:t>
            </a:r>
            <a:r>
              <a:rPr lang="en-US" sz="2800" dirty="0" err="1" smtClean="0">
                <a:latin typeface="Times New Roman" pitchFamily="18" charset="0"/>
                <a:cs typeface="Times New Roman" pitchFamily="18" charset="0"/>
              </a:rPr>
              <a:t>đến</a:t>
            </a:r>
            <a:r>
              <a:rPr lang="en-US" sz="2800" dirty="0" smtClean="0">
                <a:latin typeface="Times New Roman" pitchFamily="18" charset="0"/>
                <a:cs typeface="Times New Roman" pitchFamily="18" charset="0"/>
              </a:rPr>
              <a:t> 2 </a:t>
            </a:r>
            <a:r>
              <a:rPr lang="en-US" sz="2800" dirty="0" err="1" smtClean="0">
                <a:latin typeface="Times New Roman" pitchFamily="18" charset="0"/>
                <a:cs typeface="Times New Roman" pitchFamily="18" charset="0"/>
              </a:rPr>
              <a:t>giờ</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không</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hạ</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nhiệt</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với</a:t>
            </a:r>
            <a:r>
              <a:rPr lang="en-US" sz="2800" dirty="0" smtClean="0">
                <a:latin typeface="Times New Roman" pitchFamily="18" charset="0"/>
                <a:cs typeface="Times New Roman" pitchFamily="18" charset="0"/>
              </a:rPr>
              <a:t> Acetaminophen </a:t>
            </a:r>
            <a:r>
              <a:rPr lang="en-US" sz="2800" dirty="0" err="1" smtClean="0">
                <a:latin typeface="Times New Roman" pitchFamily="18" charset="0"/>
                <a:cs typeface="Times New Roman" pitchFamily="18" charset="0"/>
              </a:rPr>
              <a:t>và</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nếu</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không</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có</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chống</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chỉ</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định</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lbuprofen</a:t>
            </a:r>
            <a:r>
              <a:rPr lang="en-US" sz="2800" dirty="0" smtClean="0">
                <a:latin typeface="Times New Roman" pitchFamily="18" charset="0"/>
                <a:cs typeface="Times New Roman" pitchFamily="18" charset="0"/>
              </a:rPr>
              <a:t>.</a:t>
            </a:r>
          </a:p>
          <a:p>
            <a:endParaRPr lang="en-US" sz="2800" dirty="0" smtClean="0">
              <a:latin typeface="Times New Roman" pitchFamily="18" charset="0"/>
              <a:cs typeface="Times New Roman" pitchFamily="18" charset="0"/>
            </a:endParaRPr>
          </a:p>
        </p:txBody>
      </p:sp>
    </p:spTree>
  </p:cSld>
  <p:clrMapOvr>
    <a:masterClrMapping/>
  </p:clrMapOvr>
  <mc:AlternateContent xmlns:mc="http://schemas.openxmlformats.org/markup-compatibility/2006">
    <mc:Choice xmlns:p14="http://schemas.microsoft.com/office/powerpoint/2010/main" xmlns="" Requires="p14">
      <p:transition spd="slow" p14:dur="1500">
        <p:split orient="vert"/>
      </p:transition>
    </mc:Choice>
    <mc:Fallback>
      <p:transition spd="slow">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5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fade">
                                      <p:cBhvr>
                                        <p:cTn id="17" dur="500"/>
                                        <p:tgtEl>
                                          <p:spTgt spid="3">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2" end="2"/>
                                            </p:txEl>
                                          </p:spTgt>
                                        </p:tgtEl>
                                        <p:attrNameLst>
                                          <p:attrName>style.visibility</p:attrName>
                                        </p:attrNameLst>
                                      </p:cBhvr>
                                      <p:to>
                                        <p:strVal val="visible"/>
                                      </p:to>
                                    </p:set>
                                    <p:animEffect transition="in" filter="fade">
                                      <p:cBhvr>
                                        <p:cTn id="22" dur="500"/>
                                        <p:tgtEl>
                                          <p:spTgt spid="3">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3" end="3"/>
                                            </p:txEl>
                                          </p:spTgt>
                                        </p:tgtEl>
                                        <p:attrNameLst>
                                          <p:attrName>style.visibility</p:attrName>
                                        </p:attrNameLst>
                                      </p:cBhvr>
                                      <p:to>
                                        <p:strVal val="visible"/>
                                      </p:to>
                                    </p:set>
                                    <p:animEffect transition="in" filter="fade">
                                      <p:cBhvr>
                                        <p:cTn id="27" dur="500"/>
                                        <p:tgtEl>
                                          <p:spTgt spid="3">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4" end="4"/>
                                            </p:txEl>
                                          </p:spTgt>
                                        </p:tgtEl>
                                        <p:attrNameLst>
                                          <p:attrName>style.visibility</p:attrName>
                                        </p:attrNameLst>
                                      </p:cBhvr>
                                      <p:to>
                                        <p:strVal val="visible"/>
                                      </p:to>
                                    </p:set>
                                    <p:animEffect transition="in" filter="fade">
                                      <p:cBhvr>
                                        <p:cTn id="32"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r>
              <a:rPr lang="en-US" sz="2800" dirty="0" err="1" smtClean="0">
                <a:latin typeface="Times New Roman" pitchFamily="18" charset="0"/>
                <a:cs typeface="Times New Roman" pitchFamily="18" charset="0"/>
              </a:rPr>
              <a:t>Trường</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hợp</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sốt</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cao</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và</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không</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thể</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dùng</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đường</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uống</a:t>
            </a:r>
            <a:r>
              <a:rPr lang="en-US" sz="2800" dirty="0" smtClean="0">
                <a:latin typeface="Times New Roman" pitchFamily="18" charset="0"/>
                <a:cs typeface="Times New Roman" pitchFamily="18" charset="0"/>
              </a:rPr>
              <a:t> hay </a:t>
            </a:r>
            <a:r>
              <a:rPr lang="en-US" sz="2800" dirty="0" err="1" smtClean="0">
                <a:latin typeface="Times New Roman" pitchFamily="18" charset="0"/>
                <a:cs typeface="Times New Roman" pitchFamily="18" charset="0"/>
              </a:rPr>
              <a:t>tọa</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dược</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Paracetamol</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dạng</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tiêm</a:t>
            </a:r>
            <a:r>
              <a:rPr lang="en-US" sz="2800" dirty="0" smtClean="0">
                <a:latin typeface="Times New Roman" pitchFamily="18" charset="0"/>
                <a:cs typeface="Times New Roman" pitchFamily="18" charset="0"/>
              </a:rPr>
              <a:t> 15 mg/kg/</a:t>
            </a:r>
            <a:r>
              <a:rPr lang="en-US" sz="2800" dirty="0" err="1" smtClean="0">
                <a:latin typeface="Times New Roman" pitchFamily="18" charset="0"/>
                <a:cs typeface="Times New Roman" pitchFamily="18" charset="0"/>
              </a:rPr>
              <a:t>lần</a:t>
            </a:r>
            <a:r>
              <a:rPr lang="en-US" sz="2800" dirty="0" smtClean="0">
                <a:latin typeface="Times New Roman" pitchFamily="18" charset="0"/>
                <a:cs typeface="Times New Roman" pitchFamily="18" charset="0"/>
              </a:rPr>
              <a:t> TTM. </a:t>
            </a:r>
            <a:r>
              <a:rPr lang="en-US" sz="2800" dirty="0" err="1" smtClean="0">
                <a:latin typeface="Times New Roman" pitchFamily="18" charset="0"/>
                <a:cs typeface="Times New Roman" pitchFamily="18" charset="0"/>
              </a:rPr>
              <a:t>Cần</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lưu</a:t>
            </a:r>
            <a:r>
              <a:rPr lang="en-US" sz="2800" dirty="0" smtClean="0">
                <a:latin typeface="Times New Roman" pitchFamily="18" charset="0"/>
                <a:cs typeface="Times New Roman" pitchFamily="18" charset="0"/>
              </a:rPr>
              <a:t> ý </a:t>
            </a:r>
            <a:r>
              <a:rPr lang="en-US" sz="2800" dirty="0" err="1" smtClean="0">
                <a:latin typeface="Times New Roman" pitchFamily="18" charset="0"/>
                <a:cs typeface="Times New Roman" pitchFamily="18" charset="0"/>
              </a:rPr>
              <a:t>sau</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khi</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pha</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Paracetamol</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chỉ</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dùng</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trong</a:t>
            </a:r>
            <a:r>
              <a:rPr lang="en-US" sz="2800" dirty="0" smtClean="0">
                <a:latin typeface="Times New Roman" pitchFamily="18" charset="0"/>
                <a:cs typeface="Times New Roman" pitchFamily="18" charset="0"/>
              </a:rPr>
              <a:t> 6 </a:t>
            </a:r>
            <a:r>
              <a:rPr lang="en-US" sz="2800" dirty="0" err="1" smtClean="0">
                <a:latin typeface="Times New Roman" pitchFamily="18" charset="0"/>
                <a:cs typeface="Times New Roman" pitchFamily="18" charset="0"/>
              </a:rPr>
              <a:t>giờ</a:t>
            </a:r>
            <a:r>
              <a:rPr lang="en-US" sz="2800" dirty="0" smtClean="0">
                <a:latin typeface="Times New Roman" pitchFamily="18" charset="0"/>
                <a:cs typeface="Times New Roman" pitchFamily="18" charset="0"/>
              </a:rPr>
              <a:t>.</a:t>
            </a:r>
          </a:p>
          <a:p>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Trường</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hợp</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sốt</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ác</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tính</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xảy</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ra</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sau</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gây</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mê</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Dantrolene</a:t>
            </a:r>
            <a:r>
              <a:rPr lang="en-US" sz="2800" dirty="0" smtClean="0">
                <a:latin typeface="Times New Roman" pitchFamily="18" charset="0"/>
                <a:cs typeface="Times New Roman" pitchFamily="18" charset="0"/>
              </a:rPr>
              <a:t> 1 mg/kg TM </a:t>
            </a:r>
            <a:r>
              <a:rPr lang="en-US" sz="2800" dirty="0" err="1" smtClean="0">
                <a:latin typeface="Times New Roman" pitchFamily="18" charset="0"/>
                <a:cs typeface="Times New Roman" pitchFamily="18" charset="0"/>
              </a:rPr>
              <a:t>nhanh</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lặp</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lại</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ngay</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khi</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cần</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cho</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đến</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khi</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hết</a:t>
            </a:r>
            <a:r>
              <a:rPr lang="en-US" sz="2800" dirty="0" smtClean="0">
                <a:latin typeface="Times New Roman" pitchFamily="18" charset="0"/>
                <a:cs typeface="Times New Roman" pitchFamily="18" charset="0"/>
              </a:rPr>
              <a:t> co </a:t>
            </a:r>
            <a:r>
              <a:rPr lang="en-US" sz="2800" dirty="0" err="1" smtClean="0">
                <a:latin typeface="Times New Roman" pitchFamily="18" charset="0"/>
                <a:cs typeface="Times New Roman" pitchFamily="18" charset="0"/>
              </a:rPr>
              <a:t>giật</a:t>
            </a:r>
            <a:r>
              <a:rPr lang="en-US" sz="2800" dirty="0" smtClean="0">
                <a:latin typeface="Times New Roman" pitchFamily="18" charset="0"/>
                <a:cs typeface="Times New Roman" pitchFamily="18" charset="0"/>
              </a:rPr>
              <a:t> hay </a:t>
            </a:r>
            <a:r>
              <a:rPr lang="en-US" sz="2800" dirty="0" err="1" smtClean="0">
                <a:latin typeface="Times New Roman" pitchFamily="18" charset="0"/>
                <a:cs typeface="Times New Roman" pitchFamily="18" charset="0"/>
              </a:rPr>
              <a:t>đạt</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đến</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liều</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tối</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đa</a:t>
            </a:r>
            <a:r>
              <a:rPr lang="en-US" sz="2800" dirty="0" smtClean="0">
                <a:latin typeface="Times New Roman" pitchFamily="18" charset="0"/>
                <a:cs typeface="Times New Roman" pitchFamily="18" charset="0"/>
              </a:rPr>
              <a:t> 10 mg/kg, </a:t>
            </a:r>
            <a:r>
              <a:rPr lang="en-US" sz="2800" dirty="0" err="1" smtClean="0">
                <a:latin typeface="Times New Roman" pitchFamily="18" charset="0"/>
                <a:cs typeface="Times New Roman" pitchFamily="18" charset="0"/>
              </a:rPr>
              <a:t>sau</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đó</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duy</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trì</a:t>
            </a:r>
            <a:r>
              <a:rPr lang="en-US" sz="2800" dirty="0" smtClean="0">
                <a:latin typeface="Times New Roman" pitchFamily="18" charset="0"/>
                <a:cs typeface="Times New Roman" pitchFamily="18" charset="0"/>
              </a:rPr>
              <a:t> 4-8 mg/kg/24 </a:t>
            </a:r>
            <a:r>
              <a:rPr lang="en-US" sz="2800" dirty="0" err="1" smtClean="0">
                <a:latin typeface="Times New Roman" pitchFamily="18" charset="0"/>
                <a:cs typeface="Times New Roman" pitchFamily="18" charset="0"/>
              </a:rPr>
              <a:t>giờ</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chia</a:t>
            </a:r>
            <a:r>
              <a:rPr lang="en-US" sz="2800" dirty="0" smtClean="0">
                <a:latin typeface="Times New Roman" pitchFamily="18" charset="0"/>
                <a:cs typeface="Times New Roman" pitchFamily="18" charset="0"/>
              </a:rPr>
              <a:t> 4 </a:t>
            </a:r>
            <a:r>
              <a:rPr lang="en-US" sz="2800" dirty="0" err="1" smtClean="0">
                <a:latin typeface="Times New Roman" pitchFamily="18" charset="0"/>
                <a:cs typeface="Times New Roman" pitchFamily="18" charset="0"/>
              </a:rPr>
              <a:t>lần</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uống</a:t>
            </a:r>
            <a:r>
              <a:rPr lang="en-US" sz="2800" dirty="0" smtClean="0">
                <a:latin typeface="Times New Roman" pitchFamily="18" charset="0"/>
                <a:cs typeface="Times New Roman" pitchFamily="18" charset="0"/>
              </a:rPr>
              <a:t> hay </a:t>
            </a:r>
            <a:r>
              <a:rPr lang="en-US" sz="2800" dirty="0" err="1" smtClean="0">
                <a:latin typeface="Times New Roman" pitchFamily="18" charset="0"/>
                <a:cs typeface="Times New Roman" pitchFamily="18" charset="0"/>
              </a:rPr>
              <a:t>tiêm</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mạch</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trong</a:t>
            </a:r>
            <a:r>
              <a:rPr lang="en-US" sz="2800" dirty="0" smtClean="0">
                <a:latin typeface="Times New Roman" pitchFamily="18" charset="0"/>
                <a:cs typeface="Times New Roman" pitchFamily="18" charset="0"/>
              </a:rPr>
              <a:t> 1-3 </a:t>
            </a:r>
            <a:r>
              <a:rPr lang="en-US" sz="2800" dirty="0" err="1" smtClean="0">
                <a:latin typeface="Times New Roman" pitchFamily="18" charset="0"/>
                <a:cs typeface="Times New Roman" pitchFamily="18" charset="0"/>
              </a:rPr>
              <a:t>ngày</a:t>
            </a:r>
            <a:r>
              <a:rPr lang="en-US" sz="2800" dirty="0" smtClean="0">
                <a:latin typeface="Times New Roman" pitchFamily="18" charset="0"/>
                <a:cs typeface="Times New Roman" pitchFamily="18" charset="0"/>
              </a:rPr>
              <a:t>.</a:t>
            </a:r>
          </a:p>
          <a:p>
            <a:endParaRPr lang="en-US" sz="2800" dirty="0">
              <a:latin typeface="Times New Roman" pitchFamily="18" charset="0"/>
              <a:cs typeface="Times New Roman" pitchFamily="18" charset="0"/>
            </a:endParaRPr>
          </a:p>
        </p:txBody>
      </p:sp>
    </p:spTree>
  </p:cSld>
  <p:clrMapOvr>
    <a:masterClrMapping/>
  </p:clrMapOvr>
  <mc:AlternateContent xmlns:mc="http://schemas.openxmlformats.org/markup-compatibility/2006">
    <mc:Choice xmlns:p14="http://schemas.microsoft.com/office/powerpoint/2010/main" xmlns="" Requires="p14">
      <p:transition spd="slow" p14:dur="1500">
        <p:split orient="vert"/>
      </p:transition>
    </mc:Choice>
    <mc:Fallback>
      <p:transition spd="slow">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r>
              <a:rPr lang="en-US" sz="3200" dirty="0" err="1" smtClean="0">
                <a:latin typeface="Times New Roman" pitchFamily="18" charset="0"/>
                <a:cs typeface="Times New Roman" pitchFamily="18" charset="0"/>
              </a:rPr>
              <a:t>Thuốc</a:t>
            </a:r>
            <a:r>
              <a:rPr lang="en-US" sz="3200" dirty="0" smtClean="0">
                <a:latin typeface="Times New Roman" pitchFamily="18" charset="0"/>
                <a:cs typeface="Times New Roman" pitchFamily="18" charset="0"/>
              </a:rPr>
              <a:t> </a:t>
            </a:r>
            <a:r>
              <a:rPr lang="en-US" sz="3200" dirty="0" err="1" smtClean="0">
                <a:latin typeface="Times New Roman" pitchFamily="18" charset="0"/>
                <a:cs typeface="Times New Roman" pitchFamily="18" charset="0"/>
              </a:rPr>
              <a:t>hạ</a:t>
            </a:r>
            <a:r>
              <a:rPr lang="en-US" sz="3200" dirty="0" smtClean="0">
                <a:latin typeface="Times New Roman" pitchFamily="18" charset="0"/>
                <a:cs typeface="Times New Roman" pitchFamily="18" charset="0"/>
              </a:rPr>
              <a:t> </a:t>
            </a:r>
            <a:r>
              <a:rPr lang="en-US" sz="3200" dirty="0" err="1" smtClean="0">
                <a:latin typeface="Times New Roman" pitchFamily="18" charset="0"/>
                <a:cs typeface="Times New Roman" pitchFamily="18" charset="0"/>
              </a:rPr>
              <a:t>sốt</a:t>
            </a:r>
            <a:r>
              <a:rPr lang="en-US" sz="3200" dirty="0" smtClean="0">
                <a:latin typeface="Times New Roman" pitchFamily="18" charset="0"/>
                <a:cs typeface="Times New Roman" pitchFamily="18" charset="0"/>
              </a:rPr>
              <a:t> </a:t>
            </a:r>
            <a:r>
              <a:rPr lang="en-US" sz="3200" dirty="0" err="1" smtClean="0">
                <a:latin typeface="Times New Roman" pitchFamily="18" charset="0"/>
                <a:cs typeface="Times New Roman" pitchFamily="18" charset="0"/>
              </a:rPr>
              <a:t>có</a:t>
            </a:r>
            <a:r>
              <a:rPr lang="en-US" sz="3200" dirty="0" smtClean="0">
                <a:latin typeface="Times New Roman" pitchFamily="18" charset="0"/>
                <a:cs typeface="Times New Roman" pitchFamily="18" charset="0"/>
              </a:rPr>
              <a:t> </a:t>
            </a:r>
            <a:r>
              <a:rPr lang="en-US" sz="3200" dirty="0" err="1" smtClean="0">
                <a:latin typeface="Times New Roman" pitchFamily="18" charset="0"/>
                <a:cs typeface="Times New Roman" pitchFamily="18" charset="0"/>
              </a:rPr>
              <a:t>thể</a:t>
            </a:r>
            <a:r>
              <a:rPr lang="en-US" sz="3200" dirty="0" smtClean="0">
                <a:latin typeface="Times New Roman" pitchFamily="18" charset="0"/>
                <a:cs typeface="Times New Roman" pitchFamily="18" charset="0"/>
              </a:rPr>
              <a:t> </a:t>
            </a:r>
            <a:r>
              <a:rPr lang="en-US" sz="3200" dirty="0" err="1" smtClean="0">
                <a:latin typeface="Times New Roman" pitchFamily="18" charset="0"/>
                <a:cs typeface="Times New Roman" pitchFamily="18" charset="0"/>
              </a:rPr>
              <a:t>sử</a:t>
            </a:r>
            <a:r>
              <a:rPr lang="en-US" sz="3200" dirty="0" smtClean="0">
                <a:latin typeface="Times New Roman" pitchFamily="18" charset="0"/>
                <a:cs typeface="Times New Roman" pitchFamily="18" charset="0"/>
              </a:rPr>
              <a:t> </a:t>
            </a:r>
            <a:r>
              <a:rPr lang="en-US" sz="3200" dirty="0" err="1" smtClean="0">
                <a:latin typeface="Times New Roman" pitchFamily="18" charset="0"/>
                <a:cs typeface="Times New Roman" pitchFamily="18" charset="0"/>
              </a:rPr>
              <a:t>dụng</a:t>
            </a:r>
            <a:r>
              <a:rPr lang="en-US" sz="3200" dirty="0" smtClean="0">
                <a:latin typeface="Times New Roman" pitchFamily="18" charset="0"/>
                <a:cs typeface="Times New Roman" pitchFamily="18" charset="0"/>
              </a:rPr>
              <a:t> </a:t>
            </a:r>
            <a:r>
              <a:rPr lang="en-US" sz="3200" dirty="0" err="1" smtClean="0">
                <a:latin typeface="Times New Roman" pitchFamily="18" charset="0"/>
                <a:cs typeface="Times New Roman" pitchFamily="18" charset="0"/>
              </a:rPr>
              <a:t>sớm</a:t>
            </a:r>
            <a:r>
              <a:rPr lang="en-US" sz="3200" dirty="0" smtClean="0">
                <a:latin typeface="Times New Roman" pitchFamily="18" charset="0"/>
                <a:cs typeface="Times New Roman" pitchFamily="18" charset="0"/>
              </a:rPr>
              <a:t> </a:t>
            </a:r>
            <a:r>
              <a:rPr lang="en-US" sz="3200" dirty="0" err="1" smtClean="0">
                <a:latin typeface="Times New Roman" pitchFamily="18" charset="0"/>
                <a:cs typeface="Times New Roman" pitchFamily="18" charset="0"/>
              </a:rPr>
              <a:t>hơn</a:t>
            </a:r>
            <a:r>
              <a:rPr lang="en-US" sz="3200" dirty="0" smtClean="0">
                <a:latin typeface="Times New Roman" pitchFamily="18" charset="0"/>
                <a:cs typeface="Times New Roman" pitchFamily="18" charset="0"/>
              </a:rPr>
              <a:t> </a:t>
            </a:r>
            <a:r>
              <a:rPr lang="en-US" sz="3200" dirty="0" err="1" smtClean="0">
                <a:latin typeface="Times New Roman" pitchFamily="18" charset="0"/>
                <a:cs typeface="Times New Roman" pitchFamily="18" charset="0"/>
              </a:rPr>
              <a:t>khi</a:t>
            </a:r>
            <a:r>
              <a:rPr lang="en-US" sz="3200" dirty="0" smtClean="0">
                <a:latin typeface="Times New Roman" pitchFamily="18" charset="0"/>
                <a:cs typeface="Times New Roman" pitchFamily="18" charset="0"/>
              </a:rPr>
              <a:t> </a:t>
            </a:r>
            <a:r>
              <a:rPr lang="en-US" sz="3200" dirty="0" err="1" smtClean="0">
                <a:latin typeface="Times New Roman" pitchFamily="18" charset="0"/>
                <a:cs typeface="Times New Roman" pitchFamily="18" charset="0"/>
              </a:rPr>
              <a:t>thân</a:t>
            </a:r>
            <a:r>
              <a:rPr lang="en-US" sz="3200" dirty="0" smtClean="0">
                <a:latin typeface="Times New Roman" pitchFamily="18" charset="0"/>
                <a:cs typeface="Times New Roman" pitchFamily="18" charset="0"/>
              </a:rPr>
              <a:t> </a:t>
            </a:r>
            <a:r>
              <a:rPr lang="en-US" sz="3200" dirty="0" err="1" smtClean="0">
                <a:latin typeface="Times New Roman" pitchFamily="18" charset="0"/>
                <a:cs typeface="Times New Roman" pitchFamily="18" charset="0"/>
              </a:rPr>
              <a:t>nhiệt</a:t>
            </a:r>
            <a:r>
              <a:rPr lang="en-US" sz="3200" dirty="0" smtClean="0">
                <a:latin typeface="Times New Roman" pitchFamily="18" charset="0"/>
                <a:cs typeface="Times New Roman" pitchFamily="18" charset="0"/>
              </a:rPr>
              <a:t> </a:t>
            </a:r>
            <a:r>
              <a:rPr lang="en-US" sz="3200" dirty="0" err="1" smtClean="0">
                <a:latin typeface="Times New Roman" pitchFamily="18" charset="0"/>
                <a:cs typeface="Times New Roman" pitchFamily="18" charset="0"/>
              </a:rPr>
              <a:t>trên</a:t>
            </a:r>
            <a:r>
              <a:rPr lang="en-US" sz="3200" dirty="0" smtClean="0">
                <a:latin typeface="Times New Roman" pitchFamily="18" charset="0"/>
                <a:cs typeface="Times New Roman" pitchFamily="18" charset="0"/>
              </a:rPr>
              <a:t> 38</a:t>
            </a:r>
            <a:r>
              <a:rPr lang="en-US" sz="3200" baseline="30000" dirty="0" smtClean="0">
                <a:latin typeface="Times New Roman" pitchFamily="18" charset="0"/>
                <a:cs typeface="Times New Roman" pitchFamily="18" charset="0"/>
              </a:rPr>
              <a:t>o</a:t>
            </a:r>
            <a:r>
              <a:rPr lang="en-US" sz="3200" dirty="0" smtClean="0">
                <a:latin typeface="Times New Roman" pitchFamily="18" charset="0"/>
                <a:cs typeface="Times New Roman" pitchFamily="18" charset="0"/>
              </a:rPr>
              <a:t>C </a:t>
            </a:r>
            <a:r>
              <a:rPr lang="en-US" sz="3200" dirty="0" err="1" smtClean="0">
                <a:latin typeface="Times New Roman" pitchFamily="18" charset="0"/>
                <a:cs typeface="Times New Roman" pitchFamily="18" charset="0"/>
              </a:rPr>
              <a:t>trong</a:t>
            </a:r>
            <a:r>
              <a:rPr lang="en-US" sz="3200" dirty="0" smtClean="0">
                <a:latin typeface="Times New Roman" pitchFamily="18" charset="0"/>
                <a:cs typeface="Times New Roman" pitchFamily="18" charset="0"/>
              </a:rPr>
              <a:t> </a:t>
            </a:r>
            <a:r>
              <a:rPr lang="en-US" sz="3200" dirty="0" err="1" smtClean="0">
                <a:latin typeface="Times New Roman" pitchFamily="18" charset="0"/>
                <a:cs typeface="Times New Roman" pitchFamily="18" charset="0"/>
              </a:rPr>
              <a:t>các</a:t>
            </a:r>
            <a:r>
              <a:rPr lang="en-US" sz="3200" dirty="0" smtClean="0">
                <a:latin typeface="Times New Roman" pitchFamily="18" charset="0"/>
                <a:cs typeface="Times New Roman" pitchFamily="18" charset="0"/>
              </a:rPr>
              <a:t> </a:t>
            </a:r>
            <a:r>
              <a:rPr lang="en-US" sz="3200" dirty="0" err="1" smtClean="0">
                <a:latin typeface="Times New Roman" pitchFamily="18" charset="0"/>
                <a:cs typeface="Times New Roman" pitchFamily="18" charset="0"/>
              </a:rPr>
              <a:t>trường</a:t>
            </a:r>
            <a:r>
              <a:rPr lang="en-US" sz="3200" dirty="0" smtClean="0">
                <a:latin typeface="Times New Roman" pitchFamily="18" charset="0"/>
                <a:cs typeface="Times New Roman" pitchFamily="18" charset="0"/>
              </a:rPr>
              <a:t> </a:t>
            </a:r>
            <a:r>
              <a:rPr lang="en-US" sz="3200" dirty="0" err="1" smtClean="0">
                <a:latin typeface="Times New Roman" pitchFamily="18" charset="0"/>
                <a:cs typeface="Times New Roman" pitchFamily="18" charset="0"/>
              </a:rPr>
              <a:t>hợp</a:t>
            </a:r>
            <a:r>
              <a:rPr lang="en-US" sz="3200" dirty="0" smtClean="0">
                <a:latin typeface="Times New Roman" pitchFamily="18" charset="0"/>
                <a:cs typeface="Times New Roman" pitchFamily="18" charset="0"/>
              </a:rPr>
              <a:t>:</a:t>
            </a:r>
          </a:p>
          <a:p>
            <a:pPr lvl="1"/>
            <a:r>
              <a:rPr lang="en-US" sz="3000" dirty="0" smtClean="0">
                <a:latin typeface="Times New Roman" pitchFamily="18" charset="0"/>
                <a:cs typeface="Times New Roman" pitchFamily="18" charset="0"/>
              </a:rPr>
              <a:t>+ </a:t>
            </a:r>
            <a:r>
              <a:rPr lang="en-US" sz="3000" dirty="0" err="1" smtClean="0">
                <a:latin typeface="Times New Roman" pitchFamily="18" charset="0"/>
                <a:cs typeface="Times New Roman" pitchFamily="18" charset="0"/>
              </a:rPr>
              <a:t>Bệnh</a:t>
            </a:r>
            <a:r>
              <a:rPr lang="en-US" sz="3000" dirty="0" smtClean="0">
                <a:latin typeface="Times New Roman" pitchFamily="18" charset="0"/>
                <a:cs typeface="Times New Roman" pitchFamily="18" charset="0"/>
              </a:rPr>
              <a:t> </a:t>
            </a:r>
            <a:r>
              <a:rPr lang="en-US" sz="3000" dirty="0" err="1" smtClean="0">
                <a:latin typeface="Times New Roman" pitchFamily="18" charset="0"/>
                <a:cs typeface="Times New Roman" pitchFamily="18" charset="0"/>
              </a:rPr>
              <a:t>lý</a:t>
            </a:r>
            <a:r>
              <a:rPr lang="en-US" sz="3000" dirty="0" smtClean="0">
                <a:latin typeface="Times New Roman" pitchFamily="18" charset="0"/>
                <a:cs typeface="Times New Roman" pitchFamily="18" charset="0"/>
              </a:rPr>
              <a:t> </a:t>
            </a:r>
            <a:r>
              <a:rPr lang="en-US" sz="3000" dirty="0" err="1" smtClean="0">
                <a:latin typeface="Times New Roman" pitchFamily="18" charset="0"/>
                <a:cs typeface="Times New Roman" pitchFamily="18" charset="0"/>
              </a:rPr>
              <a:t>tim</a:t>
            </a:r>
            <a:r>
              <a:rPr lang="en-US" sz="3000" dirty="0" smtClean="0">
                <a:latin typeface="Times New Roman" pitchFamily="18" charset="0"/>
                <a:cs typeface="Times New Roman" pitchFamily="18" charset="0"/>
              </a:rPr>
              <a:t> </a:t>
            </a:r>
            <a:r>
              <a:rPr lang="en-US" sz="3000" dirty="0" err="1" smtClean="0">
                <a:latin typeface="Times New Roman" pitchFamily="18" charset="0"/>
                <a:cs typeface="Times New Roman" pitchFamily="18" charset="0"/>
              </a:rPr>
              <a:t>mạch</a:t>
            </a:r>
            <a:r>
              <a:rPr lang="en-US" sz="3000" dirty="0" smtClean="0">
                <a:latin typeface="Times New Roman" pitchFamily="18" charset="0"/>
                <a:cs typeface="Times New Roman" pitchFamily="18" charset="0"/>
              </a:rPr>
              <a:t>, </a:t>
            </a:r>
            <a:r>
              <a:rPr lang="en-US" sz="3000" dirty="0" err="1" smtClean="0">
                <a:latin typeface="Times New Roman" pitchFamily="18" charset="0"/>
                <a:cs typeface="Times New Roman" pitchFamily="18" charset="0"/>
              </a:rPr>
              <a:t>viêm</a:t>
            </a:r>
            <a:r>
              <a:rPr lang="en-US" sz="3000" dirty="0" smtClean="0">
                <a:latin typeface="Times New Roman" pitchFamily="18" charset="0"/>
                <a:cs typeface="Times New Roman" pitchFamily="18" charset="0"/>
              </a:rPr>
              <a:t> </a:t>
            </a:r>
            <a:r>
              <a:rPr lang="en-US" sz="3000" dirty="0" err="1" smtClean="0">
                <a:latin typeface="Times New Roman" pitchFamily="18" charset="0"/>
                <a:cs typeface="Times New Roman" pitchFamily="18" charset="0"/>
              </a:rPr>
              <a:t>phổi</a:t>
            </a:r>
            <a:r>
              <a:rPr lang="en-US" sz="3000" dirty="0" smtClean="0">
                <a:latin typeface="Times New Roman" pitchFamily="18" charset="0"/>
                <a:cs typeface="Times New Roman" pitchFamily="18" charset="0"/>
              </a:rPr>
              <a:t> </a:t>
            </a:r>
            <a:r>
              <a:rPr lang="en-US" sz="3000" dirty="0" err="1" smtClean="0">
                <a:latin typeface="Times New Roman" pitchFamily="18" charset="0"/>
                <a:cs typeface="Times New Roman" pitchFamily="18" charset="0"/>
              </a:rPr>
              <a:t>để</a:t>
            </a:r>
            <a:r>
              <a:rPr lang="en-US" sz="3000" dirty="0" smtClean="0">
                <a:latin typeface="Times New Roman" pitchFamily="18" charset="0"/>
                <a:cs typeface="Times New Roman" pitchFamily="18" charset="0"/>
              </a:rPr>
              <a:t> </a:t>
            </a:r>
            <a:r>
              <a:rPr lang="en-US" sz="3000" dirty="0" err="1" smtClean="0">
                <a:latin typeface="Times New Roman" pitchFamily="18" charset="0"/>
                <a:cs typeface="Times New Roman" pitchFamily="18" charset="0"/>
              </a:rPr>
              <a:t>giảm</a:t>
            </a:r>
            <a:r>
              <a:rPr lang="en-US" sz="3000" dirty="0" smtClean="0">
                <a:latin typeface="Times New Roman" pitchFamily="18" charset="0"/>
                <a:cs typeface="Times New Roman" pitchFamily="18" charset="0"/>
              </a:rPr>
              <a:t> </a:t>
            </a:r>
            <a:r>
              <a:rPr lang="en-US" sz="3000" dirty="0" err="1" smtClean="0">
                <a:latin typeface="Times New Roman" pitchFamily="18" charset="0"/>
                <a:cs typeface="Times New Roman" pitchFamily="18" charset="0"/>
              </a:rPr>
              <a:t>nhu</a:t>
            </a:r>
            <a:r>
              <a:rPr lang="en-US" sz="3000" dirty="0" smtClean="0">
                <a:latin typeface="Times New Roman" pitchFamily="18" charset="0"/>
                <a:cs typeface="Times New Roman" pitchFamily="18" charset="0"/>
              </a:rPr>
              <a:t> </a:t>
            </a:r>
            <a:r>
              <a:rPr lang="en-US" sz="3000" dirty="0" err="1" smtClean="0">
                <a:latin typeface="Times New Roman" pitchFamily="18" charset="0"/>
                <a:cs typeface="Times New Roman" pitchFamily="18" charset="0"/>
              </a:rPr>
              <a:t>cầu</a:t>
            </a:r>
            <a:r>
              <a:rPr lang="en-US" sz="3000" dirty="0" smtClean="0">
                <a:latin typeface="Times New Roman" pitchFamily="18" charset="0"/>
                <a:cs typeface="Times New Roman" pitchFamily="18" charset="0"/>
              </a:rPr>
              <a:t> oxy do </a:t>
            </a:r>
            <a:r>
              <a:rPr lang="en-US" sz="3000" dirty="0" err="1" smtClean="0">
                <a:latin typeface="Times New Roman" pitchFamily="18" charset="0"/>
                <a:cs typeface="Times New Roman" pitchFamily="18" charset="0"/>
              </a:rPr>
              <a:t>tăng</a:t>
            </a:r>
            <a:r>
              <a:rPr lang="en-US" sz="3000" dirty="0" smtClean="0">
                <a:latin typeface="Times New Roman" pitchFamily="18" charset="0"/>
                <a:cs typeface="Times New Roman" pitchFamily="18" charset="0"/>
              </a:rPr>
              <a:t> </a:t>
            </a:r>
            <a:r>
              <a:rPr lang="en-US" sz="3000" dirty="0" err="1" smtClean="0">
                <a:latin typeface="Times New Roman" pitchFamily="18" charset="0"/>
                <a:cs typeface="Times New Roman" pitchFamily="18" charset="0"/>
              </a:rPr>
              <a:t>nhịp</a:t>
            </a:r>
            <a:r>
              <a:rPr lang="en-US" sz="3000" dirty="0" smtClean="0">
                <a:latin typeface="Times New Roman" pitchFamily="18" charset="0"/>
                <a:cs typeface="Times New Roman" pitchFamily="18" charset="0"/>
              </a:rPr>
              <a:t> </a:t>
            </a:r>
            <a:r>
              <a:rPr lang="en-US" sz="3000" dirty="0" err="1" smtClean="0">
                <a:latin typeface="Times New Roman" pitchFamily="18" charset="0"/>
                <a:cs typeface="Times New Roman" pitchFamily="18" charset="0"/>
              </a:rPr>
              <a:t>tim</a:t>
            </a:r>
            <a:r>
              <a:rPr lang="en-US" sz="3000" dirty="0" smtClean="0">
                <a:latin typeface="Times New Roman" pitchFamily="18" charset="0"/>
                <a:cs typeface="Times New Roman" pitchFamily="18" charset="0"/>
              </a:rPr>
              <a:t> </a:t>
            </a:r>
            <a:r>
              <a:rPr lang="en-US" sz="3000" dirty="0" err="1" smtClean="0">
                <a:latin typeface="Times New Roman" pitchFamily="18" charset="0"/>
                <a:cs typeface="Times New Roman" pitchFamily="18" charset="0"/>
              </a:rPr>
              <a:t>khi</a:t>
            </a:r>
            <a:r>
              <a:rPr lang="en-US" sz="3000" dirty="0" smtClean="0">
                <a:latin typeface="Times New Roman" pitchFamily="18" charset="0"/>
                <a:cs typeface="Times New Roman" pitchFamily="18" charset="0"/>
              </a:rPr>
              <a:t> </a:t>
            </a:r>
            <a:r>
              <a:rPr lang="en-US" sz="3000" dirty="0" err="1" smtClean="0">
                <a:latin typeface="Times New Roman" pitchFamily="18" charset="0"/>
                <a:cs typeface="Times New Roman" pitchFamily="18" charset="0"/>
              </a:rPr>
              <a:t>sốt</a:t>
            </a:r>
            <a:r>
              <a:rPr lang="en-US" sz="3000" dirty="0" smtClean="0">
                <a:latin typeface="Times New Roman" pitchFamily="18" charset="0"/>
                <a:cs typeface="Times New Roman" pitchFamily="18" charset="0"/>
              </a:rPr>
              <a:t>, </a:t>
            </a:r>
            <a:r>
              <a:rPr lang="en-US" sz="3000" dirty="0" err="1" smtClean="0">
                <a:latin typeface="Times New Roman" pitchFamily="18" charset="0"/>
                <a:cs typeface="Times New Roman" pitchFamily="18" charset="0"/>
              </a:rPr>
              <a:t>giảm</a:t>
            </a:r>
            <a:r>
              <a:rPr lang="en-US" sz="3000" dirty="0" smtClean="0">
                <a:latin typeface="Times New Roman" pitchFamily="18" charset="0"/>
                <a:cs typeface="Times New Roman" pitchFamily="18" charset="0"/>
              </a:rPr>
              <a:t> </a:t>
            </a:r>
            <a:r>
              <a:rPr lang="en-US" sz="3000" dirty="0" err="1" smtClean="0">
                <a:latin typeface="Times New Roman" pitchFamily="18" charset="0"/>
                <a:cs typeface="Times New Roman" pitchFamily="18" charset="0"/>
              </a:rPr>
              <a:t>nguy</a:t>
            </a:r>
            <a:r>
              <a:rPr lang="en-US" sz="3000" dirty="0" smtClean="0">
                <a:latin typeface="Times New Roman" pitchFamily="18" charset="0"/>
                <a:cs typeface="Times New Roman" pitchFamily="18" charset="0"/>
              </a:rPr>
              <a:t> </a:t>
            </a:r>
            <a:r>
              <a:rPr lang="en-US" sz="3000" dirty="0" err="1" smtClean="0">
                <a:latin typeface="Times New Roman" pitchFamily="18" charset="0"/>
                <a:cs typeface="Times New Roman" pitchFamily="18" charset="0"/>
              </a:rPr>
              <a:t>cơ</a:t>
            </a:r>
            <a:r>
              <a:rPr lang="en-US" sz="3000" dirty="0" smtClean="0">
                <a:latin typeface="Times New Roman" pitchFamily="18" charset="0"/>
                <a:cs typeface="Times New Roman" pitchFamily="18" charset="0"/>
              </a:rPr>
              <a:t> </a:t>
            </a:r>
            <a:r>
              <a:rPr lang="en-US" sz="3000" dirty="0" err="1" smtClean="0">
                <a:latin typeface="Times New Roman" pitchFamily="18" charset="0"/>
                <a:cs typeface="Times New Roman" pitchFamily="18" charset="0"/>
              </a:rPr>
              <a:t>suy</a:t>
            </a:r>
            <a:r>
              <a:rPr lang="en-US" sz="3000" dirty="0" smtClean="0">
                <a:latin typeface="Times New Roman" pitchFamily="18" charset="0"/>
                <a:cs typeface="Times New Roman" pitchFamily="18" charset="0"/>
              </a:rPr>
              <a:t> </a:t>
            </a:r>
            <a:r>
              <a:rPr lang="en-US" sz="3000" dirty="0" err="1" smtClean="0">
                <a:latin typeface="Times New Roman" pitchFamily="18" charset="0"/>
                <a:cs typeface="Times New Roman" pitchFamily="18" charset="0"/>
              </a:rPr>
              <a:t>tim</a:t>
            </a:r>
            <a:r>
              <a:rPr lang="en-US" sz="3000" dirty="0" smtClean="0">
                <a:latin typeface="Times New Roman" pitchFamily="18" charset="0"/>
                <a:cs typeface="Times New Roman" pitchFamily="18" charset="0"/>
              </a:rPr>
              <a:t>.</a:t>
            </a:r>
          </a:p>
          <a:p>
            <a:pPr lvl="1"/>
            <a:r>
              <a:rPr lang="en-US" sz="3000" dirty="0" smtClean="0">
                <a:latin typeface="Times New Roman" pitchFamily="18" charset="0"/>
                <a:cs typeface="Times New Roman" pitchFamily="18" charset="0"/>
              </a:rPr>
              <a:t>+ </a:t>
            </a:r>
            <a:r>
              <a:rPr lang="en-US" sz="3000" dirty="0" err="1" smtClean="0">
                <a:latin typeface="Times New Roman" pitchFamily="18" charset="0"/>
                <a:cs typeface="Times New Roman" pitchFamily="18" charset="0"/>
              </a:rPr>
              <a:t>Trẻ</a:t>
            </a:r>
            <a:r>
              <a:rPr lang="en-US" sz="3000" dirty="0" smtClean="0">
                <a:latin typeface="Times New Roman" pitchFamily="18" charset="0"/>
                <a:cs typeface="Times New Roman" pitchFamily="18" charset="0"/>
              </a:rPr>
              <a:t> </a:t>
            </a:r>
            <a:r>
              <a:rPr lang="en-US" sz="3000" dirty="0" err="1" smtClean="0">
                <a:latin typeface="Times New Roman" pitchFamily="18" charset="0"/>
                <a:cs typeface="Times New Roman" pitchFamily="18" charset="0"/>
              </a:rPr>
              <a:t>có</a:t>
            </a:r>
            <a:r>
              <a:rPr lang="en-US" sz="3000" dirty="0" smtClean="0">
                <a:latin typeface="Times New Roman" pitchFamily="18" charset="0"/>
                <a:cs typeface="Times New Roman" pitchFamily="18" charset="0"/>
              </a:rPr>
              <a:t> </a:t>
            </a:r>
            <a:r>
              <a:rPr lang="en-US" sz="3000" dirty="0" err="1" smtClean="0">
                <a:latin typeface="Times New Roman" pitchFamily="18" charset="0"/>
                <a:cs typeface="Times New Roman" pitchFamily="18" charset="0"/>
              </a:rPr>
              <a:t>tiền</a:t>
            </a:r>
            <a:r>
              <a:rPr lang="en-US" sz="3000" dirty="0" smtClean="0">
                <a:latin typeface="Times New Roman" pitchFamily="18" charset="0"/>
                <a:cs typeface="Times New Roman" pitchFamily="18" charset="0"/>
              </a:rPr>
              <a:t> </a:t>
            </a:r>
            <a:r>
              <a:rPr lang="en-US" sz="3000" dirty="0" err="1" smtClean="0">
                <a:latin typeface="Times New Roman" pitchFamily="18" charset="0"/>
                <a:cs typeface="Times New Roman" pitchFamily="18" charset="0"/>
              </a:rPr>
              <a:t>sử</a:t>
            </a:r>
            <a:r>
              <a:rPr lang="en-US" sz="3000" dirty="0" smtClean="0">
                <a:latin typeface="Times New Roman" pitchFamily="18" charset="0"/>
                <a:cs typeface="Times New Roman" pitchFamily="18" charset="0"/>
              </a:rPr>
              <a:t> co </a:t>
            </a:r>
            <a:r>
              <a:rPr lang="en-US" sz="3000" dirty="0" err="1" smtClean="0">
                <a:latin typeface="Times New Roman" pitchFamily="18" charset="0"/>
                <a:cs typeface="Times New Roman" pitchFamily="18" charset="0"/>
              </a:rPr>
              <a:t>giật</a:t>
            </a:r>
            <a:r>
              <a:rPr lang="en-US" sz="3000" dirty="0" smtClean="0">
                <a:latin typeface="Times New Roman" pitchFamily="18" charset="0"/>
                <a:cs typeface="Times New Roman" pitchFamily="18" charset="0"/>
              </a:rPr>
              <a:t> do </a:t>
            </a:r>
            <a:r>
              <a:rPr lang="en-US" sz="3000" dirty="0" err="1" smtClean="0">
                <a:latin typeface="Times New Roman" pitchFamily="18" charset="0"/>
                <a:cs typeface="Times New Roman" pitchFamily="18" charset="0"/>
              </a:rPr>
              <a:t>sốt</a:t>
            </a:r>
            <a:endParaRPr lang="en-US" sz="3000" dirty="0">
              <a:latin typeface="Times New Roman" pitchFamily="18" charset="0"/>
              <a:cs typeface="Times New Roman" pitchFamily="18" charset="0"/>
            </a:endParaRPr>
          </a:p>
        </p:txBody>
      </p:sp>
    </p:spTree>
  </p:cSld>
  <p:clrMapOvr>
    <a:masterClrMapping/>
  </p:clrMapOvr>
  <mc:AlternateContent xmlns:mc="http://schemas.openxmlformats.org/markup-compatibility/2006">
    <mc:Choice xmlns:p14="http://schemas.microsoft.com/office/powerpoint/2010/main" xmlns="" Requires="p14">
      <p:transition spd="slow" p14:dur="1500">
        <p:split orient="vert"/>
      </p:transition>
    </mc:Choice>
    <mc:Fallback>
      <p:transition spd="slow">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fade">
                                      <p:cBhvr>
                                        <p:cTn id="13"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r>
              <a:rPr lang="en-US" b="1" dirty="0" smtClean="0">
                <a:solidFill>
                  <a:srgbClr val="FF0000"/>
                </a:solidFill>
                <a:latin typeface="Times New Roman" pitchFamily="18" charset="0"/>
                <a:cs typeface="Times New Roman" pitchFamily="18" charset="0"/>
              </a:rPr>
              <a:t>3. </a:t>
            </a:r>
            <a:r>
              <a:rPr lang="en-US" sz="4400" b="1" dirty="0" smtClean="0">
                <a:solidFill>
                  <a:srgbClr val="FF0000"/>
                </a:solidFill>
                <a:latin typeface="Times New Roman" pitchFamily="18" charset="0"/>
                <a:cs typeface="Times New Roman" pitchFamily="18" charset="0"/>
              </a:rPr>
              <a:t>ĐIỀU TRỊ BẰNG CÁC PHUƠNG PHÁP VẬT LÝ</a:t>
            </a:r>
            <a:endParaRPr lang="en-US" sz="4400" b="1" dirty="0">
              <a:solidFill>
                <a:srgbClr val="FF0000"/>
              </a:solidFill>
              <a:latin typeface="Times New Roman" pitchFamily="18" charset="0"/>
              <a:cs typeface="Times New Roman" pitchFamily="18" charset="0"/>
            </a:endParaRPr>
          </a:p>
        </p:txBody>
      </p:sp>
      <p:sp>
        <p:nvSpPr>
          <p:cNvPr id="3" name="Content Placeholder 2"/>
          <p:cNvSpPr>
            <a:spLocks noGrp="1"/>
          </p:cNvSpPr>
          <p:nvPr>
            <p:ph idx="1"/>
          </p:nvPr>
        </p:nvSpPr>
        <p:spPr/>
        <p:txBody>
          <a:bodyPr/>
          <a:lstStyle/>
          <a:p>
            <a:pPr>
              <a:buNone/>
            </a:pPr>
            <a:r>
              <a:rPr lang="en-US" sz="2800" b="1" dirty="0" err="1" smtClean="0">
                <a:latin typeface="Times New Roman" pitchFamily="18" charset="0"/>
                <a:cs typeface="Times New Roman" pitchFamily="18" charset="0"/>
              </a:rPr>
              <a:t>Bao</a:t>
            </a:r>
            <a:r>
              <a:rPr lang="en-US" sz="2800" b="1" dirty="0" smtClean="0">
                <a:latin typeface="Times New Roman" pitchFamily="18" charset="0"/>
                <a:cs typeface="Times New Roman" pitchFamily="18" charset="0"/>
              </a:rPr>
              <a:t> </a:t>
            </a:r>
            <a:r>
              <a:rPr lang="en-US" sz="2800" b="1" dirty="0" err="1" smtClean="0">
                <a:latin typeface="Times New Roman" pitchFamily="18" charset="0"/>
                <a:cs typeface="Times New Roman" pitchFamily="18" charset="0"/>
              </a:rPr>
              <a:t>gồm</a:t>
            </a:r>
            <a:r>
              <a:rPr lang="en-US" sz="2800" b="1" dirty="0" smtClean="0">
                <a:latin typeface="Times New Roman" pitchFamily="18" charset="0"/>
                <a:cs typeface="Times New Roman" pitchFamily="18" charset="0"/>
              </a:rPr>
              <a:t> </a:t>
            </a:r>
            <a:r>
              <a:rPr lang="en-US" sz="2800" b="1" dirty="0" err="1" smtClean="0">
                <a:latin typeface="Times New Roman" pitchFamily="18" charset="0"/>
                <a:cs typeface="Times New Roman" pitchFamily="18" charset="0"/>
              </a:rPr>
              <a:t>các</a:t>
            </a:r>
            <a:r>
              <a:rPr lang="en-US" sz="2800" b="1" dirty="0" smtClean="0">
                <a:latin typeface="Times New Roman" pitchFamily="18" charset="0"/>
                <a:cs typeface="Times New Roman" pitchFamily="18" charset="0"/>
              </a:rPr>
              <a:t> </a:t>
            </a:r>
            <a:r>
              <a:rPr lang="en-US" sz="2800" b="1" dirty="0" err="1" smtClean="0">
                <a:latin typeface="Times New Roman" pitchFamily="18" charset="0"/>
                <a:cs typeface="Times New Roman" pitchFamily="18" charset="0"/>
              </a:rPr>
              <a:t>biện</a:t>
            </a:r>
            <a:r>
              <a:rPr lang="en-US" sz="2800" b="1" dirty="0" smtClean="0">
                <a:latin typeface="Times New Roman" pitchFamily="18" charset="0"/>
                <a:cs typeface="Times New Roman" pitchFamily="18" charset="0"/>
              </a:rPr>
              <a:t> </a:t>
            </a:r>
            <a:r>
              <a:rPr lang="en-US" sz="2800" b="1" dirty="0" err="1" smtClean="0">
                <a:latin typeface="Times New Roman" pitchFamily="18" charset="0"/>
                <a:cs typeface="Times New Roman" pitchFamily="18" charset="0"/>
              </a:rPr>
              <a:t>pháp</a:t>
            </a:r>
            <a:r>
              <a:rPr lang="en-US" sz="2800" b="1" dirty="0" smtClean="0">
                <a:latin typeface="Times New Roman" pitchFamily="18" charset="0"/>
                <a:cs typeface="Times New Roman" pitchFamily="18" charset="0"/>
              </a:rPr>
              <a:t>:</a:t>
            </a:r>
          </a:p>
          <a:p>
            <a:r>
              <a:rPr lang="en-US" sz="2800" dirty="0" err="1" smtClean="0">
                <a:latin typeface="Times New Roman" pitchFamily="18" charset="0"/>
                <a:cs typeface="Times New Roman" pitchFamily="18" charset="0"/>
              </a:rPr>
              <a:t>Cởi</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bỏ</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quần</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áo</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của</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trẻ</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hoặc</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cho</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trẻ</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mặc</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quần</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áo</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thoáng</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mỏng</a:t>
            </a:r>
            <a:endParaRPr lang="en-US" sz="2800" i="1" dirty="0" smtClean="0">
              <a:latin typeface="Times New Roman" pitchFamily="18" charset="0"/>
              <a:cs typeface="Times New Roman" pitchFamily="18" charset="0"/>
            </a:endParaRPr>
          </a:p>
          <a:p>
            <a:r>
              <a:rPr lang="en-US" sz="2800" dirty="0" err="1" smtClean="0">
                <a:latin typeface="Times New Roman" pitchFamily="18" charset="0"/>
                <a:cs typeface="Times New Roman" pitchFamily="18" charset="0"/>
              </a:rPr>
              <a:t>Quạt</a:t>
            </a:r>
            <a:endParaRPr lang="en-US" sz="2800" i="1" dirty="0" smtClean="0">
              <a:latin typeface="Times New Roman" pitchFamily="18" charset="0"/>
              <a:cs typeface="Times New Roman" pitchFamily="18" charset="0"/>
            </a:endParaRPr>
          </a:p>
          <a:p>
            <a:r>
              <a:rPr lang="en-US" sz="2800" dirty="0" smtClean="0">
                <a:latin typeface="Times New Roman" pitchFamily="18" charset="0"/>
                <a:cs typeface="Times New Roman" pitchFamily="18" charset="0"/>
              </a:rPr>
              <a:t>Lau </a:t>
            </a:r>
            <a:r>
              <a:rPr lang="en-US" sz="2800" dirty="0" err="1" smtClean="0">
                <a:latin typeface="Times New Roman" pitchFamily="18" charset="0"/>
                <a:cs typeface="Times New Roman" pitchFamily="18" charset="0"/>
              </a:rPr>
              <a:t>mát</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với</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nước</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ấm</a:t>
            </a:r>
            <a:endParaRPr lang="en-US" sz="2800" i="1" dirty="0" smtClean="0">
              <a:latin typeface="Times New Roman" pitchFamily="18" charset="0"/>
              <a:cs typeface="Times New Roman" pitchFamily="18" charset="0"/>
            </a:endParaRPr>
          </a:p>
          <a:p>
            <a:r>
              <a:rPr lang="en-US" sz="2800" dirty="0" err="1" smtClean="0">
                <a:latin typeface="Times New Roman" pitchFamily="18" charset="0"/>
                <a:cs typeface="Times New Roman" pitchFamily="18" charset="0"/>
              </a:rPr>
              <a:t>Tắm</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nước</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ấm</a:t>
            </a:r>
            <a:endParaRPr lang="en-US" sz="2800" i="1" dirty="0" smtClean="0">
              <a:latin typeface="Times New Roman" pitchFamily="18" charset="0"/>
              <a:cs typeface="Times New Roman" pitchFamily="18" charset="0"/>
            </a:endParaRPr>
          </a:p>
          <a:p>
            <a:r>
              <a:rPr lang="en-US" sz="2800" dirty="0" err="1" smtClean="0">
                <a:latin typeface="Times New Roman" pitchFamily="18" charset="0"/>
                <a:cs typeface="Times New Roman" pitchFamily="18" charset="0"/>
              </a:rPr>
              <a:t>Ngoài</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ra</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khi</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sốt</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trẻ</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có</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nguy</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cơ</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mất</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nước</a:t>
            </a:r>
            <a:r>
              <a:rPr lang="en-US" sz="2800" dirty="0" smtClean="0">
                <a:latin typeface="Times New Roman" pitchFamily="18" charset="0"/>
                <a:cs typeface="Times New Roman" pitchFamily="18" charset="0"/>
              </a:rPr>
              <a:t> do </a:t>
            </a:r>
            <a:r>
              <a:rPr lang="en-US" sz="2800" dirty="0" err="1" smtClean="0">
                <a:latin typeface="Times New Roman" pitchFamily="18" charset="0"/>
                <a:cs typeface="Times New Roman" pitchFamily="18" charset="0"/>
              </a:rPr>
              <a:t>đó</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nên</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cho</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trẻ</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uống</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nhiều</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nước</a:t>
            </a:r>
            <a:r>
              <a:rPr lang="en-US" sz="2800" dirty="0" smtClean="0">
                <a:latin typeface="Times New Roman" pitchFamily="18" charset="0"/>
                <a:cs typeface="Times New Roman" pitchFamily="18" charset="0"/>
              </a:rPr>
              <a:t> hay </a:t>
            </a:r>
            <a:r>
              <a:rPr lang="en-US" sz="2800" dirty="0" err="1" smtClean="0">
                <a:latin typeface="Times New Roman" pitchFamily="18" charset="0"/>
                <a:cs typeface="Times New Roman" pitchFamily="18" charset="0"/>
              </a:rPr>
              <a:t>bú</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nhiều</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hơn</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và</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cần</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cho</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bé</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nghỉ</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ngơi</a:t>
            </a:r>
            <a:r>
              <a:rPr lang="en-US" sz="2800" dirty="0" smtClean="0">
                <a:latin typeface="Times New Roman" pitchFamily="18" charset="0"/>
                <a:cs typeface="Times New Roman" pitchFamily="18" charset="0"/>
              </a:rPr>
              <a:t>.</a:t>
            </a:r>
            <a:endParaRPr lang="en-US" sz="2800" i="1" dirty="0" smtClean="0">
              <a:latin typeface="Times New Roman" pitchFamily="18" charset="0"/>
              <a:cs typeface="Times New Roman" pitchFamily="18" charset="0"/>
            </a:endParaRPr>
          </a:p>
          <a:p>
            <a:endParaRPr lang="en-US" dirty="0"/>
          </a:p>
        </p:txBody>
      </p:sp>
    </p:spTree>
  </p:cSld>
  <p:clrMapOvr>
    <a:masterClrMapping/>
  </p:clrMapOvr>
  <mc:AlternateContent xmlns:mc="http://schemas.openxmlformats.org/markup-compatibility/2006">
    <mc:Choice xmlns:p14="http://schemas.microsoft.com/office/powerpoint/2010/main" xmlns="" Requires="p14">
      <p:transition spd="slow" p14:dur="1500">
        <p:split orient="vert"/>
      </p:transition>
    </mc:Choice>
    <mc:Fallback>
      <p:transition spd="slow">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5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fade">
                                      <p:cBhvr>
                                        <p:cTn id="17" dur="500"/>
                                        <p:tgtEl>
                                          <p:spTgt spid="3">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2" end="2"/>
                                            </p:txEl>
                                          </p:spTgt>
                                        </p:tgtEl>
                                        <p:attrNameLst>
                                          <p:attrName>style.visibility</p:attrName>
                                        </p:attrNameLst>
                                      </p:cBhvr>
                                      <p:to>
                                        <p:strVal val="visible"/>
                                      </p:to>
                                    </p:set>
                                    <p:animEffect transition="in" filter="fade">
                                      <p:cBhvr>
                                        <p:cTn id="22" dur="500"/>
                                        <p:tgtEl>
                                          <p:spTgt spid="3">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3" end="3"/>
                                            </p:txEl>
                                          </p:spTgt>
                                        </p:tgtEl>
                                        <p:attrNameLst>
                                          <p:attrName>style.visibility</p:attrName>
                                        </p:attrNameLst>
                                      </p:cBhvr>
                                      <p:to>
                                        <p:strVal val="visible"/>
                                      </p:to>
                                    </p:set>
                                    <p:animEffect transition="in" filter="fade">
                                      <p:cBhvr>
                                        <p:cTn id="27" dur="500"/>
                                        <p:tgtEl>
                                          <p:spTgt spid="3">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4" end="4"/>
                                            </p:txEl>
                                          </p:spTgt>
                                        </p:tgtEl>
                                        <p:attrNameLst>
                                          <p:attrName>style.visibility</p:attrName>
                                        </p:attrNameLst>
                                      </p:cBhvr>
                                      <p:to>
                                        <p:strVal val="visible"/>
                                      </p:to>
                                    </p:set>
                                    <p:animEffect transition="in" filter="fade">
                                      <p:cBhvr>
                                        <p:cTn id="32" dur="500"/>
                                        <p:tgtEl>
                                          <p:spTgt spid="3">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Effect transition="in" filter="fade">
                                      <p:cBhvr>
                                        <p:cTn id="37"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0"/>
            <a:ext cx="8229600" cy="1143000"/>
          </a:xfrm>
        </p:spPr>
        <p:txBody>
          <a:bodyPr>
            <a:normAutofit/>
          </a:bodyPr>
          <a:lstStyle/>
          <a:p>
            <a:pPr algn="r"/>
            <a:r>
              <a:rPr lang="en-US" sz="4000" b="1" dirty="0" smtClean="0">
                <a:solidFill>
                  <a:srgbClr val="FF0000"/>
                </a:solidFill>
                <a:latin typeface="Times New Roman" pitchFamily="18" charset="0"/>
                <a:cs typeface="Times New Roman" pitchFamily="18" charset="0"/>
              </a:rPr>
              <a:t>CHĂM SÓC TRẺ BỊ SỐT TẠI NHÀ</a:t>
            </a:r>
            <a:endParaRPr lang="en-US" sz="4000" b="1" dirty="0">
              <a:solidFill>
                <a:srgbClr val="FF0000"/>
              </a:solidFill>
              <a:latin typeface="Times New Roman" pitchFamily="18" charset="0"/>
              <a:cs typeface="Times New Roman" pitchFamily="18" charset="0"/>
            </a:endParaRPr>
          </a:p>
        </p:txBody>
      </p:sp>
      <p:sp>
        <p:nvSpPr>
          <p:cNvPr id="3" name="Content Placeholder 2"/>
          <p:cNvSpPr>
            <a:spLocks noGrp="1"/>
          </p:cNvSpPr>
          <p:nvPr>
            <p:ph idx="1"/>
          </p:nvPr>
        </p:nvSpPr>
        <p:spPr>
          <a:xfrm>
            <a:off x="395536" y="1268760"/>
            <a:ext cx="8229600" cy="4533136"/>
          </a:xfrm>
        </p:spPr>
        <p:txBody>
          <a:bodyPr>
            <a:noAutofit/>
          </a:bodyPr>
          <a:lstStyle/>
          <a:p>
            <a:pPr>
              <a:buNone/>
            </a:pPr>
            <a:r>
              <a:rPr lang="en-US" b="1" dirty="0" smtClean="0">
                <a:latin typeface="Times New Roman" pitchFamily="18" charset="0"/>
                <a:cs typeface="Times New Roman" pitchFamily="18" charset="0"/>
              </a:rPr>
              <a:t> </a:t>
            </a:r>
            <a:r>
              <a:rPr lang="en-US" b="1" u="sng" dirty="0" err="1" smtClean="0">
                <a:latin typeface="Times New Roman" pitchFamily="18" charset="0"/>
                <a:cs typeface="Times New Roman" pitchFamily="18" charset="0"/>
              </a:rPr>
              <a:t>Mục</a:t>
            </a:r>
            <a:r>
              <a:rPr lang="en-US" b="1" u="sng" dirty="0" smtClean="0">
                <a:latin typeface="Times New Roman" pitchFamily="18" charset="0"/>
                <a:cs typeface="Times New Roman" pitchFamily="18" charset="0"/>
              </a:rPr>
              <a:t> </a:t>
            </a:r>
            <a:r>
              <a:rPr lang="en-US" b="1" u="sng" dirty="0" err="1" smtClean="0">
                <a:latin typeface="Times New Roman" pitchFamily="18" charset="0"/>
                <a:cs typeface="Times New Roman" pitchFamily="18" charset="0"/>
              </a:rPr>
              <a:t>tiêu</a:t>
            </a:r>
            <a:r>
              <a:rPr lang="en-US" b="1" u="sng" dirty="0" smtClean="0">
                <a:latin typeface="Times New Roman" pitchFamily="18" charset="0"/>
                <a:cs typeface="Times New Roman" pitchFamily="18" charset="0"/>
              </a:rPr>
              <a:t> 1</a:t>
            </a:r>
            <a:r>
              <a:rPr lang="en-US" dirty="0" smtClean="0">
                <a:latin typeface="Times New Roman" pitchFamily="18" charset="0"/>
                <a:cs typeface="Times New Roman" pitchFamily="18" charset="0"/>
              </a:rPr>
              <a:t>: Theo </a:t>
            </a:r>
            <a:r>
              <a:rPr lang="en-US" dirty="0" err="1" smtClean="0">
                <a:latin typeface="Times New Roman" pitchFamily="18" charset="0"/>
                <a:cs typeface="Times New Roman" pitchFamily="18" charset="0"/>
              </a:rPr>
              <a:t>dõi</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nhiệt</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độ</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và</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cho</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hạ</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nhiệt</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khi</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cần</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thiết</a:t>
            </a:r>
            <a:endParaRPr lang="en-US" dirty="0" smtClean="0">
              <a:latin typeface="Times New Roman" pitchFamily="18" charset="0"/>
              <a:cs typeface="Times New Roman" pitchFamily="18" charset="0"/>
            </a:endParaRPr>
          </a:p>
          <a:p>
            <a:r>
              <a:rPr lang="en-US" dirty="0" err="1" smtClean="0">
                <a:latin typeface="Times New Roman" pitchFamily="18" charset="0"/>
                <a:cs typeface="Times New Roman" pitchFamily="18" charset="0"/>
              </a:rPr>
              <a:t>Phụ</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huynh</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cần</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theo</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dõi</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nhiệt</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độ</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trẻ</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thường</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xuyên</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cho</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hạ</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nhiệt</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khi</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cần</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thiết</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để</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tạo</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cho</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trẻ</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có</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cảm</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giác</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dễ</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chịu</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Paracetamol</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dạng</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uống</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và</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dạng</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đặt</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hậu</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môn</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thường</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được</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dùng</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cho</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trẻ</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sốt</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với</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liều</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lượng</a:t>
            </a:r>
            <a:r>
              <a:rPr lang="en-US" dirty="0" smtClean="0">
                <a:latin typeface="Times New Roman" pitchFamily="18" charset="0"/>
                <a:cs typeface="Times New Roman" pitchFamily="18" charset="0"/>
              </a:rPr>
              <a:t> 10mg/kg/</a:t>
            </a:r>
            <a:r>
              <a:rPr lang="en-US" dirty="0" err="1" smtClean="0">
                <a:latin typeface="Times New Roman" pitchFamily="18" charset="0"/>
                <a:cs typeface="Times New Roman" pitchFamily="18" charset="0"/>
              </a:rPr>
              <a:t>lần</a:t>
            </a:r>
            <a:r>
              <a:rPr lang="en-US" dirty="0" smtClean="0">
                <a:latin typeface="Times New Roman" pitchFamily="18" charset="0"/>
                <a:cs typeface="Times New Roman" pitchFamily="18" charset="0"/>
              </a:rPr>
              <a:t> ( 4-6 </a:t>
            </a:r>
            <a:r>
              <a:rPr lang="en-US" dirty="0" err="1" smtClean="0">
                <a:latin typeface="Times New Roman" pitchFamily="18" charset="0"/>
                <a:cs typeface="Times New Roman" pitchFamily="18" charset="0"/>
              </a:rPr>
              <a:t>tiếng</a:t>
            </a:r>
            <a:r>
              <a:rPr lang="en-US" dirty="0" smtClean="0">
                <a:latin typeface="Times New Roman" pitchFamily="18" charset="0"/>
                <a:cs typeface="Times New Roman" pitchFamily="18" charset="0"/>
              </a:rPr>
              <a:t>/</a:t>
            </a:r>
            <a:r>
              <a:rPr lang="en-US" dirty="0" err="1" smtClean="0">
                <a:latin typeface="Times New Roman" pitchFamily="18" charset="0"/>
                <a:cs typeface="Times New Roman" pitchFamily="18" charset="0"/>
              </a:rPr>
              <a:t>lần</a:t>
            </a:r>
            <a:r>
              <a:rPr lang="en-US" dirty="0" smtClean="0">
                <a:latin typeface="Times New Roman" pitchFamily="18" charset="0"/>
                <a:cs typeface="Times New Roman" pitchFamily="18" charset="0"/>
              </a:rPr>
              <a:t>)</a:t>
            </a:r>
          </a:p>
          <a:p>
            <a:r>
              <a:rPr lang="en-US" dirty="0" err="1" smtClean="0">
                <a:latin typeface="Times New Roman" pitchFamily="18" charset="0"/>
                <a:cs typeface="Times New Roman" pitchFamily="18" charset="0"/>
              </a:rPr>
              <a:t>Dù</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thời</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tiết</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là</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mùa</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đông</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khi</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trẻ</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sốt</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phụ</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huynh</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cũng</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nên</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nới</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lỏng</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quần</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áo</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cho</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trẻ</a:t>
            </a:r>
            <a:r>
              <a:rPr lang="en-US" dirty="0" smtClean="0">
                <a:latin typeface="Times New Roman" pitchFamily="18" charset="0"/>
                <a:cs typeface="Times New Roman" pitchFamily="18" charset="0"/>
              </a:rPr>
              <a:t>.</a:t>
            </a:r>
          </a:p>
          <a:p>
            <a:r>
              <a:rPr lang="en-US" dirty="0" err="1" smtClean="0">
                <a:latin typeface="Times New Roman" pitchFamily="18" charset="0"/>
                <a:cs typeface="Times New Roman" pitchFamily="18" charset="0"/>
              </a:rPr>
              <a:t>Chườm</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ấm</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bằng</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khăn</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mềm</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hoặc</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lau</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người</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trẻ</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bằng</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khăn</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ấm</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không</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nên</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quá</a:t>
            </a:r>
            <a:r>
              <a:rPr lang="en-US" dirty="0" smtClean="0">
                <a:latin typeface="Times New Roman" pitchFamily="18" charset="0"/>
                <a:cs typeface="Times New Roman" pitchFamily="18" charset="0"/>
              </a:rPr>
              <a:t> 10 </a:t>
            </a:r>
            <a:r>
              <a:rPr lang="en-US" dirty="0" err="1" smtClean="0">
                <a:latin typeface="Times New Roman" pitchFamily="18" charset="0"/>
                <a:cs typeface="Times New Roman" pitchFamily="18" charset="0"/>
              </a:rPr>
              <a:t>phút</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giờ</a:t>
            </a:r>
            <a:r>
              <a:rPr lang="en-US" dirty="0" smtClean="0">
                <a:latin typeface="Times New Roman" pitchFamily="18" charset="0"/>
                <a:cs typeface="Times New Roman" pitchFamily="18" charset="0"/>
              </a:rPr>
              <a:t>.</a:t>
            </a:r>
          </a:p>
          <a:p>
            <a:r>
              <a:rPr lang="en-US" dirty="0" err="1" smtClean="0">
                <a:latin typeface="Times New Roman" pitchFamily="18" charset="0"/>
                <a:cs typeface="Times New Roman" pitchFamily="18" charset="0"/>
              </a:rPr>
              <a:t>Chỉ</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áp</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dụng</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nếu</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trẻ</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bị</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sốt</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cao</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sốt</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ảnh</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hưởng</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đến</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sinh</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hoạt</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của</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trẻ</a:t>
            </a:r>
            <a:r>
              <a:rPr lang="en-US" dirty="0" smtClean="0">
                <a:latin typeface="Times New Roman" pitchFamily="18" charset="0"/>
                <a:cs typeface="Times New Roman" pitchFamily="18" charset="0"/>
              </a:rPr>
              <a:t>.</a:t>
            </a:r>
          </a:p>
          <a:p>
            <a:endParaRPr lang="en-US" sz="2500" dirty="0">
              <a:latin typeface="Times New Roman" pitchFamily="18" charset="0"/>
              <a:cs typeface="Times New Roman" pitchFamily="18" charset="0"/>
            </a:endParaRPr>
          </a:p>
        </p:txBody>
      </p:sp>
    </p:spTree>
  </p:cSld>
  <p:clrMapOvr>
    <a:masterClrMapping/>
  </p:clrMapOvr>
  <mc:AlternateContent xmlns:mc="http://schemas.openxmlformats.org/markup-compatibility/2006">
    <mc:Choice xmlns:p14="http://schemas.microsoft.com/office/powerpoint/2010/main" xmlns="" Requires="p14">
      <p:transition spd="slow" p14:dur="1500">
        <p:split orient="vert"/>
      </p:transition>
    </mc:Choice>
    <mc:Fallback>
      <p:transition spd="slow">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5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fade">
                                      <p:cBhvr>
                                        <p:cTn id="17" dur="500"/>
                                        <p:tgtEl>
                                          <p:spTgt spid="3">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2" end="2"/>
                                            </p:txEl>
                                          </p:spTgt>
                                        </p:tgtEl>
                                        <p:attrNameLst>
                                          <p:attrName>style.visibility</p:attrName>
                                        </p:attrNameLst>
                                      </p:cBhvr>
                                      <p:to>
                                        <p:strVal val="visible"/>
                                      </p:to>
                                    </p:set>
                                    <p:animEffect transition="in" filter="fade">
                                      <p:cBhvr>
                                        <p:cTn id="22" dur="500"/>
                                        <p:tgtEl>
                                          <p:spTgt spid="3">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3" end="3"/>
                                            </p:txEl>
                                          </p:spTgt>
                                        </p:tgtEl>
                                        <p:attrNameLst>
                                          <p:attrName>style.visibility</p:attrName>
                                        </p:attrNameLst>
                                      </p:cBhvr>
                                      <p:to>
                                        <p:strVal val="visible"/>
                                      </p:to>
                                    </p:set>
                                    <p:animEffect transition="in" filter="fade">
                                      <p:cBhvr>
                                        <p:cTn id="27" dur="500"/>
                                        <p:tgtEl>
                                          <p:spTgt spid="3">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4" end="4"/>
                                            </p:txEl>
                                          </p:spTgt>
                                        </p:tgtEl>
                                        <p:attrNameLst>
                                          <p:attrName>style.visibility</p:attrName>
                                        </p:attrNameLst>
                                      </p:cBhvr>
                                      <p:to>
                                        <p:strVal val="visible"/>
                                      </p:to>
                                    </p:set>
                                    <p:animEffect transition="in" filter="fade">
                                      <p:cBhvr>
                                        <p:cTn id="32"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539552" y="1412776"/>
            <a:ext cx="8229600" cy="5271864"/>
          </a:xfrm>
        </p:spPr>
        <p:txBody>
          <a:bodyPr>
            <a:normAutofit/>
          </a:bodyPr>
          <a:lstStyle/>
          <a:p>
            <a:pPr>
              <a:buNone/>
            </a:pPr>
            <a:r>
              <a:rPr lang="en-US" sz="2800" b="1" u="sng" dirty="0" err="1" smtClean="0">
                <a:latin typeface="Times New Roman" pitchFamily="18" charset="0"/>
                <a:cs typeface="Times New Roman" pitchFamily="18" charset="0"/>
              </a:rPr>
              <a:t>Mục</a:t>
            </a:r>
            <a:r>
              <a:rPr lang="en-US" sz="2800" b="1" u="sng" dirty="0" smtClean="0">
                <a:latin typeface="Times New Roman" pitchFamily="18" charset="0"/>
                <a:cs typeface="Times New Roman" pitchFamily="18" charset="0"/>
              </a:rPr>
              <a:t> </a:t>
            </a:r>
            <a:r>
              <a:rPr lang="en-US" sz="2800" b="1" u="sng" dirty="0" err="1" smtClean="0">
                <a:latin typeface="Times New Roman" pitchFamily="18" charset="0"/>
                <a:cs typeface="Times New Roman" pitchFamily="18" charset="0"/>
              </a:rPr>
              <a:t>tiêu</a:t>
            </a:r>
            <a:r>
              <a:rPr lang="en-US" sz="2800" b="1" u="sng" dirty="0" smtClean="0">
                <a:latin typeface="Times New Roman" pitchFamily="18" charset="0"/>
                <a:cs typeface="Times New Roman" pitchFamily="18" charset="0"/>
              </a:rPr>
              <a:t> 2</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Bù</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nước</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đầy</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đủ</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cho</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trẻ</a:t>
            </a:r>
            <a:endParaRPr lang="en-US" sz="2800" dirty="0" smtClean="0">
              <a:latin typeface="Times New Roman" pitchFamily="18" charset="0"/>
              <a:cs typeface="Times New Roman" pitchFamily="18" charset="0"/>
            </a:endParaRPr>
          </a:p>
          <a:p>
            <a:r>
              <a:rPr lang="en-US" sz="2800" dirty="0" err="1" smtClean="0">
                <a:latin typeface="Times New Roman" pitchFamily="18" charset="0"/>
                <a:cs typeface="Times New Roman" pitchFamily="18" charset="0"/>
              </a:rPr>
              <a:t>Phụ</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huynh</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nên</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khuyến</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khích</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trẻ</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uống</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nhiều</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nước</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nước</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hoa</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quả</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nước</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súp</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oresol</a:t>
            </a:r>
            <a:r>
              <a:rPr lang="en-US" sz="2800" dirty="0" smtClean="0">
                <a:latin typeface="Times New Roman" pitchFamily="18" charset="0"/>
                <a:cs typeface="Times New Roman" pitchFamily="18" charset="0"/>
              </a:rPr>
              <a:t>..</a:t>
            </a:r>
          </a:p>
          <a:p>
            <a:r>
              <a:rPr lang="en-US" sz="2800" dirty="0" err="1" smtClean="0">
                <a:latin typeface="Times New Roman" pitchFamily="18" charset="0"/>
                <a:cs typeface="Times New Roman" pitchFamily="18" charset="0"/>
              </a:rPr>
              <a:t>Khi</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được</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cung</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cấp</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đủ</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nước</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thông</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thường</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cứ</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cách</a:t>
            </a:r>
            <a:r>
              <a:rPr lang="en-US" sz="2800" dirty="0" smtClean="0">
                <a:latin typeface="Times New Roman" pitchFamily="18" charset="0"/>
                <a:cs typeface="Times New Roman" pitchFamily="18" charset="0"/>
              </a:rPr>
              <a:t> 4 </a:t>
            </a:r>
            <a:r>
              <a:rPr lang="en-US" sz="2800" dirty="0" err="1" smtClean="0">
                <a:latin typeface="Times New Roman" pitchFamily="18" charset="0"/>
                <a:cs typeface="Times New Roman" pitchFamily="18" charset="0"/>
              </a:rPr>
              <a:t>tiếng</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trẻ</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đi</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tiểu</a:t>
            </a:r>
            <a:r>
              <a:rPr lang="en-US" sz="2800" dirty="0" smtClean="0">
                <a:latin typeface="Times New Roman" pitchFamily="18" charset="0"/>
                <a:cs typeface="Times New Roman" pitchFamily="18" charset="0"/>
              </a:rPr>
              <a:t> 1 </a:t>
            </a:r>
            <a:r>
              <a:rPr lang="en-US" sz="2800" dirty="0" err="1" smtClean="0">
                <a:latin typeface="Times New Roman" pitchFamily="18" charset="0"/>
                <a:cs typeface="Times New Roman" pitchFamily="18" charset="0"/>
              </a:rPr>
              <a:t>lần</a:t>
            </a:r>
            <a:r>
              <a:rPr lang="en-US" sz="2800" dirty="0" smtClean="0">
                <a:latin typeface="Times New Roman" pitchFamily="18" charset="0"/>
                <a:cs typeface="Times New Roman" pitchFamily="18" charset="0"/>
              </a:rPr>
              <a:t>.</a:t>
            </a:r>
          </a:p>
          <a:p>
            <a:pPr>
              <a:buNone/>
            </a:pPr>
            <a:r>
              <a:rPr lang="en-US" sz="2800" b="1" u="sng" dirty="0" err="1" smtClean="0">
                <a:latin typeface="Times New Roman" pitchFamily="18" charset="0"/>
                <a:cs typeface="Times New Roman" pitchFamily="18" charset="0"/>
              </a:rPr>
              <a:t>Mục</a:t>
            </a:r>
            <a:r>
              <a:rPr lang="en-US" sz="2800" b="1" u="sng" dirty="0" smtClean="0">
                <a:latin typeface="Times New Roman" pitchFamily="18" charset="0"/>
                <a:cs typeface="Times New Roman" pitchFamily="18" charset="0"/>
              </a:rPr>
              <a:t> </a:t>
            </a:r>
            <a:r>
              <a:rPr lang="en-US" sz="2800" b="1" u="sng" dirty="0" err="1" smtClean="0">
                <a:latin typeface="Times New Roman" pitchFamily="18" charset="0"/>
                <a:cs typeface="Times New Roman" pitchFamily="18" charset="0"/>
              </a:rPr>
              <a:t>tiêu</a:t>
            </a:r>
            <a:r>
              <a:rPr lang="en-US" sz="2800" b="1" u="sng" dirty="0" smtClean="0">
                <a:latin typeface="Times New Roman" pitchFamily="18" charset="0"/>
                <a:cs typeface="Times New Roman" pitchFamily="18" charset="0"/>
              </a:rPr>
              <a:t> 3</a:t>
            </a:r>
            <a:r>
              <a:rPr lang="en-US" sz="2800" dirty="0" smtClean="0">
                <a:latin typeface="Times New Roman" pitchFamily="18" charset="0"/>
                <a:cs typeface="Times New Roman" pitchFamily="18" charset="0"/>
              </a:rPr>
              <a:t>: Cha </a:t>
            </a:r>
            <a:r>
              <a:rPr lang="en-US" sz="2800" dirty="0" err="1" smtClean="0">
                <a:latin typeface="Times New Roman" pitchFamily="18" charset="0"/>
                <a:cs typeface="Times New Roman" pitchFamily="18" charset="0"/>
              </a:rPr>
              <a:t>mẹ</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vẫn</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cần</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theo</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dõi</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các</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dấu</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hiệu</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bất</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thường</a:t>
            </a:r>
            <a:r>
              <a:rPr lang="en-US" sz="2800" dirty="0" smtClean="0">
                <a:latin typeface="Times New Roman" pitchFamily="18" charset="0"/>
                <a:cs typeface="Times New Roman" pitchFamily="18" charset="0"/>
              </a:rPr>
              <a:t> ở </a:t>
            </a:r>
            <a:r>
              <a:rPr lang="en-US" sz="2800" dirty="0" err="1" smtClean="0">
                <a:latin typeface="Times New Roman" pitchFamily="18" charset="0"/>
                <a:cs typeface="Times New Roman" pitchFamily="18" charset="0"/>
              </a:rPr>
              <a:t>trẻ</a:t>
            </a:r>
            <a:endParaRPr lang="en-US" sz="2800" dirty="0" smtClean="0">
              <a:latin typeface="Times New Roman" pitchFamily="18" charset="0"/>
              <a:cs typeface="Times New Roman" pitchFamily="18" charset="0"/>
            </a:endParaRPr>
          </a:p>
          <a:p>
            <a:r>
              <a:rPr lang="en-US" sz="2800" dirty="0" smtClean="0">
                <a:latin typeface="Times New Roman" pitchFamily="18" charset="0"/>
                <a:cs typeface="Times New Roman" pitchFamily="18" charset="0"/>
              </a:rPr>
              <a:t>Cha </a:t>
            </a:r>
            <a:r>
              <a:rPr lang="en-US" sz="2800" dirty="0" err="1" smtClean="0">
                <a:latin typeface="Times New Roman" pitchFamily="18" charset="0"/>
                <a:cs typeface="Times New Roman" pitchFamily="18" charset="0"/>
              </a:rPr>
              <a:t>mẹ</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vẫn</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cần</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theo</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dõi</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để</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phát</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hiện</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sớm</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các</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dấu</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hiệu</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cảnh</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báo</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như</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đã</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đề</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cập</a:t>
            </a:r>
            <a:r>
              <a:rPr lang="en-US" sz="2800" dirty="0" smtClean="0">
                <a:latin typeface="Times New Roman" pitchFamily="18" charset="0"/>
                <a:cs typeface="Times New Roman" pitchFamily="18" charset="0"/>
              </a:rPr>
              <a:t> ở </a:t>
            </a:r>
            <a:r>
              <a:rPr lang="en-US" sz="2800" dirty="0" err="1" smtClean="0">
                <a:latin typeface="Times New Roman" pitchFamily="18" charset="0"/>
                <a:cs typeface="Times New Roman" pitchFamily="18" charset="0"/>
              </a:rPr>
              <a:t>trên</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để</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nhanh</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chóng</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đưa</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trẻ</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đến</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các</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cơ</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sở</a:t>
            </a:r>
            <a:r>
              <a:rPr lang="en-US" sz="2800" dirty="0" smtClean="0">
                <a:latin typeface="Times New Roman" pitchFamily="18" charset="0"/>
                <a:cs typeface="Times New Roman" pitchFamily="18" charset="0"/>
              </a:rPr>
              <a:t> y </a:t>
            </a:r>
            <a:r>
              <a:rPr lang="en-US" sz="2800" dirty="0" err="1" smtClean="0">
                <a:latin typeface="Times New Roman" pitchFamily="18" charset="0"/>
                <a:cs typeface="Times New Roman" pitchFamily="18" charset="0"/>
              </a:rPr>
              <a:t>tế</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nếu</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cần</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thiết</a:t>
            </a:r>
            <a:r>
              <a:rPr lang="en-US" sz="2800" dirty="0" smtClean="0">
                <a:latin typeface="Times New Roman" pitchFamily="18" charset="0"/>
                <a:cs typeface="Times New Roman" pitchFamily="18" charset="0"/>
              </a:rPr>
              <a:t>.</a:t>
            </a:r>
          </a:p>
          <a:p>
            <a:endParaRPr lang="en-US" sz="2800" dirty="0"/>
          </a:p>
        </p:txBody>
      </p:sp>
    </p:spTree>
  </p:cSld>
  <p:clrMapOvr>
    <a:masterClrMapping/>
  </p:clrMapOvr>
  <mc:AlternateContent xmlns:mc="http://schemas.openxmlformats.org/markup-compatibility/2006">
    <mc:Choice xmlns:p14="http://schemas.microsoft.com/office/powerpoint/2010/main" xmlns="" Requires="p14">
      <p:transition spd="slow" p14:dur="1500">
        <p:split orient="vert"/>
      </p:transition>
    </mc:Choice>
    <mc:Fallback>
      <p:transition spd="slow">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30276" y="188640"/>
            <a:ext cx="7713724" cy="1143000"/>
          </a:xfrm>
        </p:spPr>
        <p:txBody>
          <a:bodyPr>
            <a:noAutofit/>
          </a:bodyPr>
          <a:lstStyle/>
          <a:p>
            <a:pPr algn="ctr"/>
            <a:r>
              <a:rPr lang="en-US" sz="4000" dirty="0" smtClean="0">
                <a:solidFill>
                  <a:srgbClr val="FF0000"/>
                </a:solidFill>
                <a:latin typeface="Times New Roman" pitchFamily="18" charset="0"/>
                <a:cs typeface="Times New Roman" pitchFamily="18" charset="0"/>
              </a:rPr>
              <a:t>NHỮNG ĐIỀU CẦN TRÁNH KHI CHĂM SÓC TRẺ Ở NHÀ</a:t>
            </a:r>
            <a:endParaRPr lang="en-US" sz="4000" dirty="0">
              <a:solidFill>
                <a:srgbClr val="FF0000"/>
              </a:solidFill>
              <a:latin typeface="Times New Roman" pitchFamily="18" charset="0"/>
              <a:cs typeface="Times New Roman" pitchFamily="18" charset="0"/>
            </a:endParaRPr>
          </a:p>
        </p:txBody>
      </p:sp>
      <p:sp>
        <p:nvSpPr>
          <p:cNvPr id="3" name="Content Placeholder 2"/>
          <p:cNvSpPr>
            <a:spLocks noGrp="1"/>
          </p:cNvSpPr>
          <p:nvPr>
            <p:ph idx="1"/>
          </p:nvPr>
        </p:nvSpPr>
        <p:spPr/>
        <p:txBody>
          <a:bodyPr/>
          <a:lstStyle/>
          <a:p>
            <a:pPr>
              <a:buNone/>
            </a:pPr>
            <a:r>
              <a:rPr lang="en-US" sz="2800" dirty="0" smtClean="0">
                <a:latin typeface="Times New Roman" pitchFamily="18" charset="0"/>
                <a:cs typeface="Times New Roman" pitchFamily="18" charset="0"/>
              </a:rPr>
              <a:t>-</a:t>
            </a:r>
            <a:r>
              <a:rPr lang="en-US" sz="2800" dirty="0" err="1" smtClean="0">
                <a:latin typeface="Times New Roman" pitchFamily="18" charset="0"/>
                <a:cs typeface="Times New Roman" pitchFamily="18" charset="0"/>
              </a:rPr>
              <a:t>Khi</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chăm</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sóc</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trẻ</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bị</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sốt</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tại</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nhà</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bạn</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nên</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lưu</a:t>
            </a:r>
            <a:r>
              <a:rPr lang="en-US" sz="2800" dirty="0" smtClean="0">
                <a:latin typeface="Times New Roman" pitchFamily="18" charset="0"/>
                <a:cs typeface="Times New Roman" pitchFamily="18" charset="0"/>
              </a:rPr>
              <a:t> ý </a:t>
            </a:r>
            <a:r>
              <a:rPr lang="en-US" sz="2800" dirty="0" err="1" smtClean="0">
                <a:latin typeface="Times New Roman" pitchFamily="18" charset="0"/>
                <a:cs typeface="Times New Roman" pitchFamily="18" charset="0"/>
              </a:rPr>
              <a:t>những</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điều</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sau</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để</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giúp</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bé</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mau</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hạ</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sốt</a:t>
            </a:r>
            <a:r>
              <a:rPr lang="en-US" sz="2800" dirty="0" smtClean="0">
                <a:latin typeface="Times New Roman" pitchFamily="18" charset="0"/>
                <a:cs typeface="Times New Roman" pitchFamily="18" charset="0"/>
              </a:rPr>
              <a:t>:</a:t>
            </a:r>
            <a:endParaRPr lang="en-US" sz="2800" i="1" dirty="0" smtClean="0">
              <a:latin typeface="Times New Roman" pitchFamily="18" charset="0"/>
              <a:cs typeface="Times New Roman" pitchFamily="18" charset="0"/>
            </a:endParaRPr>
          </a:p>
          <a:p>
            <a:pPr>
              <a:buNone/>
            </a:pP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Không</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nên</a:t>
            </a:r>
            <a:r>
              <a:rPr lang="en-US" sz="2800" dirty="0" smtClean="0">
                <a:latin typeface="Times New Roman" pitchFamily="18" charset="0"/>
                <a:cs typeface="Times New Roman" pitchFamily="18" charset="0"/>
              </a:rPr>
              <a:t> ủ </a:t>
            </a:r>
            <a:r>
              <a:rPr lang="en-US" sz="2800" dirty="0" err="1" smtClean="0">
                <a:latin typeface="Times New Roman" pitchFamily="18" charset="0"/>
                <a:cs typeface="Times New Roman" pitchFamily="18" charset="0"/>
              </a:rPr>
              <a:t>ấm</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cho</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trẻ</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mặc</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nhiều</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lớp</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quần</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áo</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khi</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trẻ</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đang</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sốt</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Nếu</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bé</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sốt</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mà</a:t>
            </a:r>
            <a:r>
              <a:rPr lang="en-US" sz="2800" dirty="0" smtClean="0">
                <a:latin typeface="Times New Roman" pitchFamily="18" charset="0"/>
                <a:cs typeface="Times New Roman" pitchFamily="18" charset="0"/>
              </a:rPr>
              <a:t> run, </a:t>
            </a:r>
            <a:r>
              <a:rPr lang="en-US" sz="2800" dirty="0" err="1" smtClean="0">
                <a:latin typeface="Times New Roman" pitchFamily="18" charset="0"/>
                <a:cs typeface="Times New Roman" pitchFamily="18" charset="0"/>
              </a:rPr>
              <a:t>bạn</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cũng</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chỉ</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nên</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cho</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bé</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mặc</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đồ</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thoáng</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rộng</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đắp</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chăn</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mỏng</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giúp</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cơ</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thể</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bé</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dễ</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tỏa</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nhiệt</a:t>
            </a:r>
            <a:r>
              <a:rPr lang="en-US" sz="2800" dirty="0" smtClean="0">
                <a:latin typeface="Times New Roman" pitchFamily="18" charset="0"/>
                <a:cs typeface="Times New Roman" pitchFamily="18" charset="0"/>
              </a:rPr>
              <a:t>.</a:t>
            </a:r>
            <a:endParaRPr lang="en-US" sz="2800" i="1" dirty="0" smtClean="0">
              <a:latin typeface="Times New Roman" pitchFamily="18" charset="0"/>
              <a:cs typeface="Times New Roman" pitchFamily="18" charset="0"/>
            </a:endParaRPr>
          </a:p>
          <a:p>
            <a:pPr>
              <a:buNone/>
            </a:pP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Không</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nên</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cho</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trẻ</a:t>
            </a:r>
            <a:r>
              <a:rPr lang="en-US" sz="2800" dirty="0" smtClean="0">
                <a:latin typeface="Times New Roman" pitchFamily="18" charset="0"/>
                <a:cs typeface="Times New Roman" pitchFamily="18" charset="0"/>
              </a:rPr>
              <a:t> ở </a:t>
            </a:r>
            <a:r>
              <a:rPr lang="en-US" sz="2800" dirty="0" err="1" smtClean="0">
                <a:latin typeface="Times New Roman" pitchFamily="18" charset="0"/>
                <a:cs typeface="Times New Roman" pitchFamily="18" charset="0"/>
              </a:rPr>
              <a:t>trong</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phòng</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quá</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kín</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tù</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túng</a:t>
            </a:r>
            <a:r>
              <a:rPr lang="en-US" sz="2800" dirty="0" smtClean="0">
                <a:latin typeface="Times New Roman" pitchFamily="18" charset="0"/>
                <a:cs typeface="Times New Roman" pitchFamily="18" charset="0"/>
              </a:rPr>
              <a:t>.</a:t>
            </a:r>
            <a:endParaRPr lang="en-US" sz="2800" i="1" dirty="0" smtClean="0">
              <a:latin typeface="Times New Roman" pitchFamily="18" charset="0"/>
              <a:cs typeface="Times New Roman" pitchFamily="18" charset="0"/>
            </a:endParaRPr>
          </a:p>
          <a:p>
            <a:pPr>
              <a:buNone/>
            </a:pP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Không</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nên</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dùng</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khăn</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lạnh</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nước</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đá</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cồn</a:t>
            </a:r>
            <a:r>
              <a:rPr lang="en-US" sz="2800" dirty="0" smtClean="0">
                <a:latin typeface="Times New Roman" pitchFamily="18" charset="0"/>
                <a:cs typeface="Times New Roman" pitchFamily="18" charset="0"/>
              </a:rPr>
              <a:t> hay </a:t>
            </a:r>
            <a:r>
              <a:rPr lang="en-US" sz="2800" dirty="0" err="1" smtClean="0">
                <a:latin typeface="Times New Roman" pitchFamily="18" charset="0"/>
                <a:cs typeface="Times New Roman" pitchFamily="18" charset="0"/>
              </a:rPr>
              <a:t>rượu</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để</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lau</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hạ</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sốt</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cho</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trẻ</a:t>
            </a:r>
            <a:r>
              <a:rPr lang="en-US" sz="2800" dirty="0" smtClean="0">
                <a:latin typeface="Times New Roman" pitchFamily="18" charset="0"/>
                <a:cs typeface="Times New Roman" pitchFamily="18" charset="0"/>
              </a:rPr>
              <a:t>.</a:t>
            </a:r>
            <a:endParaRPr lang="en-US" sz="2800" i="1" dirty="0" smtClean="0">
              <a:latin typeface="Times New Roman" pitchFamily="18" charset="0"/>
              <a:cs typeface="Times New Roman" pitchFamily="18" charset="0"/>
            </a:endParaRPr>
          </a:p>
          <a:p>
            <a:endParaRPr lang="en-US" dirty="0"/>
          </a:p>
        </p:txBody>
      </p:sp>
    </p:spTree>
  </p:cSld>
  <p:clrMapOvr>
    <a:masterClrMapping/>
  </p:clrMapOvr>
  <mc:AlternateContent xmlns:mc="http://schemas.openxmlformats.org/markup-compatibility/2006">
    <mc:Choice xmlns:p14="http://schemas.microsoft.com/office/powerpoint/2010/main" xmlns="" Requires="p14">
      <p:transition spd="slow" p14:dur="1500">
        <p:split orient="vert"/>
      </p:transition>
    </mc:Choice>
    <mc:Fallback>
      <p:transition spd="slow">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5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fade">
                                      <p:cBhvr>
                                        <p:cTn id="17" dur="500"/>
                                        <p:tgtEl>
                                          <p:spTgt spid="3">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2" end="2"/>
                                            </p:txEl>
                                          </p:spTgt>
                                        </p:tgtEl>
                                        <p:attrNameLst>
                                          <p:attrName>style.visibility</p:attrName>
                                        </p:attrNameLst>
                                      </p:cBhvr>
                                      <p:to>
                                        <p:strVal val="visible"/>
                                      </p:to>
                                    </p:set>
                                    <p:animEffect transition="in" filter="fade">
                                      <p:cBhvr>
                                        <p:cTn id="22" dur="500"/>
                                        <p:tgtEl>
                                          <p:spTgt spid="3">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3" end="3"/>
                                            </p:txEl>
                                          </p:spTgt>
                                        </p:tgtEl>
                                        <p:attrNameLst>
                                          <p:attrName>style.visibility</p:attrName>
                                        </p:attrNameLst>
                                      </p:cBhvr>
                                      <p:to>
                                        <p:strVal val="visible"/>
                                      </p:to>
                                    </p:set>
                                    <p:animEffect transition="in" filter="fade">
                                      <p:cBhvr>
                                        <p:cTn id="27"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lnSpcReduction="10000"/>
          </a:bodyPr>
          <a:lstStyle/>
          <a:p>
            <a:pPr algn="just">
              <a:buFont typeface="Wingdings" pitchFamily="2" charset="2"/>
              <a:buChar char="Ø"/>
            </a:pPr>
            <a:r>
              <a:rPr lang="en-US" sz="2800" dirty="0">
                <a:latin typeface="Times New Roman" pitchFamily="18" charset="0"/>
                <a:cs typeface="Times New Roman" pitchFamily="18" charset="0"/>
              </a:rPr>
              <a:t> </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Không</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nên</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cho</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trẻ</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uống</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thuốc</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ngay</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khi</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trẻ</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vừa</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sốt</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Việc</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vội</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vàng</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cho</a:t>
            </a:r>
            <a:r>
              <a:rPr lang="en-US" sz="2800" dirty="0" smtClean="0">
                <a:latin typeface="Times New Roman" pitchFamily="18" charset="0"/>
                <a:cs typeface="Times New Roman" pitchFamily="18" charset="0"/>
              </a:rPr>
              <a:t> con </a:t>
            </a:r>
            <a:r>
              <a:rPr lang="en-US" sz="2800" dirty="0" err="1" smtClean="0">
                <a:latin typeface="Times New Roman" pitchFamily="18" charset="0"/>
                <a:cs typeface="Times New Roman" pitchFamily="18" charset="0"/>
              </a:rPr>
              <a:t>uống</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thuốc</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hạ</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sốt</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ngay</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khi</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bé</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vừa</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sốt</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vô</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tình</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khiến</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cơ</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chế</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phòng</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vệ</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của</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cơ</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thể</a:t>
            </a:r>
            <a:r>
              <a:rPr lang="en-US" sz="2800" dirty="0" smtClean="0">
                <a:latin typeface="Times New Roman" pitchFamily="18" charset="0"/>
                <a:cs typeface="Times New Roman" pitchFamily="18" charset="0"/>
              </a:rPr>
              <a:t> con </a:t>
            </a:r>
            <a:r>
              <a:rPr lang="en-US" sz="2800" dirty="0" err="1" smtClean="0">
                <a:latin typeface="Times New Roman" pitchFamily="18" charset="0"/>
                <a:cs typeface="Times New Roman" pitchFamily="18" charset="0"/>
              </a:rPr>
              <a:t>không</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có</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cơ</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hội</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đối</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mặt</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với</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các</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tác</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nhân</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gây</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bệnh</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ghi</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nhớ</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nó</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để</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hình</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thành</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cơ</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chế</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phòng</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vệ</a:t>
            </a:r>
            <a:r>
              <a:rPr lang="en-US" sz="2800" dirty="0" smtClean="0">
                <a:latin typeface="Times New Roman" pitchFamily="18" charset="0"/>
                <a:cs typeface="Times New Roman" pitchFamily="18" charset="0"/>
              </a:rPr>
              <a:t>.</a:t>
            </a:r>
          </a:p>
          <a:p>
            <a:pPr algn="just">
              <a:buFont typeface="Wingdings" pitchFamily="2" charset="2"/>
              <a:buChar char="Ø"/>
            </a:pP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Nếu</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bé</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sốt</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dưới</a:t>
            </a:r>
            <a:r>
              <a:rPr lang="en-US" sz="2800" dirty="0" smtClean="0">
                <a:latin typeface="Times New Roman" pitchFamily="18" charset="0"/>
                <a:cs typeface="Times New Roman" pitchFamily="18" charset="0"/>
              </a:rPr>
              <a:t> 38,5oC, </a:t>
            </a:r>
            <a:r>
              <a:rPr lang="en-US" sz="2800" dirty="0" err="1" smtClean="0">
                <a:latin typeface="Times New Roman" pitchFamily="18" charset="0"/>
                <a:cs typeface="Times New Roman" pitchFamily="18" charset="0"/>
              </a:rPr>
              <a:t>bạn</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chỉ</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cần</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áp</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dụng</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cách</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hạ</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sốt</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tại</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nhà</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và</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theo</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dõi</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chặt</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chẽ</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trong</a:t>
            </a:r>
            <a:r>
              <a:rPr lang="en-US" sz="2800" dirty="0" smtClean="0">
                <a:latin typeface="Times New Roman" pitchFamily="18" charset="0"/>
                <a:cs typeface="Times New Roman" pitchFamily="18" charset="0"/>
              </a:rPr>
              <a:t> 1 -2 </a:t>
            </a:r>
            <a:r>
              <a:rPr lang="en-US" sz="2800" dirty="0" err="1" smtClean="0">
                <a:latin typeface="Times New Roman" pitchFamily="18" charset="0"/>
                <a:cs typeface="Times New Roman" pitchFamily="18" charset="0"/>
              </a:rPr>
              <a:t>ngày</a:t>
            </a:r>
            <a:r>
              <a:rPr lang="en-US" sz="2800" dirty="0" smtClean="0">
                <a:latin typeface="Times New Roman" pitchFamily="18" charset="0"/>
                <a:cs typeface="Times New Roman" pitchFamily="18" charset="0"/>
              </a:rPr>
              <a:t>.</a:t>
            </a:r>
          </a:p>
          <a:p>
            <a:pPr algn="just">
              <a:buFont typeface="Wingdings" pitchFamily="2" charset="2"/>
              <a:buChar char="Ø"/>
            </a:pPr>
            <a:r>
              <a:rPr lang="en-US" sz="2800" dirty="0"/>
              <a:t> </a:t>
            </a:r>
            <a:r>
              <a:rPr lang="en-US" sz="2800" dirty="0" smtClean="0"/>
              <a:t> </a:t>
            </a:r>
            <a:r>
              <a:rPr lang="en-US" sz="2800" dirty="0" err="1" smtClean="0">
                <a:latin typeface="Times New Roman" pitchFamily="18" charset="0"/>
                <a:cs typeface="Times New Roman" pitchFamily="18" charset="0"/>
              </a:rPr>
              <a:t>Nếu</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sau</a:t>
            </a:r>
            <a:r>
              <a:rPr lang="en-US" sz="2800" dirty="0" smtClean="0">
                <a:latin typeface="Times New Roman" pitchFamily="18" charset="0"/>
                <a:cs typeface="Times New Roman" pitchFamily="18" charset="0"/>
              </a:rPr>
              <a:t> 1 -2 </a:t>
            </a:r>
            <a:r>
              <a:rPr lang="en-US" sz="2800" dirty="0" err="1" smtClean="0">
                <a:latin typeface="Times New Roman" pitchFamily="18" charset="0"/>
                <a:cs typeface="Times New Roman" pitchFamily="18" charset="0"/>
              </a:rPr>
              <a:t>ngày</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tình</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trạng</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sốt</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của</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bé</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không</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giảm</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bạn</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hãy</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đưa</a:t>
            </a:r>
            <a:r>
              <a:rPr lang="en-US" sz="2800" dirty="0" smtClean="0">
                <a:latin typeface="Times New Roman" pitchFamily="18" charset="0"/>
                <a:cs typeface="Times New Roman" pitchFamily="18" charset="0"/>
              </a:rPr>
              <a:t> con </a:t>
            </a:r>
            <a:r>
              <a:rPr lang="en-US" sz="2800" dirty="0" err="1" smtClean="0">
                <a:latin typeface="Times New Roman" pitchFamily="18" charset="0"/>
                <a:cs typeface="Times New Roman" pitchFamily="18" charset="0"/>
              </a:rPr>
              <a:t>đến</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bệnh</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viện</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để</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được</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thăm</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khám</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và</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chẩn</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đoán</a:t>
            </a:r>
            <a:r>
              <a:rPr lang="en-US" sz="2800" dirty="0" smtClean="0">
                <a:latin typeface="Times New Roman" pitchFamily="18" charset="0"/>
                <a:cs typeface="Times New Roman" pitchFamily="18" charset="0"/>
              </a:rPr>
              <a:t>.</a:t>
            </a:r>
            <a:endParaRPr lang="en-US" sz="2800" i="1" dirty="0" smtClean="0">
              <a:latin typeface="Times New Roman" pitchFamily="18" charset="0"/>
              <a:cs typeface="Times New Roman" pitchFamily="18" charset="0"/>
            </a:endParaRPr>
          </a:p>
          <a:p>
            <a:pPr algn="just">
              <a:buNone/>
            </a:pPr>
            <a:endParaRPr lang="en-US" sz="2800" i="1" dirty="0" smtClean="0">
              <a:latin typeface="Times New Roman" pitchFamily="18" charset="0"/>
              <a:cs typeface="Times New Roman" pitchFamily="18" charset="0"/>
            </a:endParaRPr>
          </a:p>
          <a:p>
            <a:endParaRPr lang="en-US" dirty="0"/>
          </a:p>
        </p:txBody>
      </p:sp>
    </p:spTree>
  </p:cSld>
  <p:clrMapOvr>
    <a:masterClrMapping/>
  </p:clrMapOvr>
  <mc:AlternateContent xmlns:mc="http://schemas.openxmlformats.org/markup-compatibility/2006">
    <mc:Choice xmlns:p14="http://schemas.microsoft.com/office/powerpoint/2010/main" xmlns="" Requires="p14">
      <p:transition spd="slow" p14:dur="1500">
        <p:split orient="vert"/>
      </p:transition>
    </mc:Choice>
    <mc:Fallback>
      <p:transition spd="slow">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67544" y="794048"/>
            <a:ext cx="8229600" cy="6063952"/>
          </a:xfrm>
        </p:spPr>
        <p:txBody>
          <a:bodyPr>
            <a:noAutofit/>
          </a:bodyPr>
          <a:lstStyle/>
          <a:p>
            <a:pPr>
              <a:buNone/>
            </a:pP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Không</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nên</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nặn</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chanh</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vào</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miệng</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mắt</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bé</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nhằm</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mục</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đích</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giảm</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sốt</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Việc</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này</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có</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thể</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khiến</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bé</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bị</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rộp</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miệng</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phỏng</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lưỡi</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phỏng</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mắt</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hoặc</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nghẹt</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thở</a:t>
            </a:r>
            <a:r>
              <a:rPr lang="en-US" dirty="0" smtClean="0">
                <a:latin typeface="Times New Roman" pitchFamily="18" charset="0"/>
                <a:cs typeface="Times New Roman" pitchFamily="18" charset="0"/>
              </a:rPr>
              <a:t>.</a:t>
            </a:r>
            <a:endParaRPr lang="en-US" i="1" dirty="0" smtClean="0">
              <a:latin typeface="Times New Roman" pitchFamily="18" charset="0"/>
              <a:cs typeface="Times New Roman" pitchFamily="18" charset="0"/>
            </a:endParaRPr>
          </a:p>
          <a:p>
            <a:pPr>
              <a:buNone/>
            </a:pP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Nếu</a:t>
            </a:r>
            <a:r>
              <a:rPr lang="en-US" dirty="0" smtClean="0">
                <a:latin typeface="Times New Roman" pitchFamily="18" charset="0"/>
                <a:cs typeface="Times New Roman" pitchFamily="18" charset="0"/>
              </a:rPr>
              <a:t> con </a:t>
            </a:r>
            <a:r>
              <a:rPr lang="en-US" dirty="0" err="1" smtClean="0">
                <a:latin typeface="Times New Roman" pitchFamily="18" charset="0"/>
                <a:cs typeface="Times New Roman" pitchFamily="18" charset="0"/>
              </a:rPr>
              <a:t>bị</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sốt</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có</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kèm</a:t>
            </a:r>
            <a:r>
              <a:rPr lang="en-US" dirty="0" smtClean="0">
                <a:latin typeface="Times New Roman" pitchFamily="18" charset="0"/>
                <a:cs typeface="Times New Roman" pitchFamily="18" charset="0"/>
              </a:rPr>
              <a:t> co </a:t>
            </a:r>
            <a:r>
              <a:rPr lang="en-US" dirty="0" err="1" smtClean="0">
                <a:latin typeface="Times New Roman" pitchFamily="18" charset="0"/>
                <a:cs typeface="Times New Roman" pitchFamily="18" charset="0"/>
              </a:rPr>
              <a:t>giật</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bạn</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không</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nên</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dùng</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vật</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cứng</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để</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nạy</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miệng</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bé</a:t>
            </a:r>
            <a:r>
              <a:rPr lang="en-US" dirty="0" smtClean="0">
                <a:latin typeface="Times New Roman" pitchFamily="18" charset="0"/>
                <a:cs typeface="Times New Roman" pitchFamily="18" charset="0"/>
              </a:rPr>
              <a:t> hay </a:t>
            </a:r>
            <a:r>
              <a:rPr lang="en-US" dirty="0" err="1" smtClean="0">
                <a:latin typeface="Times New Roman" pitchFamily="18" charset="0"/>
                <a:cs typeface="Times New Roman" pitchFamily="18" charset="0"/>
              </a:rPr>
              <a:t>cố</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dùng</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sức</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ghì</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bé</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lại</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Hãy</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cho</a:t>
            </a:r>
            <a:r>
              <a:rPr lang="en-US" dirty="0" smtClean="0">
                <a:latin typeface="Times New Roman" pitchFamily="18" charset="0"/>
                <a:cs typeface="Times New Roman" pitchFamily="18" charset="0"/>
              </a:rPr>
              <a:t> con </a:t>
            </a:r>
            <a:r>
              <a:rPr lang="en-US" dirty="0" err="1" smtClean="0">
                <a:latin typeface="Times New Roman" pitchFamily="18" charset="0"/>
                <a:cs typeface="Times New Roman" pitchFamily="18" charset="0"/>
              </a:rPr>
              <a:t>nằm</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nghiêng</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và</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theo</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dõi</a:t>
            </a:r>
            <a:r>
              <a:rPr lang="en-US" dirty="0" smtClean="0">
                <a:latin typeface="Times New Roman" pitchFamily="18" charset="0"/>
                <a:cs typeface="Times New Roman" pitchFamily="18" charset="0"/>
              </a:rPr>
              <a:t> con </a:t>
            </a:r>
            <a:r>
              <a:rPr lang="en-US" dirty="0" err="1" smtClean="0">
                <a:latin typeface="Times New Roman" pitchFamily="18" charset="0"/>
                <a:cs typeface="Times New Roman" pitchFamily="18" charset="0"/>
              </a:rPr>
              <a:t>chặt</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chẽ</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để</a:t>
            </a:r>
            <a:r>
              <a:rPr lang="en-US" dirty="0" smtClean="0">
                <a:latin typeface="Times New Roman" pitchFamily="18" charset="0"/>
                <a:cs typeface="Times New Roman" pitchFamily="18" charset="0"/>
              </a:rPr>
              <a:t> ý </a:t>
            </a:r>
            <a:r>
              <a:rPr lang="en-US" dirty="0" err="1" smtClean="0">
                <a:latin typeface="Times New Roman" pitchFamily="18" charset="0"/>
                <a:cs typeface="Times New Roman" pitchFamily="18" charset="0"/>
              </a:rPr>
              <a:t>xem</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thời</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gian</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mỗi</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cơn</a:t>
            </a:r>
            <a:r>
              <a:rPr lang="en-US" dirty="0" smtClean="0">
                <a:latin typeface="Times New Roman" pitchFamily="18" charset="0"/>
                <a:cs typeface="Times New Roman" pitchFamily="18" charset="0"/>
              </a:rPr>
              <a:t> co </a:t>
            </a:r>
            <a:r>
              <a:rPr lang="en-US" dirty="0" err="1" smtClean="0">
                <a:latin typeface="Times New Roman" pitchFamily="18" charset="0"/>
                <a:cs typeface="Times New Roman" pitchFamily="18" charset="0"/>
              </a:rPr>
              <a:t>giật</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kéo</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dài</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bao</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lâu</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để</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cung</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cấp</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thông</a:t>
            </a:r>
            <a:r>
              <a:rPr lang="en-US" dirty="0" smtClean="0">
                <a:latin typeface="Times New Roman" pitchFamily="18" charset="0"/>
                <a:cs typeface="Times New Roman" pitchFamily="18" charset="0"/>
              </a:rPr>
              <a:t> tin </a:t>
            </a:r>
            <a:r>
              <a:rPr lang="en-US" dirty="0" err="1" smtClean="0">
                <a:latin typeface="Times New Roman" pitchFamily="18" charset="0"/>
                <a:cs typeface="Times New Roman" pitchFamily="18" charset="0"/>
              </a:rPr>
              <a:t>cho</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bác</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sĩ</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khi</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cần</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thiết</a:t>
            </a:r>
            <a:r>
              <a:rPr lang="en-US" dirty="0" smtClean="0">
                <a:latin typeface="Times New Roman" pitchFamily="18" charset="0"/>
                <a:cs typeface="Times New Roman" pitchFamily="18" charset="0"/>
              </a:rPr>
              <a:t>.</a:t>
            </a:r>
            <a:endParaRPr lang="en-US" i="1" dirty="0" smtClean="0">
              <a:latin typeface="Times New Roman" pitchFamily="18" charset="0"/>
              <a:cs typeface="Times New Roman" pitchFamily="18" charset="0"/>
            </a:endParaRPr>
          </a:p>
          <a:p>
            <a:pPr>
              <a:buNone/>
            </a:pP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Không</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sử</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dụng</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các</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bài</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thuốc</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dân</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gian</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để</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hạ</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sốt</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cho</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trẻ</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Vì</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những</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bài</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thuốc</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này</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chưa</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được</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kiểm</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chứng</a:t>
            </a:r>
            <a:r>
              <a:rPr lang="en-US" dirty="0" smtClean="0">
                <a:latin typeface="Times New Roman" pitchFamily="18" charset="0"/>
                <a:cs typeface="Times New Roman" pitchFamily="18" charset="0"/>
              </a:rPr>
              <a:t> y </a:t>
            </a:r>
            <a:r>
              <a:rPr lang="en-US" dirty="0" err="1" smtClean="0">
                <a:latin typeface="Times New Roman" pitchFamily="18" charset="0"/>
                <a:cs typeface="Times New Roman" pitchFamily="18" charset="0"/>
              </a:rPr>
              <a:t>khoa</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nên</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tác</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dụng</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phụ</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của</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chúng</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thế</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nào</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chưa</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ai</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đánh</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giá</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được</a:t>
            </a:r>
            <a:r>
              <a:rPr lang="en-US" dirty="0" smtClean="0">
                <a:latin typeface="Times New Roman" pitchFamily="18" charset="0"/>
                <a:cs typeface="Times New Roman" pitchFamily="18" charset="0"/>
              </a:rPr>
              <a:t>.</a:t>
            </a:r>
            <a:endParaRPr lang="en-US" i="1" dirty="0" smtClean="0">
              <a:latin typeface="Times New Roman" pitchFamily="18" charset="0"/>
              <a:cs typeface="Times New Roman" pitchFamily="18" charset="0"/>
            </a:endParaRPr>
          </a:p>
          <a:p>
            <a:pPr>
              <a:buNone/>
            </a:pP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Tuyệt</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đối</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không</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dùng</a:t>
            </a:r>
            <a:r>
              <a:rPr lang="en-US" dirty="0" smtClean="0">
                <a:latin typeface="Times New Roman" pitchFamily="18" charset="0"/>
                <a:cs typeface="Times New Roman" pitchFamily="18" charset="0"/>
              </a:rPr>
              <a:t> aspirin </a:t>
            </a:r>
            <a:r>
              <a:rPr lang="en-US" dirty="0" err="1" smtClean="0">
                <a:latin typeface="Times New Roman" pitchFamily="18" charset="0"/>
                <a:cs typeface="Times New Roman" pitchFamily="18" charset="0"/>
              </a:rPr>
              <a:t>để</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hạ</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sốt</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cho</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trẻ</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vì</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có</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thể</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gây</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tổn</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thương</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não</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của</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trẻ</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hội</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chứng</a:t>
            </a:r>
            <a:r>
              <a:rPr lang="en-US" dirty="0" smtClean="0">
                <a:latin typeface="Times New Roman" pitchFamily="18" charset="0"/>
                <a:cs typeface="Times New Roman" pitchFamily="18" charset="0"/>
              </a:rPr>
              <a:t> Reye).</a:t>
            </a:r>
            <a:endParaRPr lang="en-US" i="1" dirty="0" smtClean="0">
              <a:latin typeface="Times New Roman" pitchFamily="18" charset="0"/>
              <a:cs typeface="Times New Roman" pitchFamily="18" charset="0"/>
            </a:endParaRPr>
          </a:p>
          <a:p>
            <a:pPr>
              <a:buNone/>
            </a:pPr>
            <a:endParaRPr lang="en-US" i="1" dirty="0" smtClean="0">
              <a:latin typeface="Times New Roman" pitchFamily="18" charset="0"/>
              <a:cs typeface="Times New Roman" pitchFamily="18" charset="0"/>
            </a:endParaRPr>
          </a:p>
          <a:p>
            <a:endParaRPr lang="en-US" dirty="0"/>
          </a:p>
        </p:txBody>
      </p:sp>
    </p:spTree>
  </p:cSld>
  <p:clrMapOvr>
    <a:masterClrMapping/>
  </p:clrMapOvr>
  <mc:AlternateContent xmlns:mc="http://schemas.openxmlformats.org/markup-compatibility/2006">
    <mc:Choice xmlns:p14="http://schemas.microsoft.com/office/powerpoint/2010/main" xmlns="" Requires="p14">
      <p:transition spd="slow" p14:dur="1500">
        <p:split orient="vert"/>
      </p:transition>
    </mc:Choice>
    <mc:Fallback>
      <p:transition spd="slow">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2708920"/>
            <a:ext cx="9144000" cy="1431032"/>
          </a:xfrm>
        </p:spPr>
        <p:txBody>
          <a:bodyPr>
            <a:normAutofit fontScale="90000"/>
          </a:bodyPr>
          <a:lstStyle/>
          <a:p>
            <a:pPr algn="ctr"/>
            <a:r>
              <a:rPr lang="en-US" b="1" dirty="0" smtClean="0">
                <a:solidFill>
                  <a:srgbClr val="FF0000"/>
                </a:solidFill>
                <a:latin typeface="Times New Roman" pitchFamily="18" charset="0"/>
                <a:cs typeface="Times New Roman" pitchFamily="18" charset="0"/>
              </a:rPr>
              <a:t>KHI NÀO ĐƯA TRẺ ĐI KHÁM???</a:t>
            </a:r>
            <a:endParaRPr lang="en-US" b="1" dirty="0">
              <a:solidFill>
                <a:srgbClr val="FF0000"/>
              </a:solidFill>
              <a:latin typeface="Times New Roman" pitchFamily="18" charset="0"/>
              <a:cs typeface="Times New Roman" pitchFamily="18" charset="0"/>
            </a:endParaRPr>
          </a:p>
        </p:txBody>
      </p:sp>
    </p:spTree>
  </p:cSld>
  <p:clrMapOvr>
    <a:masterClrMapping/>
  </p:clrMapOvr>
  <mc:AlternateContent xmlns:mc="http://schemas.openxmlformats.org/markup-compatibility/2006">
    <mc:Choice xmlns:p14="http://schemas.microsoft.com/office/powerpoint/2010/main" xmlns="" Requires="p14">
      <p:transition spd="slow" p14:dur="1500">
        <p:split orient="vert"/>
      </p:transition>
    </mc:Choice>
    <mc:Fallback>
      <p:transition spd="slow">
        <p:split orient="vert"/>
      </p:transition>
    </mc:Fallback>
  </mc:AlternateContent>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3528" y="585661"/>
            <a:ext cx="8568952" cy="1261427"/>
          </a:xfrm>
        </p:spPr>
        <p:txBody>
          <a:bodyPr/>
          <a:lstStyle/>
          <a:p>
            <a:endParaRPr lang="en-US" sz="2600">
              <a:latin typeface="Times New Roman" pitchFamily="18" charset="0"/>
              <a:cs typeface="Times New Roman" pitchFamily="18" charset="0"/>
            </a:endParaRPr>
          </a:p>
        </p:txBody>
      </p:sp>
      <p:sp>
        <p:nvSpPr>
          <p:cNvPr id="3" name="Content Placeholder 2"/>
          <p:cNvSpPr>
            <a:spLocks noGrp="1"/>
          </p:cNvSpPr>
          <p:nvPr>
            <p:ph idx="1"/>
          </p:nvPr>
        </p:nvSpPr>
        <p:spPr>
          <a:xfrm>
            <a:off x="251520" y="1484784"/>
            <a:ext cx="8892480" cy="4911825"/>
          </a:xfrm>
        </p:spPr>
        <p:txBody>
          <a:bodyPr>
            <a:noAutofit/>
          </a:bodyPr>
          <a:lstStyle/>
          <a:p>
            <a:pPr lvl="0"/>
            <a:r>
              <a:rPr lang="en-US" sz="2400" dirty="0" err="1" smtClean="0">
                <a:latin typeface="Times New Roman" pitchFamily="18" charset="0"/>
                <a:cs typeface="Times New Roman" pitchFamily="18" charset="0"/>
              </a:rPr>
              <a:t>Trẻ</a:t>
            </a:r>
            <a:r>
              <a:rPr lang="en-US" sz="2400" dirty="0" smtClean="0">
                <a:latin typeface="Times New Roman" pitchFamily="18" charset="0"/>
                <a:cs typeface="Times New Roman" pitchFamily="18" charset="0"/>
              </a:rPr>
              <a:t> </a:t>
            </a:r>
            <a:r>
              <a:rPr lang="en-US" sz="2400" dirty="0" err="1" smtClean="0">
                <a:latin typeface="Times New Roman" pitchFamily="18" charset="0"/>
                <a:cs typeface="Times New Roman" pitchFamily="18" charset="0"/>
              </a:rPr>
              <a:t>dưới</a:t>
            </a:r>
            <a:r>
              <a:rPr lang="en-US" sz="2400" dirty="0" smtClean="0">
                <a:latin typeface="Times New Roman" pitchFamily="18" charset="0"/>
                <a:cs typeface="Times New Roman" pitchFamily="18" charset="0"/>
              </a:rPr>
              <a:t> 3 </a:t>
            </a:r>
            <a:r>
              <a:rPr lang="en-US" sz="2400" dirty="0" err="1" smtClean="0">
                <a:latin typeface="Times New Roman" pitchFamily="18" charset="0"/>
                <a:cs typeface="Times New Roman" pitchFamily="18" charset="0"/>
              </a:rPr>
              <a:t>tháng</a:t>
            </a:r>
            <a:r>
              <a:rPr lang="en-US" sz="2400" dirty="0" smtClean="0">
                <a:latin typeface="Times New Roman" pitchFamily="18" charset="0"/>
                <a:cs typeface="Times New Roman" pitchFamily="18" charset="0"/>
              </a:rPr>
              <a:t> </a:t>
            </a:r>
            <a:r>
              <a:rPr lang="en-US" sz="2400" dirty="0" err="1" smtClean="0">
                <a:latin typeface="Times New Roman" pitchFamily="18" charset="0"/>
                <a:cs typeface="Times New Roman" pitchFamily="18" charset="0"/>
              </a:rPr>
              <a:t>tuổi</a:t>
            </a:r>
            <a:r>
              <a:rPr lang="en-US" sz="2400" dirty="0" smtClean="0">
                <a:latin typeface="Times New Roman" pitchFamily="18" charset="0"/>
                <a:cs typeface="Times New Roman" pitchFamily="18" charset="0"/>
              </a:rPr>
              <a:t> </a:t>
            </a:r>
            <a:r>
              <a:rPr lang="en-US" sz="2400" dirty="0" err="1" smtClean="0">
                <a:latin typeface="Times New Roman" pitchFamily="18" charset="0"/>
                <a:cs typeface="Times New Roman" pitchFamily="18" charset="0"/>
              </a:rPr>
              <a:t>có</a:t>
            </a:r>
            <a:r>
              <a:rPr lang="en-US" sz="2400" dirty="0" smtClean="0">
                <a:latin typeface="Times New Roman" pitchFamily="18" charset="0"/>
                <a:cs typeface="Times New Roman" pitchFamily="18" charset="0"/>
              </a:rPr>
              <a:t> </a:t>
            </a:r>
            <a:r>
              <a:rPr lang="en-US" sz="2400" dirty="0" err="1" smtClean="0">
                <a:latin typeface="Times New Roman" pitchFamily="18" charset="0"/>
                <a:cs typeface="Times New Roman" pitchFamily="18" charset="0"/>
              </a:rPr>
              <a:t>nhiệt</a:t>
            </a:r>
            <a:r>
              <a:rPr lang="en-US" sz="2400" dirty="0" smtClean="0">
                <a:latin typeface="Times New Roman" pitchFamily="18" charset="0"/>
                <a:cs typeface="Times New Roman" pitchFamily="18" charset="0"/>
              </a:rPr>
              <a:t> </a:t>
            </a:r>
            <a:r>
              <a:rPr lang="en-US" sz="2400" dirty="0" err="1" smtClean="0">
                <a:latin typeface="Times New Roman" pitchFamily="18" charset="0"/>
                <a:cs typeface="Times New Roman" pitchFamily="18" charset="0"/>
              </a:rPr>
              <a:t>độ</a:t>
            </a:r>
            <a:r>
              <a:rPr lang="en-US" sz="2400" dirty="0" smtClean="0">
                <a:latin typeface="Times New Roman" pitchFamily="18" charset="0"/>
                <a:cs typeface="Times New Roman" pitchFamily="18" charset="0"/>
              </a:rPr>
              <a:t> </a:t>
            </a:r>
            <a:r>
              <a:rPr lang="en-US" sz="2400" dirty="0" err="1" smtClean="0">
                <a:latin typeface="Times New Roman" pitchFamily="18" charset="0"/>
                <a:cs typeface="Times New Roman" pitchFamily="18" charset="0"/>
              </a:rPr>
              <a:t>hậu</a:t>
            </a:r>
            <a:r>
              <a:rPr lang="en-US" sz="2400" dirty="0" smtClean="0">
                <a:latin typeface="Times New Roman" pitchFamily="18" charset="0"/>
                <a:cs typeface="Times New Roman" pitchFamily="18" charset="0"/>
              </a:rPr>
              <a:t> </a:t>
            </a:r>
            <a:r>
              <a:rPr lang="en-US" sz="2400" dirty="0" err="1" smtClean="0">
                <a:latin typeface="Times New Roman" pitchFamily="18" charset="0"/>
                <a:cs typeface="Times New Roman" pitchFamily="18" charset="0"/>
              </a:rPr>
              <a:t>môn</a:t>
            </a:r>
            <a:r>
              <a:rPr lang="en-US" sz="2400" dirty="0" smtClean="0">
                <a:latin typeface="Times New Roman" pitchFamily="18" charset="0"/>
                <a:cs typeface="Times New Roman" pitchFamily="18" charset="0"/>
              </a:rPr>
              <a:t> &gt;38ºC </a:t>
            </a:r>
            <a:r>
              <a:rPr lang="en-US" sz="2400" dirty="0" err="1" smtClean="0">
                <a:latin typeface="Times New Roman" pitchFamily="18" charset="0"/>
                <a:cs typeface="Times New Roman" pitchFamily="18" charset="0"/>
              </a:rPr>
              <a:t>hoặc</a:t>
            </a:r>
            <a:r>
              <a:rPr lang="en-US" sz="2400" dirty="0" smtClean="0">
                <a:latin typeface="Times New Roman" pitchFamily="18" charset="0"/>
                <a:cs typeface="Times New Roman" pitchFamily="18" charset="0"/>
              </a:rPr>
              <a:t> </a:t>
            </a:r>
            <a:r>
              <a:rPr lang="en-US" sz="2400" dirty="0" err="1" smtClean="0">
                <a:latin typeface="Times New Roman" pitchFamily="18" charset="0"/>
                <a:cs typeface="Times New Roman" pitchFamily="18" charset="0"/>
              </a:rPr>
              <a:t>trẻ</a:t>
            </a:r>
            <a:r>
              <a:rPr lang="en-US" sz="2400" dirty="0" smtClean="0">
                <a:latin typeface="Times New Roman" pitchFamily="18" charset="0"/>
                <a:cs typeface="Times New Roman" pitchFamily="18" charset="0"/>
              </a:rPr>
              <a:t> </a:t>
            </a:r>
            <a:r>
              <a:rPr lang="en-US" sz="2400" dirty="0" err="1" smtClean="0">
                <a:latin typeface="Times New Roman" pitchFamily="18" charset="0"/>
                <a:cs typeface="Times New Roman" pitchFamily="18" charset="0"/>
              </a:rPr>
              <a:t>lớn</a:t>
            </a:r>
            <a:r>
              <a:rPr lang="en-US" sz="2400" dirty="0" smtClean="0">
                <a:latin typeface="Times New Roman" pitchFamily="18" charset="0"/>
                <a:cs typeface="Times New Roman" pitchFamily="18" charset="0"/>
              </a:rPr>
              <a:t> </a:t>
            </a:r>
            <a:r>
              <a:rPr lang="en-US" sz="2400" dirty="0" err="1" smtClean="0">
                <a:latin typeface="Times New Roman" pitchFamily="18" charset="0"/>
                <a:cs typeface="Times New Roman" pitchFamily="18" charset="0"/>
              </a:rPr>
              <a:t>nhiệt</a:t>
            </a:r>
            <a:r>
              <a:rPr lang="en-US" sz="2400" dirty="0" smtClean="0">
                <a:latin typeface="Times New Roman" pitchFamily="18" charset="0"/>
                <a:cs typeface="Times New Roman" pitchFamily="18" charset="0"/>
              </a:rPr>
              <a:t> </a:t>
            </a:r>
            <a:r>
              <a:rPr lang="en-US" sz="2400" dirty="0" err="1" smtClean="0">
                <a:latin typeface="Times New Roman" pitchFamily="18" charset="0"/>
                <a:cs typeface="Times New Roman" pitchFamily="18" charset="0"/>
              </a:rPr>
              <a:t>độ</a:t>
            </a:r>
            <a:r>
              <a:rPr lang="en-US" sz="2400" dirty="0" smtClean="0">
                <a:latin typeface="Times New Roman" pitchFamily="18" charset="0"/>
                <a:cs typeface="Times New Roman" pitchFamily="18" charset="0"/>
              </a:rPr>
              <a:t> &gt;39ºC</a:t>
            </a:r>
            <a:endParaRPr lang="en-US" sz="2400" b="1" i="1" dirty="0" smtClean="0">
              <a:solidFill>
                <a:srgbClr val="C00000"/>
              </a:solidFill>
              <a:latin typeface="Times New Roman" pitchFamily="18" charset="0"/>
              <a:cs typeface="Times New Roman" pitchFamily="18" charset="0"/>
            </a:endParaRPr>
          </a:p>
          <a:p>
            <a:pPr lvl="0"/>
            <a:r>
              <a:rPr lang="en-US" sz="2400" dirty="0" err="1" smtClean="0">
                <a:latin typeface="Times New Roman" pitchFamily="18" charset="0"/>
                <a:cs typeface="Times New Roman" pitchFamily="18" charset="0"/>
              </a:rPr>
              <a:t>Trẻ</a:t>
            </a:r>
            <a:r>
              <a:rPr lang="en-US" sz="2400" dirty="0" smtClean="0">
                <a:latin typeface="Times New Roman" pitchFamily="18" charset="0"/>
                <a:cs typeface="Times New Roman" pitchFamily="18" charset="0"/>
              </a:rPr>
              <a:t> </a:t>
            </a:r>
            <a:r>
              <a:rPr lang="en-US" sz="2400" dirty="0" err="1" smtClean="0">
                <a:latin typeface="Times New Roman" pitchFamily="18" charset="0"/>
                <a:cs typeface="Times New Roman" pitchFamily="18" charset="0"/>
              </a:rPr>
              <a:t>bị</a:t>
            </a:r>
            <a:r>
              <a:rPr lang="en-US" sz="2400" dirty="0" smtClean="0">
                <a:latin typeface="Times New Roman" pitchFamily="18" charset="0"/>
                <a:cs typeface="Times New Roman" pitchFamily="18" charset="0"/>
              </a:rPr>
              <a:t> </a:t>
            </a:r>
            <a:r>
              <a:rPr lang="en-US" sz="2400" dirty="0" err="1" smtClean="0">
                <a:latin typeface="Times New Roman" pitchFamily="18" charset="0"/>
                <a:cs typeface="Times New Roman" pitchFamily="18" charset="0"/>
              </a:rPr>
              <a:t>sốt</a:t>
            </a:r>
            <a:r>
              <a:rPr lang="en-US" sz="2400" dirty="0" smtClean="0">
                <a:latin typeface="Times New Roman" pitchFamily="18" charset="0"/>
                <a:cs typeface="Times New Roman" pitchFamily="18" charset="0"/>
              </a:rPr>
              <a:t> &lt;39ºC </a:t>
            </a:r>
            <a:r>
              <a:rPr lang="en-US" sz="2400" dirty="0" err="1" smtClean="0">
                <a:latin typeface="Times New Roman" pitchFamily="18" charset="0"/>
                <a:cs typeface="Times New Roman" pitchFamily="18" charset="0"/>
              </a:rPr>
              <a:t>kèm</a:t>
            </a:r>
            <a:r>
              <a:rPr lang="en-US" sz="2400" dirty="0" smtClean="0">
                <a:latin typeface="Times New Roman" pitchFamily="18" charset="0"/>
                <a:cs typeface="Times New Roman" pitchFamily="18" charset="0"/>
              </a:rPr>
              <a:t> </a:t>
            </a:r>
            <a:r>
              <a:rPr lang="en-US" sz="2400" dirty="0" err="1" smtClean="0">
                <a:latin typeface="Times New Roman" pitchFamily="18" charset="0"/>
                <a:cs typeface="Times New Roman" pitchFamily="18" charset="0"/>
              </a:rPr>
              <a:t>theo</a:t>
            </a:r>
            <a:r>
              <a:rPr lang="en-US" sz="2400" dirty="0" smtClean="0">
                <a:latin typeface="Times New Roman" pitchFamily="18" charset="0"/>
                <a:cs typeface="Times New Roman" pitchFamily="18" charset="0"/>
              </a:rPr>
              <a:t>: </a:t>
            </a:r>
            <a:endParaRPr lang="en-US" sz="2400" b="1" i="1" dirty="0" smtClean="0">
              <a:solidFill>
                <a:srgbClr val="C00000"/>
              </a:solidFill>
              <a:latin typeface="Times New Roman" pitchFamily="18" charset="0"/>
              <a:cs typeface="Times New Roman" pitchFamily="18" charset="0"/>
            </a:endParaRPr>
          </a:p>
          <a:p>
            <a:pPr lvl="0">
              <a:buNone/>
            </a:pPr>
            <a:r>
              <a:rPr lang="en-US" sz="2400" dirty="0" smtClean="0">
                <a:latin typeface="Times New Roman" pitchFamily="18" charset="0"/>
                <a:cs typeface="Times New Roman" pitchFamily="18" charset="0"/>
              </a:rPr>
              <a:t>   + </a:t>
            </a:r>
            <a:r>
              <a:rPr lang="en-US" sz="2400" dirty="0" err="1" smtClean="0">
                <a:latin typeface="Times New Roman" pitchFamily="18" charset="0"/>
                <a:cs typeface="Times New Roman" pitchFamily="18" charset="0"/>
              </a:rPr>
              <a:t>Có</a:t>
            </a:r>
            <a:r>
              <a:rPr lang="en-US" sz="2400" dirty="0" smtClean="0">
                <a:latin typeface="Times New Roman" pitchFamily="18" charset="0"/>
                <a:cs typeface="Times New Roman" pitchFamily="18" charset="0"/>
              </a:rPr>
              <a:t> DH </a:t>
            </a:r>
            <a:r>
              <a:rPr lang="en-US" sz="2400" dirty="0" err="1" smtClean="0">
                <a:latin typeface="Times New Roman" pitchFamily="18" charset="0"/>
                <a:cs typeface="Times New Roman" pitchFamily="18" charset="0"/>
              </a:rPr>
              <a:t>mất</a:t>
            </a:r>
            <a:r>
              <a:rPr lang="en-US" sz="2400" dirty="0" smtClean="0">
                <a:latin typeface="Times New Roman" pitchFamily="18" charset="0"/>
                <a:cs typeface="Times New Roman" pitchFamily="18" charset="0"/>
              </a:rPr>
              <a:t> </a:t>
            </a:r>
            <a:r>
              <a:rPr lang="en-US" sz="2400" dirty="0" err="1" smtClean="0">
                <a:latin typeface="Times New Roman" pitchFamily="18" charset="0"/>
                <a:cs typeface="Times New Roman" pitchFamily="18" charset="0"/>
              </a:rPr>
              <a:t>nước</a:t>
            </a:r>
            <a:r>
              <a:rPr lang="en-US" sz="2400" dirty="0" smtClean="0">
                <a:latin typeface="Times New Roman" pitchFamily="18" charset="0"/>
                <a:cs typeface="Times New Roman" pitchFamily="18" charset="0"/>
              </a:rPr>
              <a:t>: </a:t>
            </a:r>
            <a:r>
              <a:rPr lang="en-US" sz="2400" dirty="0" err="1" smtClean="0">
                <a:latin typeface="Times New Roman" pitchFamily="18" charset="0"/>
                <a:cs typeface="Times New Roman" pitchFamily="18" charset="0"/>
              </a:rPr>
              <a:t>tinh</a:t>
            </a:r>
            <a:r>
              <a:rPr lang="en-US" sz="2400" dirty="0" smtClean="0">
                <a:latin typeface="Times New Roman" pitchFamily="18" charset="0"/>
                <a:cs typeface="Times New Roman" pitchFamily="18" charset="0"/>
              </a:rPr>
              <a:t> </a:t>
            </a:r>
            <a:r>
              <a:rPr lang="en-US" sz="2400" dirty="0" err="1" smtClean="0">
                <a:latin typeface="Times New Roman" pitchFamily="18" charset="0"/>
                <a:cs typeface="Times New Roman" pitchFamily="18" charset="0"/>
              </a:rPr>
              <a:t>thần</a:t>
            </a:r>
            <a:r>
              <a:rPr lang="en-US" sz="2400" dirty="0" smtClean="0">
                <a:latin typeface="Times New Roman" pitchFamily="18" charset="0"/>
                <a:cs typeface="Times New Roman" pitchFamily="18" charset="0"/>
              </a:rPr>
              <a:t> </a:t>
            </a:r>
            <a:r>
              <a:rPr lang="en-US" sz="2400" dirty="0" err="1" smtClean="0">
                <a:latin typeface="Times New Roman" pitchFamily="18" charset="0"/>
                <a:cs typeface="Times New Roman" pitchFamily="18" charset="0"/>
              </a:rPr>
              <a:t>kích</a:t>
            </a:r>
            <a:r>
              <a:rPr lang="en-US" sz="2400" dirty="0" smtClean="0">
                <a:latin typeface="Times New Roman" pitchFamily="18" charset="0"/>
                <a:cs typeface="Times New Roman" pitchFamily="18" charset="0"/>
              </a:rPr>
              <a:t> </a:t>
            </a:r>
            <a:r>
              <a:rPr lang="en-US" sz="2400" dirty="0" err="1" smtClean="0">
                <a:latin typeface="Times New Roman" pitchFamily="18" charset="0"/>
                <a:cs typeface="Times New Roman" pitchFamily="18" charset="0"/>
              </a:rPr>
              <a:t>thích</a:t>
            </a:r>
            <a:r>
              <a:rPr lang="en-US" sz="2400" dirty="0" smtClean="0">
                <a:latin typeface="Times New Roman" pitchFamily="18" charset="0"/>
                <a:cs typeface="Times New Roman" pitchFamily="18" charset="0"/>
              </a:rPr>
              <a:t> </a:t>
            </a:r>
            <a:r>
              <a:rPr lang="en-US" sz="2400" dirty="0" err="1" smtClean="0">
                <a:latin typeface="Times New Roman" pitchFamily="18" charset="0"/>
                <a:cs typeface="Times New Roman" pitchFamily="18" charset="0"/>
              </a:rPr>
              <a:t>vật</a:t>
            </a:r>
            <a:r>
              <a:rPr lang="en-US" sz="2400" dirty="0" smtClean="0">
                <a:latin typeface="Times New Roman" pitchFamily="18" charset="0"/>
                <a:cs typeface="Times New Roman" pitchFamily="18" charset="0"/>
              </a:rPr>
              <a:t> </a:t>
            </a:r>
            <a:r>
              <a:rPr lang="en-US" sz="2400" dirty="0" err="1" smtClean="0">
                <a:latin typeface="Times New Roman" pitchFamily="18" charset="0"/>
                <a:cs typeface="Times New Roman" pitchFamily="18" charset="0"/>
              </a:rPr>
              <a:t>vã</a:t>
            </a:r>
            <a:r>
              <a:rPr lang="en-US" sz="2400" dirty="0" smtClean="0">
                <a:latin typeface="Times New Roman" pitchFamily="18" charset="0"/>
                <a:cs typeface="Times New Roman" pitchFamily="18" charset="0"/>
              </a:rPr>
              <a:t> </a:t>
            </a:r>
            <a:r>
              <a:rPr lang="en-US" sz="2400" dirty="0" err="1" smtClean="0">
                <a:latin typeface="Times New Roman" pitchFamily="18" charset="0"/>
                <a:cs typeface="Times New Roman" pitchFamily="18" charset="0"/>
              </a:rPr>
              <a:t>hoặc</a:t>
            </a:r>
            <a:r>
              <a:rPr lang="en-US" sz="2400" dirty="0" smtClean="0">
                <a:latin typeface="Times New Roman" pitchFamily="18" charset="0"/>
                <a:cs typeface="Times New Roman" pitchFamily="18" charset="0"/>
              </a:rPr>
              <a:t> </a:t>
            </a:r>
            <a:r>
              <a:rPr lang="en-US" sz="2400" dirty="0" err="1" smtClean="0">
                <a:latin typeface="Times New Roman" pitchFamily="18" charset="0"/>
                <a:cs typeface="Times New Roman" pitchFamily="18" charset="0"/>
              </a:rPr>
              <a:t>li</a:t>
            </a:r>
            <a:r>
              <a:rPr lang="en-US" sz="2400" dirty="0" smtClean="0">
                <a:latin typeface="Times New Roman" pitchFamily="18" charset="0"/>
                <a:cs typeface="Times New Roman" pitchFamily="18" charset="0"/>
              </a:rPr>
              <a:t> </a:t>
            </a:r>
            <a:r>
              <a:rPr lang="en-US" sz="2400" dirty="0" err="1" smtClean="0">
                <a:latin typeface="Times New Roman" pitchFamily="18" charset="0"/>
                <a:cs typeface="Times New Roman" pitchFamily="18" charset="0"/>
              </a:rPr>
              <a:t>bì</a:t>
            </a:r>
            <a:r>
              <a:rPr lang="en-US" sz="2400" dirty="0" smtClean="0">
                <a:latin typeface="Times New Roman" pitchFamily="18" charset="0"/>
                <a:cs typeface="Times New Roman" pitchFamily="18" charset="0"/>
              </a:rPr>
              <a:t> </a:t>
            </a:r>
            <a:r>
              <a:rPr lang="en-US" sz="2400" dirty="0" err="1" smtClean="0">
                <a:latin typeface="Times New Roman" pitchFamily="18" charset="0"/>
                <a:cs typeface="Times New Roman" pitchFamily="18" charset="0"/>
              </a:rPr>
              <a:t>hôn</a:t>
            </a:r>
            <a:r>
              <a:rPr lang="en-US" sz="2400" dirty="0" smtClean="0">
                <a:latin typeface="Times New Roman" pitchFamily="18" charset="0"/>
                <a:cs typeface="Times New Roman" pitchFamily="18" charset="0"/>
              </a:rPr>
              <a:t> </a:t>
            </a:r>
            <a:r>
              <a:rPr lang="en-US" sz="2400" dirty="0" err="1" smtClean="0">
                <a:latin typeface="Times New Roman" pitchFamily="18" charset="0"/>
                <a:cs typeface="Times New Roman" pitchFamily="18" charset="0"/>
              </a:rPr>
              <a:t>mê</a:t>
            </a:r>
            <a:r>
              <a:rPr lang="en-US" sz="2400" dirty="0" smtClean="0">
                <a:latin typeface="Times New Roman" pitchFamily="18" charset="0"/>
                <a:cs typeface="Times New Roman" pitchFamily="18" charset="0"/>
              </a:rPr>
              <a:t>, </a:t>
            </a:r>
            <a:r>
              <a:rPr lang="en-US" sz="2400" dirty="0" err="1" smtClean="0">
                <a:latin typeface="Times New Roman" pitchFamily="18" charset="0"/>
                <a:cs typeface="Times New Roman" pitchFamily="18" charset="0"/>
              </a:rPr>
              <a:t>mắt</a:t>
            </a:r>
            <a:r>
              <a:rPr lang="en-US" sz="2400" dirty="0" smtClean="0">
                <a:latin typeface="Times New Roman" pitchFamily="18" charset="0"/>
                <a:cs typeface="Times New Roman" pitchFamily="18" charset="0"/>
              </a:rPr>
              <a:t> </a:t>
            </a:r>
            <a:r>
              <a:rPr lang="en-US" sz="2400" dirty="0" err="1" smtClean="0">
                <a:latin typeface="Times New Roman" pitchFamily="18" charset="0"/>
                <a:cs typeface="Times New Roman" pitchFamily="18" charset="0"/>
              </a:rPr>
              <a:t>trũng</a:t>
            </a:r>
            <a:r>
              <a:rPr lang="en-US" sz="2400" dirty="0" smtClean="0">
                <a:latin typeface="Times New Roman" pitchFamily="18" charset="0"/>
                <a:cs typeface="Times New Roman" pitchFamily="18" charset="0"/>
              </a:rPr>
              <a:t>, </a:t>
            </a:r>
            <a:r>
              <a:rPr lang="en-US" sz="2400" dirty="0" err="1" smtClean="0">
                <a:latin typeface="Times New Roman" pitchFamily="18" charset="0"/>
                <a:cs typeface="Times New Roman" pitchFamily="18" charset="0"/>
              </a:rPr>
              <a:t>khóc</a:t>
            </a:r>
            <a:r>
              <a:rPr lang="en-US" sz="2400" dirty="0" smtClean="0">
                <a:latin typeface="Times New Roman" pitchFamily="18" charset="0"/>
                <a:cs typeface="Times New Roman" pitchFamily="18" charset="0"/>
              </a:rPr>
              <a:t> </a:t>
            </a:r>
            <a:r>
              <a:rPr lang="en-US" sz="2400" dirty="0" err="1" smtClean="0">
                <a:latin typeface="Times New Roman" pitchFamily="18" charset="0"/>
                <a:cs typeface="Times New Roman" pitchFamily="18" charset="0"/>
              </a:rPr>
              <a:t>không</a:t>
            </a:r>
            <a:r>
              <a:rPr lang="en-US" sz="2400" dirty="0" smtClean="0">
                <a:latin typeface="Times New Roman" pitchFamily="18" charset="0"/>
                <a:cs typeface="Times New Roman" pitchFamily="18" charset="0"/>
              </a:rPr>
              <a:t> </a:t>
            </a:r>
            <a:r>
              <a:rPr lang="en-US" sz="2400" dirty="0" err="1" smtClean="0">
                <a:latin typeface="Times New Roman" pitchFamily="18" charset="0"/>
                <a:cs typeface="Times New Roman" pitchFamily="18" charset="0"/>
              </a:rPr>
              <a:t>có</a:t>
            </a:r>
            <a:r>
              <a:rPr lang="en-US" sz="2400" dirty="0" smtClean="0">
                <a:latin typeface="Times New Roman" pitchFamily="18" charset="0"/>
                <a:cs typeface="Times New Roman" pitchFamily="18" charset="0"/>
              </a:rPr>
              <a:t> </a:t>
            </a:r>
            <a:r>
              <a:rPr lang="en-US" sz="2400" dirty="0" err="1" smtClean="0">
                <a:latin typeface="Times New Roman" pitchFamily="18" charset="0"/>
                <a:cs typeface="Times New Roman" pitchFamily="18" charset="0"/>
              </a:rPr>
              <a:t>nước</a:t>
            </a:r>
            <a:r>
              <a:rPr lang="en-US" sz="2400" dirty="0" smtClean="0">
                <a:latin typeface="Times New Roman" pitchFamily="18" charset="0"/>
                <a:cs typeface="Times New Roman" pitchFamily="18" charset="0"/>
              </a:rPr>
              <a:t> </a:t>
            </a:r>
            <a:r>
              <a:rPr lang="en-US" sz="2400" dirty="0" err="1" smtClean="0">
                <a:latin typeface="Times New Roman" pitchFamily="18" charset="0"/>
                <a:cs typeface="Times New Roman" pitchFamily="18" charset="0"/>
              </a:rPr>
              <a:t>mắt</a:t>
            </a:r>
            <a:r>
              <a:rPr lang="en-US" sz="2400" dirty="0" smtClean="0">
                <a:latin typeface="Times New Roman" pitchFamily="18" charset="0"/>
                <a:cs typeface="Times New Roman" pitchFamily="18" charset="0"/>
              </a:rPr>
              <a:t>, </a:t>
            </a:r>
            <a:r>
              <a:rPr lang="en-US" sz="2400" dirty="0" err="1" smtClean="0">
                <a:latin typeface="Times New Roman" pitchFamily="18" charset="0"/>
                <a:cs typeface="Times New Roman" pitchFamily="18" charset="0"/>
              </a:rPr>
              <a:t>không</a:t>
            </a:r>
            <a:r>
              <a:rPr lang="en-US" sz="2400" dirty="0" smtClean="0">
                <a:latin typeface="Times New Roman" pitchFamily="18" charset="0"/>
                <a:cs typeface="Times New Roman" pitchFamily="18" charset="0"/>
              </a:rPr>
              <a:t> </a:t>
            </a:r>
            <a:r>
              <a:rPr lang="en-US" sz="2400" dirty="0" err="1" smtClean="0">
                <a:latin typeface="Times New Roman" pitchFamily="18" charset="0"/>
                <a:cs typeface="Times New Roman" pitchFamily="18" charset="0"/>
              </a:rPr>
              <a:t>uống</a:t>
            </a:r>
            <a:r>
              <a:rPr lang="en-US" sz="2400" dirty="0" smtClean="0">
                <a:latin typeface="Times New Roman" pitchFamily="18" charset="0"/>
                <a:cs typeface="Times New Roman" pitchFamily="18" charset="0"/>
              </a:rPr>
              <a:t>/ </a:t>
            </a:r>
            <a:r>
              <a:rPr lang="en-US" sz="2400" dirty="0" err="1" smtClean="0">
                <a:latin typeface="Times New Roman" pitchFamily="18" charset="0"/>
                <a:cs typeface="Times New Roman" pitchFamily="18" charset="0"/>
              </a:rPr>
              <a:t>bú</a:t>
            </a:r>
            <a:r>
              <a:rPr lang="en-US" sz="2400" dirty="0" smtClean="0">
                <a:latin typeface="Times New Roman" pitchFamily="18" charset="0"/>
                <a:cs typeface="Times New Roman" pitchFamily="18" charset="0"/>
              </a:rPr>
              <a:t> </a:t>
            </a:r>
            <a:r>
              <a:rPr lang="en-US" sz="2400" dirty="0" err="1" smtClean="0">
                <a:latin typeface="Times New Roman" pitchFamily="18" charset="0"/>
                <a:cs typeface="Times New Roman" pitchFamily="18" charset="0"/>
              </a:rPr>
              <a:t>được</a:t>
            </a:r>
            <a:r>
              <a:rPr lang="en-US" sz="2400" dirty="0" smtClean="0">
                <a:latin typeface="Times New Roman" pitchFamily="18" charset="0"/>
                <a:cs typeface="Times New Roman" pitchFamily="18" charset="0"/>
              </a:rPr>
              <a:t> hay </a:t>
            </a:r>
            <a:r>
              <a:rPr lang="en-US" sz="2400" dirty="0" err="1" smtClean="0">
                <a:latin typeface="Times New Roman" pitchFamily="18" charset="0"/>
                <a:cs typeface="Times New Roman" pitchFamily="18" charset="0"/>
              </a:rPr>
              <a:t>nôn</a:t>
            </a:r>
            <a:r>
              <a:rPr lang="en-US" sz="2400" dirty="0" smtClean="0">
                <a:latin typeface="Times New Roman" pitchFamily="18" charset="0"/>
                <a:cs typeface="Times New Roman" pitchFamily="18" charset="0"/>
              </a:rPr>
              <a:t> </a:t>
            </a:r>
            <a:r>
              <a:rPr lang="en-US" sz="2400" dirty="0" err="1" smtClean="0">
                <a:latin typeface="Times New Roman" pitchFamily="18" charset="0"/>
                <a:cs typeface="Times New Roman" pitchFamily="18" charset="0"/>
              </a:rPr>
              <a:t>nhiều</a:t>
            </a:r>
            <a:r>
              <a:rPr lang="en-US" sz="2400" dirty="0" smtClean="0">
                <a:latin typeface="Times New Roman" pitchFamily="18" charset="0"/>
                <a:cs typeface="Times New Roman" pitchFamily="18" charset="0"/>
              </a:rPr>
              <a:t>..</a:t>
            </a:r>
            <a:endParaRPr lang="en-US" sz="2400" i="1" dirty="0" smtClean="0">
              <a:latin typeface="Times New Roman" pitchFamily="18" charset="0"/>
              <a:cs typeface="Times New Roman" pitchFamily="18" charset="0"/>
            </a:endParaRPr>
          </a:p>
          <a:p>
            <a:pPr lvl="0">
              <a:buNone/>
            </a:pPr>
            <a:r>
              <a:rPr lang="en-US" sz="2400" dirty="0" smtClean="0">
                <a:latin typeface="Times New Roman" pitchFamily="18" charset="0"/>
                <a:cs typeface="Times New Roman" pitchFamily="18" charset="0"/>
              </a:rPr>
              <a:t>   + </a:t>
            </a:r>
            <a:r>
              <a:rPr lang="en-US" sz="2400" dirty="0" err="1" smtClean="0">
                <a:latin typeface="Times New Roman" pitchFamily="18" charset="0"/>
                <a:cs typeface="Times New Roman" pitchFamily="18" charset="0"/>
              </a:rPr>
              <a:t>Tiêu</a:t>
            </a:r>
            <a:r>
              <a:rPr lang="en-US" sz="2400" dirty="0" smtClean="0">
                <a:latin typeface="Times New Roman" pitchFamily="18" charset="0"/>
                <a:cs typeface="Times New Roman" pitchFamily="18" charset="0"/>
              </a:rPr>
              <a:t> </a:t>
            </a:r>
            <a:r>
              <a:rPr lang="en-US" sz="2400" dirty="0" err="1" smtClean="0">
                <a:latin typeface="Times New Roman" pitchFamily="18" charset="0"/>
                <a:cs typeface="Times New Roman" pitchFamily="18" charset="0"/>
              </a:rPr>
              <a:t>chảy</a:t>
            </a:r>
            <a:r>
              <a:rPr lang="en-US" sz="2400" dirty="0" smtClean="0">
                <a:latin typeface="Times New Roman" pitchFamily="18" charset="0"/>
                <a:cs typeface="Times New Roman" pitchFamily="18" charset="0"/>
              </a:rPr>
              <a:t>..</a:t>
            </a:r>
            <a:endParaRPr lang="en-US" sz="2400" i="1" dirty="0" smtClean="0">
              <a:latin typeface="Times New Roman" pitchFamily="18" charset="0"/>
              <a:cs typeface="Times New Roman" pitchFamily="18" charset="0"/>
            </a:endParaRPr>
          </a:p>
          <a:p>
            <a:pPr lvl="0">
              <a:buNone/>
            </a:pPr>
            <a:r>
              <a:rPr lang="en-US" sz="2400" dirty="0" smtClean="0">
                <a:latin typeface="Times New Roman" pitchFamily="18" charset="0"/>
                <a:cs typeface="Times New Roman" pitchFamily="18" charset="0"/>
              </a:rPr>
              <a:t>   + </a:t>
            </a:r>
            <a:r>
              <a:rPr lang="en-US" sz="2400" dirty="0" err="1" smtClean="0">
                <a:latin typeface="Times New Roman" pitchFamily="18" charset="0"/>
                <a:cs typeface="Times New Roman" pitchFamily="18" charset="0"/>
              </a:rPr>
              <a:t>Có</a:t>
            </a:r>
            <a:r>
              <a:rPr lang="en-US" sz="2400" dirty="0" smtClean="0">
                <a:latin typeface="Times New Roman" pitchFamily="18" charset="0"/>
                <a:cs typeface="Times New Roman" pitchFamily="18" charset="0"/>
              </a:rPr>
              <a:t> ho, </a:t>
            </a:r>
            <a:r>
              <a:rPr lang="en-US" sz="2400" dirty="0" err="1" smtClean="0">
                <a:latin typeface="Times New Roman" pitchFamily="18" charset="0"/>
                <a:cs typeface="Times New Roman" pitchFamily="18" charset="0"/>
              </a:rPr>
              <a:t>đau</a:t>
            </a:r>
            <a:r>
              <a:rPr lang="en-US" sz="2400" dirty="0" smtClean="0">
                <a:latin typeface="Times New Roman" pitchFamily="18" charset="0"/>
                <a:cs typeface="Times New Roman" pitchFamily="18" charset="0"/>
              </a:rPr>
              <a:t> </a:t>
            </a:r>
            <a:r>
              <a:rPr lang="en-US" sz="2400" dirty="0" err="1" smtClean="0">
                <a:latin typeface="Times New Roman" pitchFamily="18" charset="0"/>
                <a:cs typeface="Times New Roman" pitchFamily="18" charset="0"/>
              </a:rPr>
              <a:t>họng</a:t>
            </a:r>
            <a:r>
              <a:rPr lang="en-US" sz="2400" dirty="0" smtClean="0">
                <a:latin typeface="Times New Roman" pitchFamily="18" charset="0"/>
                <a:cs typeface="Times New Roman" pitchFamily="18" charset="0"/>
              </a:rPr>
              <a:t> </a:t>
            </a:r>
            <a:r>
              <a:rPr lang="en-US" sz="2400" dirty="0" err="1" smtClean="0">
                <a:latin typeface="Times New Roman" pitchFamily="18" charset="0"/>
                <a:cs typeface="Times New Roman" pitchFamily="18" charset="0"/>
              </a:rPr>
              <a:t>hoặc</a:t>
            </a:r>
            <a:r>
              <a:rPr lang="en-US" sz="2400" dirty="0" smtClean="0">
                <a:latin typeface="Times New Roman" pitchFamily="18" charset="0"/>
                <a:cs typeface="Times New Roman" pitchFamily="18" charset="0"/>
              </a:rPr>
              <a:t> </a:t>
            </a:r>
            <a:r>
              <a:rPr lang="en-US" sz="2400" dirty="0" err="1" smtClean="0">
                <a:latin typeface="Times New Roman" pitchFamily="18" charset="0"/>
                <a:cs typeface="Times New Roman" pitchFamily="18" charset="0"/>
              </a:rPr>
              <a:t>đau</a:t>
            </a:r>
            <a:r>
              <a:rPr lang="en-US" sz="2400" dirty="0" smtClean="0">
                <a:latin typeface="Times New Roman" pitchFamily="18" charset="0"/>
                <a:cs typeface="Times New Roman" pitchFamily="18" charset="0"/>
              </a:rPr>
              <a:t> tai</a:t>
            </a:r>
            <a:endParaRPr lang="en-US" sz="2400" i="1" dirty="0" smtClean="0">
              <a:latin typeface="Times New Roman" pitchFamily="18" charset="0"/>
              <a:cs typeface="Times New Roman" pitchFamily="18" charset="0"/>
            </a:endParaRPr>
          </a:p>
          <a:p>
            <a:pPr lvl="0">
              <a:buNone/>
            </a:pPr>
            <a:r>
              <a:rPr lang="en-US" sz="2400" dirty="0" smtClean="0">
                <a:latin typeface="Times New Roman" pitchFamily="18" charset="0"/>
                <a:cs typeface="Times New Roman" pitchFamily="18" charset="0"/>
              </a:rPr>
              <a:t>   + </a:t>
            </a:r>
            <a:r>
              <a:rPr lang="en-US" sz="2400" dirty="0" err="1" smtClean="0">
                <a:latin typeface="Times New Roman" pitchFamily="18" charset="0"/>
                <a:cs typeface="Times New Roman" pitchFamily="18" charset="0"/>
              </a:rPr>
              <a:t>Có</a:t>
            </a:r>
            <a:r>
              <a:rPr lang="en-US" sz="2400" dirty="0" smtClean="0">
                <a:latin typeface="Times New Roman" pitchFamily="18" charset="0"/>
                <a:cs typeface="Times New Roman" pitchFamily="18" charset="0"/>
              </a:rPr>
              <a:t> </a:t>
            </a:r>
            <a:r>
              <a:rPr lang="en-US" sz="2400" dirty="0" err="1" smtClean="0">
                <a:latin typeface="Times New Roman" pitchFamily="18" charset="0"/>
                <a:cs typeface="Times New Roman" pitchFamily="18" charset="0"/>
              </a:rPr>
              <a:t>phát</a:t>
            </a:r>
            <a:r>
              <a:rPr lang="en-US" sz="2400" dirty="0" smtClean="0">
                <a:latin typeface="Times New Roman" pitchFamily="18" charset="0"/>
                <a:cs typeface="Times New Roman" pitchFamily="18" charset="0"/>
              </a:rPr>
              <a:t> ban, </a:t>
            </a:r>
            <a:r>
              <a:rPr lang="en-US" sz="2400" dirty="0" err="1" smtClean="0">
                <a:latin typeface="Times New Roman" pitchFamily="18" charset="0"/>
                <a:cs typeface="Times New Roman" pitchFamily="18" charset="0"/>
              </a:rPr>
              <a:t>đặc</a:t>
            </a:r>
            <a:r>
              <a:rPr lang="en-US" sz="2400" dirty="0" smtClean="0">
                <a:latin typeface="Times New Roman" pitchFamily="18" charset="0"/>
                <a:cs typeface="Times New Roman" pitchFamily="18" charset="0"/>
              </a:rPr>
              <a:t> </a:t>
            </a:r>
            <a:r>
              <a:rPr lang="en-US" sz="2400" dirty="0" err="1" smtClean="0">
                <a:latin typeface="Times New Roman" pitchFamily="18" charset="0"/>
                <a:cs typeface="Times New Roman" pitchFamily="18" charset="0"/>
              </a:rPr>
              <a:t>biệt</a:t>
            </a:r>
            <a:r>
              <a:rPr lang="en-US" sz="2400" dirty="0" smtClean="0">
                <a:latin typeface="Times New Roman" pitchFamily="18" charset="0"/>
                <a:cs typeface="Times New Roman" pitchFamily="18" charset="0"/>
              </a:rPr>
              <a:t> </a:t>
            </a:r>
            <a:r>
              <a:rPr lang="en-US" sz="2400" dirty="0" err="1" smtClean="0">
                <a:latin typeface="Times New Roman" pitchFamily="18" charset="0"/>
                <a:cs typeface="Times New Roman" pitchFamily="18" charset="0"/>
              </a:rPr>
              <a:t>chú</a:t>
            </a:r>
            <a:r>
              <a:rPr lang="en-US" sz="2400" dirty="0" smtClean="0">
                <a:latin typeface="Times New Roman" pitchFamily="18" charset="0"/>
                <a:cs typeface="Times New Roman" pitchFamily="18" charset="0"/>
              </a:rPr>
              <a:t> ý </a:t>
            </a:r>
            <a:r>
              <a:rPr lang="en-US" sz="2400" dirty="0" err="1" smtClean="0">
                <a:latin typeface="Times New Roman" pitchFamily="18" charset="0"/>
                <a:cs typeface="Times New Roman" pitchFamily="18" charset="0"/>
              </a:rPr>
              <a:t>khi</a:t>
            </a:r>
            <a:r>
              <a:rPr lang="en-US" sz="2400" dirty="0" smtClean="0">
                <a:latin typeface="Times New Roman" pitchFamily="18" charset="0"/>
                <a:cs typeface="Times New Roman" pitchFamily="18" charset="0"/>
              </a:rPr>
              <a:t> </a:t>
            </a:r>
            <a:r>
              <a:rPr lang="en-US" sz="2400" dirty="0" err="1" smtClean="0">
                <a:latin typeface="Times New Roman" pitchFamily="18" charset="0"/>
                <a:cs typeface="Times New Roman" pitchFamily="18" charset="0"/>
              </a:rPr>
              <a:t>đang</a:t>
            </a:r>
            <a:r>
              <a:rPr lang="en-US" sz="2400" dirty="0" smtClean="0">
                <a:latin typeface="Times New Roman" pitchFamily="18" charset="0"/>
                <a:cs typeface="Times New Roman" pitchFamily="18" charset="0"/>
              </a:rPr>
              <a:t> </a:t>
            </a:r>
            <a:r>
              <a:rPr lang="en-US" sz="2400" dirty="0" err="1" smtClean="0">
                <a:latin typeface="Times New Roman" pitchFamily="18" charset="0"/>
                <a:cs typeface="Times New Roman" pitchFamily="18" charset="0"/>
              </a:rPr>
              <a:t>trong</a:t>
            </a:r>
            <a:r>
              <a:rPr lang="en-US" sz="2400" dirty="0" smtClean="0">
                <a:latin typeface="Times New Roman" pitchFamily="18" charset="0"/>
                <a:cs typeface="Times New Roman" pitchFamily="18" charset="0"/>
              </a:rPr>
              <a:t> </a:t>
            </a:r>
            <a:r>
              <a:rPr lang="en-US" sz="2400" dirty="0" err="1" smtClean="0">
                <a:latin typeface="Times New Roman" pitchFamily="18" charset="0"/>
                <a:cs typeface="Times New Roman" pitchFamily="18" charset="0"/>
              </a:rPr>
              <a:t>dịch</a:t>
            </a:r>
            <a:r>
              <a:rPr lang="en-US" sz="2400" dirty="0" smtClean="0">
                <a:latin typeface="Times New Roman" pitchFamily="18" charset="0"/>
                <a:cs typeface="Times New Roman" pitchFamily="18" charset="0"/>
              </a:rPr>
              <a:t> </a:t>
            </a:r>
            <a:r>
              <a:rPr lang="en-US" sz="2400" dirty="0" err="1" smtClean="0">
                <a:latin typeface="Times New Roman" pitchFamily="18" charset="0"/>
                <a:cs typeface="Times New Roman" pitchFamily="18" charset="0"/>
              </a:rPr>
              <a:t>tay</a:t>
            </a:r>
            <a:r>
              <a:rPr lang="en-US" sz="2400" dirty="0" smtClean="0">
                <a:latin typeface="Times New Roman" pitchFamily="18" charset="0"/>
                <a:cs typeface="Times New Roman" pitchFamily="18" charset="0"/>
              </a:rPr>
              <a:t> </a:t>
            </a:r>
            <a:r>
              <a:rPr lang="en-US" sz="2400" dirty="0" err="1" smtClean="0">
                <a:latin typeface="Times New Roman" pitchFamily="18" charset="0"/>
                <a:cs typeface="Times New Roman" pitchFamily="18" charset="0"/>
              </a:rPr>
              <a:t>chân</a:t>
            </a:r>
            <a:r>
              <a:rPr lang="en-US" sz="2400" dirty="0" smtClean="0">
                <a:latin typeface="Times New Roman" pitchFamily="18" charset="0"/>
                <a:cs typeface="Times New Roman" pitchFamily="18" charset="0"/>
              </a:rPr>
              <a:t> </a:t>
            </a:r>
            <a:r>
              <a:rPr lang="en-US" sz="2400" dirty="0" err="1" smtClean="0">
                <a:latin typeface="Times New Roman" pitchFamily="18" charset="0"/>
                <a:cs typeface="Times New Roman" pitchFamily="18" charset="0"/>
              </a:rPr>
              <a:t>miệng</a:t>
            </a:r>
            <a:r>
              <a:rPr lang="en-US" sz="2400" dirty="0" smtClean="0">
                <a:latin typeface="Times New Roman" pitchFamily="18" charset="0"/>
                <a:cs typeface="Times New Roman" pitchFamily="18" charset="0"/>
              </a:rPr>
              <a:t>..</a:t>
            </a:r>
            <a:endParaRPr lang="en-US" sz="2400" i="1" dirty="0" smtClean="0">
              <a:latin typeface="Times New Roman" pitchFamily="18" charset="0"/>
              <a:cs typeface="Times New Roman" pitchFamily="18" charset="0"/>
            </a:endParaRPr>
          </a:p>
          <a:p>
            <a:pPr lvl="0">
              <a:buNone/>
            </a:pPr>
            <a:r>
              <a:rPr lang="en-US" sz="2400" dirty="0" smtClean="0">
                <a:latin typeface="Times New Roman" pitchFamily="18" charset="0"/>
                <a:cs typeface="Times New Roman" pitchFamily="18" charset="0"/>
              </a:rPr>
              <a:t>   + </a:t>
            </a:r>
            <a:r>
              <a:rPr lang="en-US" sz="2400" dirty="0" err="1" smtClean="0">
                <a:latin typeface="Times New Roman" pitchFamily="18" charset="0"/>
                <a:cs typeface="Times New Roman" pitchFamily="18" charset="0"/>
              </a:rPr>
              <a:t>Kêu</a:t>
            </a:r>
            <a:r>
              <a:rPr lang="en-US" sz="2400" dirty="0" smtClean="0">
                <a:latin typeface="Times New Roman" pitchFamily="18" charset="0"/>
                <a:cs typeface="Times New Roman" pitchFamily="18" charset="0"/>
              </a:rPr>
              <a:t> </a:t>
            </a:r>
            <a:r>
              <a:rPr lang="en-US" sz="2400" dirty="0" err="1" smtClean="0">
                <a:latin typeface="Times New Roman" pitchFamily="18" charset="0"/>
                <a:cs typeface="Times New Roman" pitchFamily="18" charset="0"/>
              </a:rPr>
              <a:t>đau</a:t>
            </a:r>
            <a:r>
              <a:rPr lang="en-US" sz="2400" dirty="0" smtClean="0">
                <a:latin typeface="Times New Roman" pitchFamily="18" charset="0"/>
                <a:cs typeface="Times New Roman" pitchFamily="18" charset="0"/>
              </a:rPr>
              <a:t> </a:t>
            </a:r>
            <a:r>
              <a:rPr lang="en-US" sz="2400" dirty="0" err="1" smtClean="0">
                <a:latin typeface="Times New Roman" pitchFamily="18" charset="0"/>
                <a:cs typeface="Times New Roman" pitchFamily="18" charset="0"/>
              </a:rPr>
              <a:t>khi</a:t>
            </a:r>
            <a:r>
              <a:rPr lang="en-US" sz="2400" dirty="0" smtClean="0">
                <a:latin typeface="Times New Roman" pitchFamily="18" charset="0"/>
                <a:cs typeface="Times New Roman" pitchFamily="18" charset="0"/>
              </a:rPr>
              <a:t> </a:t>
            </a:r>
            <a:r>
              <a:rPr lang="en-US" sz="2400" dirty="0" err="1" smtClean="0">
                <a:latin typeface="Times New Roman" pitchFamily="18" charset="0"/>
                <a:cs typeface="Times New Roman" pitchFamily="18" charset="0"/>
              </a:rPr>
              <a:t>đi</a:t>
            </a:r>
            <a:r>
              <a:rPr lang="en-US" sz="2400" dirty="0" smtClean="0">
                <a:latin typeface="Times New Roman" pitchFamily="18" charset="0"/>
                <a:cs typeface="Times New Roman" pitchFamily="18" charset="0"/>
              </a:rPr>
              <a:t> </a:t>
            </a:r>
            <a:r>
              <a:rPr lang="en-US" sz="2400" dirty="0" err="1" smtClean="0">
                <a:latin typeface="Times New Roman" pitchFamily="18" charset="0"/>
                <a:cs typeface="Times New Roman" pitchFamily="18" charset="0"/>
              </a:rPr>
              <a:t>tiểu</a:t>
            </a:r>
            <a:r>
              <a:rPr lang="en-US" sz="2400" dirty="0" smtClean="0">
                <a:latin typeface="Times New Roman" pitchFamily="18" charset="0"/>
                <a:cs typeface="Times New Roman" pitchFamily="18" charset="0"/>
              </a:rPr>
              <a:t>, </a:t>
            </a:r>
            <a:r>
              <a:rPr lang="en-US" sz="2400" dirty="0" err="1" smtClean="0">
                <a:latin typeface="Times New Roman" pitchFamily="18" charset="0"/>
                <a:cs typeface="Times New Roman" pitchFamily="18" charset="0"/>
              </a:rPr>
              <a:t>đái</a:t>
            </a:r>
            <a:r>
              <a:rPr lang="en-US" sz="2400" dirty="0" smtClean="0">
                <a:latin typeface="Times New Roman" pitchFamily="18" charset="0"/>
                <a:cs typeface="Times New Roman" pitchFamily="18" charset="0"/>
              </a:rPr>
              <a:t> </a:t>
            </a:r>
            <a:r>
              <a:rPr lang="en-US" sz="2400" dirty="0" err="1" smtClean="0">
                <a:latin typeface="Times New Roman" pitchFamily="18" charset="0"/>
                <a:cs typeface="Times New Roman" pitchFamily="18" charset="0"/>
              </a:rPr>
              <a:t>buốt</a:t>
            </a:r>
            <a:r>
              <a:rPr lang="en-US" sz="2400" dirty="0" smtClean="0">
                <a:latin typeface="Times New Roman" pitchFamily="18" charset="0"/>
                <a:cs typeface="Times New Roman" pitchFamily="18" charset="0"/>
              </a:rPr>
              <a:t>, </a:t>
            </a:r>
            <a:r>
              <a:rPr lang="en-US" sz="2400" dirty="0" err="1" smtClean="0">
                <a:latin typeface="Times New Roman" pitchFamily="18" charset="0"/>
                <a:cs typeface="Times New Roman" pitchFamily="18" charset="0"/>
              </a:rPr>
              <a:t>đái</a:t>
            </a:r>
            <a:r>
              <a:rPr lang="en-US" sz="2400" dirty="0" smtClean="0">
                <a:latin typeface="Times New Roman" pitchFamily="18" charset="0"/>
                <a:cs typeface="Times New Roman" pitchFamily="18" charset="0"/>
              </a:rPr>
              <a:t> </a:t>
            </a:r>
            <a:r>
              <a:rPr lang="en-US" sz="2400" dirty="0" err="1" smtClean="0">
                <a:latin typeface="Times New Roman" pitchFamily="18" charset="0"/>
                <a:cs typeface="Times New Roman" pitchFamily="18" charset="0"/>
              </a:rPr>
              <a:t>dắt</a:t>
            </a:r>
            <a:r>
              <a:rPr lang="en-US" sz="2400" dirty="0" smtClean="0">
                <a:latin typeface="Times New Roman" pitchFamily="18" charset="0"/>
                <a:cs typeface="Times New Roman" pitchFamily="18" charset="0"/>
              </a:rPr>
              <a:t>, </a:t>
            </a:r>
            <a:r>
              <a:rPr lang="en-US" sz="2400" dirty="0" err="1" smtClean="0">
                <a:latin typeface="Times New Roman" pitchFamily="18" charset="0"/>
                <a:cs typeface="Times New Roman" pitchFamily="18" charset="0"/>
              </a:rPr>
              <a:t>đái</a:t>
            </a:r>
            <a:r>
              <a:rPr lang="en-US" sz="2400" dirty="0" smtClean="0">
                <a:latin typeface="Times New Roman" pitchFamily="18" charset="0"/>
                <a:cs typeface="Times New Roman" pitchFamily="18" charset="0"/>
              </a:rPr>
              <a:t> </a:t>
            </a:r>
            <a:r>
              <a:rPr lang="en-US" sz="2400" dirty="0" err="1" smtClean="0">
                <a:latin typeface="Times New Roman" pitchFamily="18" charset="0"/>
                <a:cs typeface="Times New Roman" pitchFamily="18" charset="0"/>
              </a:rPr>
              <a:t>máu</a:t>
            </a:r>
            <a:r>
              <a:rPr lang="en-US" sz="2400" dirty="0" smtClean="0">
                <a:latin typeface="Times New Roman" pitchFamily="18" charset="0"/>
                <a:cs typeface="Times New Roman" pitchFamily="18" charset="0"/>
              </a:rPr>
              <a:t>..</a:t>
            </a:r>
          </a:p>
          <a:p>
            <a:pPr lvl="0">
              <a:buNone/>
            </a:pPr>
            <a:r>
              <a:rPr lang="en-US" sz="2400" i="1" dirty="0" smtClean="0">
                <a:latin typeface="Times New Roman" pitchFamily="18" charset="0"/>
                <a:cs typeface="Times New Roman" pitchFamily="18" charset="0"/>
              </a:rPr>
              <a:t>   </a:t>
            </a:r>
            <a:r>
              <a:rPr lang="en-US" sz="2400" dirty="0" smtClean="0">
                <a:latin typeface="Times New Roman" pitchFamily="18" charset="0"/>
                <a:cs typeface="Times New Roman" pitchFamily="18" charset="0"/>
              </a:rPr>
              <a:t>+ </a:t>
            </a:r>
            <a:r>
              <a:rPr lang="en-US" sz="2400" dirty="0" err="1" smtClean="0">
                <a:latin typeface="Times New Roman" pitchFamily="18" charset="0"/>
                <a:cs typeface="Times New Roman" pitchFamily="18" charset="0"/>
              </a:rPr>
              <a:t>Mắc</a:t>
            </a:r>
            <a:r>
              <a:rPr lang="en-US" sz="2400" dirty="0" smtClean="0">
                <a:latin typeface="Times New Roman" pitchFamily="18" charset="0"/>
                <a:cs typeface="Times New Roman" pitchFamily="18" charset="0"/>
              </a:rPr>
              <a:t> </a:t>
            </a:r>
            <a:r>
              <a:rPr lang="en-US" sz="2400" dirty="0" err="1" smtClean="0">
                <a:latin typeface="Times New Roman" pitchFamily="18" charset="0"/>
                <a:cs typeface="Times New Roman" pitchFamily="18" charset="0"/>
              </a:rPr>
              <a:t>bệnh</a:t>
            </a:r>
            <a:r>
              <a:rPr lang="en-US" sz="2400" dirty="0" smtClean="0">
                <a:latin typeface="Times New Roman" pitchFamily="18" charset="0"/>
                <a:cs typeface="Times New Roman" pitchFamily="18" charset="0"/>
              </a:rPr>
              <a:t> </a:t>
            </a:r>
            <a:r>
              <a:rPr lang="en-US" sz="2400" dirty="0" err="1" smtClean="0">
                <a:latin typeface="Times New Roman" pitchFamily="18" charset="0"/>
                <a:cs typeface="Times New Roman" pitchFamily="18" charset="0"/>
              </a:rPr>
              <a:t>mạn</a:t>
            </a:r>
            <a:r>
              <a:rPr lang="en-US" sz="2400" dirty="0" smtClean="0">
                <a:latin typeface="Times New Roman" pitchFamily="18" charset="0"/>
                <a:cs typeface="Times New Roman" pitchFamily="18" charset="0"/>
              </a:rPr>
              <a:t> </a:t>
            </a:r>
            <a:r>
              <a:rPr lang="en-US" sz="2400" dirty="0" err="1" smtClean="0">
                <a:latin typeface="Times New Roman" pitchFamily="18" charset="0"/>
                <a:cs typeface="Times New Roman" pitchFamily="18" charset="0"/>
              </a:rPr>
              <a:t>tính</a:t>
            </a:r>
            <a:r>
              <a:rPr lang="en-US" sz="2400" dirty="0" smtClean="0">
                <a:latin typeface="Times New Roman" pitchFamily="18" charset="0"/>
                <a:cs typeface="Times New Roman" pitchFamily="18" charset="0"/>
              </a:rPr>
              <a:t> </a:t>
            </a:r>
            <a:r>
              <a:rPr lang="en-US" sz="2400" dirty="0" err="1" smtClean="0">
                <a:latin typeface="Times New Roman" pitchFamily="18" charset="0"/>
                <a:cs typeface="Times New Roman" pitchFamily="18" charset="0"/>
              </a:rPr>
              <a:t>như</a:t>
            </a:r>
            <a:r>
              <a:rPr lang="en-US" sz="2400" dirty="0" smtClean="0">
                <a:latin typeface="Times New Roman" pitchFamily="18" charset="0"/>
                <a:cs typeface="Times New Roman" pitchFamily="18" charset="0"/>
              </a:rPr>
              <a:t> </a:t>
            </a:r>
            <a:r>
              <a:rPr lang="en-US" sz="2400" dirty="0" err="1" smtClean="0">
                <a:latin typeface="Times New Roman" pitchFamily="18" charset="0"/>
                <a:cs typeface="Times New Roman" pitchFamily="18" charset="0"/>
              </a:rPr>
              <a:t>bệnh</a:t>
            </a:r>
            <a:r>
              <a:rPr lang="en-US" sz="2400" dirty="0" smtClean="0">
                <a:latin typeface="Times New Roman" pitchFamily="18" charset="0"/>
                <a:cs typeface="Times New Roman" pitchFamily="18" charset="0"/>
              </a:rPr>
              <a:t> </a:t>
            </a:r>
            <a:r>
              <a:rPr lang="en-US" sz="2400" dirty="0" err="1" smtClean="0">
                <a:latin typeface="Times New Roman" pitchFamily="18" charset="0"/>
                <a:cs typeface="Times New Roman" pitchFamily="18" charset="0"/>
              </a:rPr>
              <a:t>tim</a:t>
            </a:r>
            <a:r>
              <a:rPr lang="en-US" sz="2400" dirty="0" smtClean="0">
                <a:latin typeface="Times New Roman" pitchFamily="18" charset="0"/>
                <a:cs typeface="Times New Roman" pitchFamily="18" charset="0"/>
              </a:rPr>
              <a:t>, </a:t>
            </a:r>
            <a:r>
              <a:rPr lang="en-US" sz="2400" dirty="0" err="1" smtClean="0">
                <a:latin typeface="Times New Roman" pitchFamily="18" charset="0"/>
                <a:cs typeface="Times New Roman" pitchFamily="18" charset="0"/>
              </a:rPr>
              <a:t>ung</a:t>
            </a:r>
            <a:r>
              <a:rPr lang="en-US" sz="2400" dirty="0" smtClean="0">
                <a:latin typeface="Times New Roman" pitchFamily="18" charset="0"/>
                <a:cs typeface="Times New Roman" pitchFamily="18" charset="0"/>
              </a:rPr>
              <a:t> </a:t>
            </a:r>
            <a:r>
              <a:rPr lang="en-US" sz="2400" dirty="0" err="1" smtClean="0">
                <a:latin typeface="Times New Roman" pitchFamily="18" charset="0"/>
                <a:cs typeface="Times New Roman" pitchFamily="18" charset="0"/>
              </a:rPr>
              <a:t>thư</a:t>
            </a:r>
            <a:r>
              <a:rPr lang="en-US" sz="2400" dirty="0" smtClean="0">
                <a:latin typeface="Times New Roman" pitchFamily="18" charset="0"/>
                <a:cs typeface="Times New Roman" pitchFamily="18" charset="0"/>
              </a:rPr>
              <a:t>, lupus </a:t>
            </a:r>
            <a:r>
              <a:rPr lang="en-US" sz="2400" dirty="0" err="1" smtClean="0">
                <a:latin typeface="Times New Roman" pitchFamily="18" charset="0"/>
                <a:cs typeface="Times New Roman" pitchFamily="18" charset="0"/>
              </a:rPr>
              <a:t>hoặc</a:t>
            </a:r>
            <a:r>
              <a:rPr lang="en-US" sz="2400" dirty="0" smtClean="0">
                <a:latin typeface="Times New Roman" pitchFamily="18" charset="0"/>
                <a:cs typeface="Times New Roman" pitchFamily="18" charset="0"/>
              </a:rPr>
              <a:t> </a:t>
            </a:r>
            <a:r>
              <a:rPr lang="en-US" sz="2400" dirty="0" err="1" smtClean="0">
                <a:latin typeface="Times New Roman" pitchFamily="18" charset="0"/>
                <a:cs typeface="Times New Roman" pitchFamily="18" charset="0"/>
              </a:rPr>
              <a:t>thiếu</a:t>
            </a:r>
            <a:r>
              <a:rPr lang="en-US" sz="2400" dirty="0" smtClean="0">
                <a:latin typeface="Times New Roman" pitchFamily="18" charset="0"/>
                <a:cs typeface="Times New Roman" pitchFamily="18" charset="0"/>
              </a:rPr>
              <a:t> </a:t>
            </a:r>
            <a:r>
              <a:rPr lang="en-US" sz="2400" dirty="0" err="1" smtClean="0">
                <a:latin typeface="Times New Roman" pitchFamily="18" charset="0"/>
                <a:cs typeface="Times New Roman" pitchFamily="18" charset="0"/>
              </a:rPr>
              <a:t>máu</a:t>
            </a:r>
            <a:endParaRPr lang="en-US" sz="2400" i="1" dirty="0" smtClean="0">
              <a:latin typeface="Times New Roman" pitchFamily="18" charset="0"/>
              <a:cs typeface="Times New Roman" pitchFamily="18" charset="0"/>
            </a:endParaRPr>
          </a:p>
          <a:p>
            <a:endParaRPr lang="en-US" sz="2400" dirty="0">
              <a:latin typeface="Times New Roman" pitchFamily="18" charset="0"/>
              <a:cs typeface="Times New Roman" pitchFamily="18" charset="0"/>
            </a:endParaRPr>
          </a:p>
        </p:txBody>
      </p:sp>
    </p:spTree>
  </p:cSld>
  <p:clrMapOvr>
    <a:masterClrMapping/>
  </p:clrMapOvr>
  <mc:AlternateContent xmlns:mc="http://schemas.openxmlformats.org/markup-compatibility/2006">
    <mc:Choice xmlns:p14="http://schemas.microsoft.com/office/powerpoint/2010/main" xmlns="" Requires="p14">
      <p:transition spd="slow" p14:dur="1500">
        <p:split orient="vert"/>
      </p:transition>
    </mc:Choice>
    <mc:Fallback>
      <p:transition spd="slow">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fade">
                                      <p:cBhvr>
                                        <p:cTn id="42"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395536" y="1412776"/>
            <a:ext cx="8229600" cy="4695800"/>
          </a:xfrm>
        </p:spPr>
        <p:txBody>
          <a:bodyPr>
            <a:noAutofit/>
          </a:bodyPr>
          <a:lstStyle/>
          <a:p>
            <a:pPr lvl="0">
              <a:buClr>
                <a:schemeClr val="tx1"/>
              </a:buClr>
              <a:buFont typeface="Wingdings" pitchFamily="2" charset="2"/>
              <a:buChar char="v"/>
            </a:pPr>
            <a:r>
              <a:rPr lang="en-US" sz="2800" dirty="0" err="1" smtClean="0">
                <a:latin typeface="Times New Roman" pitchFamily="18" charset="0"/>
                <a:cs typeface="Times New Roman" pitchFamily="18" charset="0"/>
              </a:rPr>
              <a:t>Đưa</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trẻ</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đi</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cấp</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cứu</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nếu</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trẻ</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có</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bất</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cứ</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dấu</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hiệu</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nào</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sau</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đây</a:t>
            </a:r>
            <a:r>
              <a:rPr lang="en-US" sz="2800" dirty="0" smtClean="0">
                <a:latin typeface="Times New Roman" pitchFamily="18" charset="0"/>
                <a:cs typeface="Times New Roman" pitchFamily="18" charset="0"/>
              </a:rPr>
              <a:t>:</a:t>
            </a:r>
            <a:endParaRPr lang="en-US" sz="2800" i="1" dirty="0" smtClean="0">
              <a:latin typeface="Times New Roman" pitchFamily="18" charset="0"/>
              <a:cs typeface="Times New Roman" pitchFamily="18" charset="0"/>
            </a:endParaRPr>
          </a:p>
          <a:p>
            <a:pPr lvl="0">
              <a:buClr>
                <a:schemeClr val="tx1"/>
              </a:buClr>
              <a:buNone/>
            </a:pPr>
            <a:r>
              <a:rPr lang="en-US" sz="2800" i="1"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Tinh</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thần</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vật</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vã</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kích</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thích</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hoặc</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li</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bì</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khó</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đánh</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thức</a:t>
            </a:r>
            <a:endParaRPr lang="en-US" sz="2800" dirty="0" smtClean="0">
              <a:latin typeface="Times New Roman" pitchFamily="18" charset="0"/>
              <a:cs typeface="Times New Roman" pitchFamily="18" charset="0"/>
            </a:endParaRPr>
          </a:p>
          <a:p>
            <a:pPr lvl="0">
              <a:buClr>
                <a:schemeClr val="tx1"/>
              </a:buClr>
              <a:buNone/>
            </a:pPr>
            <a:r>
              <a:rPr lang="en-US" sz="2800" i="1"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Nôn</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tất</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cả</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mọi</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thứ</a:t>
            </a:r>
            <a:endParaRPr lang="en-US" sz="2800" i="1" dirty="0" smtClean="0">
              <a:latin typeface="Times New Roman" pitchFamily="18" charset="0"/>
              <a:cs typeface="Times New Roman" pitchFamily="18" charset="0"/>
            </a:endParaRPr>
          </a:p>
          <a:p>
            <a:pPr lvl="0">
              <a:buNone/>
            </a:pPr>
            <a:r>
              <a:rPr lang="en-US" sz="2800" dirty="0" smtClean="0">
                <a:latin typeface="Times New Roman" pitchFamily="18" charset="0"/>
                <a:cs typeface="Times New Roman" pitchFamily="18" charset="0"/>
              </a:rPr>
              <a:t>   + </a:t>
            </a:r>
            <a:r>
              <a:rPr lang="en-US" sz="2800" dirty="0" err="1" smtClean="0">
                <a:latin typeface="Times New Roman" pitchFamily="18" charset="0"/>
                <a:cs typeface="Times New Roman" pitchFamily="18" charset="0"/>
              </a:rPr>
              <a:t>Không</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uống</a:t>
            </a:r>
            <a:r>
              <a:rPr lang="en-US" sz="2800" dirty="0" smtClean="0">
                <a:latin typeface="Times New Roman" pitchFamily="18" charset="0"/>
                <a:cs typeface="Times New Roman" pitchFamily="18" charset="0"/>
              </a:rPr>
              <a:t> hay </a:t>
            </a:r>
            <a:r>
              <a:rPr lang="en-US" sz="2800" dirty="0" err="1" smtClean="0">
                <a:latin typeface="Times New Roman" pitchFamily="18" charset="0"/>
                <a:cs typeface="Times New Roman" pitchFamily="18" charset="0"/>
              </a:rPr>
              <a:t>ăn</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được</a:t>
            </a:r>
            <a:endParaRPr lang="en-US" sz="2800" i="1" dirty="0" smtClean="0">
              <a:latin typeface="Times New Roman" pitchFamily="18" charset="0"/>
              <a:cs typeface="Times New Roman" pitchFamily="18" charset="0"/>
            </a:endParaRPr>
          </a:p>
          <a:p>
            <a:pPr lvl="0">
              <a:buNone/>
            </a:pPr>
            <a:r>
              <a:rPr lang="en-US" sz="2800" dirty="0" smtClean="0">
                <a:latin typeface="Times New Roman" pitchFamily="18" charset="0"/>
                <a:cs typeface="Times New Roman" pitchFamily="18" charset="0"/>
              </a:rPr>
              <a:t>   + Co </a:t>
            </a:r>
            <a:r>
              <a:rPr lang="en-US" sz="2800" dirty="0" err="1" smtClean="0">
                <a:latin typeface="Times New Roman" pitchFamily="18" charset="0"/>
                <a:cs typeface="Times New Roman" pitchFamily="18" charset="0"/>
              </a:rPr>
              <a:t>giật</a:t>
            </a:r>
            <a:endParaRPr lang="en-US" sz="2800" dirty="0" smtClean="0">
              <a:latin typeface="Times New Roman" pitchFamily="18" charset="0"/>
              <a:cs typeface="Times New Roman" pitchFamily="18" charset="0"/>
            </a:endParaRPr>
          </a:p>
          <a:p>
            <a:pPr lvl="0">
              <a:buNone/>
            </a:pPr>
            <a:r>
              <a:rPr lang="en-US" sz="2800" i="1" dirty="0" smtClean="0">
                <a:latin typeface="Times New Roman" pitchFamily="18" charset="0"/>
                <a:cs typeface="Times New Roman" pitchFamily="18" charset="0"/>
              </a:rPr>
              <a:t>   + </a:t>
            </a:r>
            <a:r>
              <a:rPr lang="en-US" sz="2800" dirty="0" err="1" smtClean="0">
                <a:latin typeface="Times New Roman" pitchFamily="18" charset="0"/>
                <a:cs typeface="Times New Roman" pitchFamily="18" charset="0"/>
              </a:rPr>
              <a:t>Đau</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đầu</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dữ</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dội</a:t>
            </a:r>
            <a:endParaRPr lang="en-US" sz="2800" i="1" dirty="0" smtClean="0">
              <a:latin typeface="Times New Roman" pitchFamily="18" charset="0"/>
              <a:cs typeface="Times New Roman" pitchFamily="18" charset="0"/>
            </a:endParaRPr>
          </a:p>
          <a:p>
            <a:pPr lvl="0">
              <a:buNone/>
            </a:pPr>
            <a:r>
              <a:rPr lang="en-US" sz="2800" dirty="0" smtClean="0">
                <a:latin typeface="Times New Roman" pitchFamily="18" charset="0"/>
                <a:cs typeface="Times New Roman" pitchFamily="18" charset="0"/>
              </a:rPr>
              <a:t>   + </a:t>
            </a:r>
            <a:r>
              <a:rPr lang="en-US" sz="2800" dirty="0" err="1" smtClean="0">
                <a:latin typeface="Times New Roman" pitchFamily="18" charset="0"/>
                <a:cs typeface="Times New Roman" pitchFamily="18" charset="0"/>
              </a:rPr>
              <a:t>Thóp</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phồng</a:t>
            </a:r>
            <a:r>
              <a:rPr lang="en-US" sz="2800" dirty="0" smtClean="0">
                <a:latin typeface="Times New Roman" pitchFamily="18" charset="0"/>
                <a:cs typeface="Times New Roman" pitchFamily="18" charset="0"/>
              </a:rPr>
              <a:t> ở </a:t>
            </a:r>
            <a:r>
              <a:rPr lang="en-US" sz="2800" dirty="0" err="1" smtClean="0">
                <a:latin typeface="Times New Roman" pitchFamily="18" charset="0"/>
                <a:cs typeface="Times New Roman" pitchFamily="18" charset="0"/>
              </a:rPr>
              <a:t>trẻ</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sơ</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sinh</a:t>
            </a:r>
            <a:endParaRPr lang="en-US" sz="2800" i="1" dirty="0" smtClean="0">
              <a:latin typeface="Times New Roman" pitchFamily="18" charset="0"/>
              <a:cs typeface="Times New Roman" pitchFamily="18" charset="0"/>
            </a:endParaRPr>
          </a:p>
          <a:p>
            <a:pPr lvl="0">
              <a:buNone/>
            </a:pPr>
            <a:r>
              <a:rPr lang="en-US" sz="2800" dirty="0" smtClean="0">
                <a:latin typeface="Times New Roman" pitchFamily="18" charset="0"/>
                <a:cs typeface="Times New Roman" pitchFamily="18" charset="0"/>
              </a:rPr>
              <a:t>   + </a:t>
            </a:r>
            <a:r>
              <a:rPr lang="en-US" sz="2800" dirty="0" err="1" smtClean="0">
                <a:latin typeface="Times New Roman" pitchFamily="18" charset="0"/>
                <a:cs typeface="Times New Roman" pitchFamily="18" charset="0"/>
              </a:rPr>
              <a:t>Đau</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bụng</a:t>
            </a:r>
            <a:endParaRPr lang="en-US" sz="2800" i="1" dirty="0" smtClean="0">
              <a:latin typeface="Times New Roman" pitchFamily="18" charset="0"/>
              <a:cs typeface="Times New Roman" pitchFamily="18" charset="0"/>
            </a:endParaRPr>
          </a:p>
          <a:p>
            <a:pPr>
              <a:buNone/>
            </a:pPr>
            <a:endParaRPr lang="en-US" sz="2800" dirty="0" smtClean="0">
              <a:latin typeface="Times New Roman" pitchFamily="18" charset="0"/>
              <a:cs typeface="Times New Roman" pitchFamily="18" charset="0"/>
            </a:endParaRPr>
          </a:p>
        </p:txBody>
      </p:sp>
    </p:spTree>
  </p:cSld>
  <p:clrMapOvr>
    <a:masterClrMapping/>
  </p:clrMapOvr>
  <mc:AlternateContent xmlns:mc="http://schemas.openxmlformats.org/markup-compatibility/2006">
    <mc:Choice xmlns:p14="http://schemas.microsoft.com/office/powerpoint/2010/main" xmlns="" Requires="p14">
      <p:transition spd="slow" p14:dur="1500">
        <p:split orient="vert"/>
      </p:transition>
    </mc:Choice>
    <mc:Fallback>
      <p:transition spd="slow">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fade">
                                      <p:cBhvr>
                                        <p:cTn id="42"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9552" y="2852936"/>
            <a:ext cx="8305800" cy="1010376"/>
          </a:xfrm>
        </p:spPr>
        <p:txBody>
          <a:bodyPr>
            <a:noAutofit/>
          </a:bodyPr>
          <a:lstStyle/>
          <a:p>
            <a:pPr algn="ctr"/>
            <a:r>
              <a:rPr lang="en-US" sz="6600" b="1" dirty="0" smtClean="0">
                <a:solidFill>
                  <a:srgbClr val="FF0000"/>
                </a:solidFill>
                <a:latin typeface="Times New Roman" pitchFamily="18" charset="0"/>
                <a:cs typeface="Times New Roman" pitchFamily="18" charset="0"/>
              </a:rPr>
              <a:t>CASE LÂM SÀNG</a:t>
            </a:r>
            <a:endParaRPr lang="en-US" sz="6600" b="1" dirty="0">
              <a:solidFill>
                <a:srgbClr val="FF0000"/>
              </a:solidFill>
              <a:latin typeface="Times New Roman" pitchFamily="18" charset="0"/>
              <a:cs typeface="Times New Roman" pitchFamily="18" charset="0"/>
            </a:endParaRPr>
          </a:p>
        </p:txBody>
      </p:sp>
    </p:spTree>
  </p:cSld>
  <p:clrMapOvr>
    <a:masterClrMapping/>
  </p:clrMapOvr>
  <mc:AlternateContent xmlns:mc="http://schemas.openxmlformats.org/markup-compatibility/2006">
    <mc:Choice xmlns:p14="http://schemas.microsoft.com/office/powerpoint/2010/main" xmlns="" Requires="p14">
      <p:transition spd="slow" p14:dur="1500">
        <p:split orient="vert"/>
      </p:transition>
    </mc:Choice>
    <mc:Fallback>
      <p:transition spd="slow">
        <p:split orient="vert"/>
      </p:transition>
    </mc:Fallback>
  </mc:AlternateContent>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395536" y="1916832"/>
            <a:ext cx="8586954" cy="3539430"/>
          </a:xfrm>
          <a:prstGeom prst="rect">
            <a:avLst/>
          </a:prstGeom>
        </p:spPr>
        <p:txBody>
          <a:bodyPr wrap="square">
            <a:spAutoFit/>
          </a:bodyPr>
          <a:lstStyle/>
          <a:p>
            <a:pPr lvl="0" algn="just"/>
            <a:r>
              <a:rPr lang="en-US" sz="3200" dirty="0" smtClean="0">
                <a:latin typeface="Times New Roman" pitchFamily="18" charset="0"/>
                <a:cs typeface="Times New Roman" pitchFamily="18" charset="0"/>
              </a:rPr>
              <a:t>CASE 1:</a:t>
            </a:r>
          </a:p>
          <a:p>
            <a:pPr lvl="0" algn="just"/>
            <a:r>
              <a:rPr lang="en-US" sz="3200" dirty="0" err="1" smtClean="0">
                <a:latin typeface="Times New Roman" pitchFamily="18" charset="0"/>
                <a:cs typeface="Times New Roman" pitchFamily="18" charset="0"/>
              </a:rPr>
              <a:t>Trẻ</a:t>
            </a:r>
            <a:r>
              <a:rPr lang="en-US" sz="3200" dirty="0" smtClean="0">
                <a:latin typeface="Times New Roman" pitchFamily="18" charset="0"/>
                <a:cs typeface="Times New Roman" pitchFamily="18" charset="0"/>
              </a:rPr>
              <a:t> </a:t>
            </a:r>
            <a:r>
              <a:rPr lang="en-US" sz="3200" dirty="0" err="1">
                <a:latin typeface="Times New Roman" pitchFamily="18" charset="0"/>
                <a:cs typeface="Times New Roman" pitchFamily="18" charset="0"/>
              </a:rPr>
              <a:t>nam</a:t>
            </a:r>
            <a:r>
              <a:rPr lang="en-US" sz="3200" dirty="0">
                <a:latin typeface="Times New Roman" pitchFamily="18" charset="0"/>
                <a:cs typeface="Times New Roman" pitchFamily="18" charset="0"/>
              </a:rPr>
              <a:t>, 13 </a:t>
            </a:r>
            <a:r>
              <a:rPr lang="en-US" sz="3200" dirty="0" err="1">
                <a:latin typeface="Times New Roman" pitchFamily="18" charset="0"/>
                <a:cs typeface="Times New Roman" pitchFamily="18" charset="0"/>
              </a:rPr>
              <a:t>tuổi</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vào</a:t>
            </a:r>
            <a:r>
              <a:rPr lang="en-US" sz="3200" dirty="0">
                <a:latin typeface="Times New Roman" pitchFamily="18" charset="0"/>
                <a:cs typeface="Times New Roman" pitchFamily="18" charset="0"/>
              </a:rPr>
              <a:t> </a:t>
            </a:r>
            <a:r>
              <a:rPr lang="en-US" sz="3200" dirty="0" err="1" smtClean="0">
                <a:latin typeface="Times New Roman" pitchFamily="18" charset="0"/>
                <a:cs typeface="Times New Roman" pitchFamily="18" charset="0"/>
              </a:rPr>
              <a:t>viện</a:t>
            </a:r>
            <a:r>
              <a:rPr lang="en-US" sz="3200" dirty="0" smtClean="0">
                <a:latin typeface="Times New Roman" pitchFamily="18" charset="0"/>
                <a:cs typeface="Times New Roman" pitchFamily="18" charset="0"/>
              </a:rPr>
              <a:t> </a:t>
            </a:r>
            <a:r>
              <a:rPr lang="en-US" sz="3200" dirty="0" err="1">
                <a:latin typeface="Times New Roman" pitchFamily="18" charset="0"/>
                <a:cs typeface="Times New Roman" pitchFamily="18" charset="0"/>
              </a:rPr>
              <a:t>vì</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sốt</a:t>
            </a:r>
            <a:r>
              <a:rPr lang="en-US" sz="3200" dirty="0">
                <a:latin typeface="Times New Roman" pitchFamily="18" charset="0"/>
                <a:cs typeface="Times New Roman" pitchFamily="18" charset="0"/>
              </a:rPr>
              <a:t> </a:t>
            </a:r>
            <a:r>
              <a:rPr lang="en-US" sz="3200" dirty="0" smtClean="0">
                <a:latin typeface="Times New Roman" pitchFamily="18" charset="0"/>
                <a:cs typeface="Times New Roman" pitchFamily="18" charset="0"/>
              </a:rPr>
              <a:t>39-40</a:t>
            </a:r>
            <a:r>
              <a:rPr lang="en-US" sz="3200" baseline="30000" dirty="0" smtClean="0">
                <a:latin typeface="Times New Roman" pitchFamily="18" charset="0"/>
                <a:cs typeface="Times New Roman" pitchFamily="18" charset="0"/>
              </a:rPr>
              <a:t>0</a:t>
            </a:r>
            <a:r>
              <a:rPr lang="en-US" sz="3200" dirty="0" smtClean="0">
                <a:latin typeface="Times New Roman" pitchFamily="18" charset="0"/>
                <a:cs typeface="Times New Roman" pitchFamily="18" charset="0"/>
              </a:rPr>
              <a:t>C </a:t>
            </a:r>
            <a:r>
              <a:rPr lang="en-US" sz="3200" dirty="0" err="1" smtClean="0">
                <a:latin typeface="Times New Roman" pitchFamily="18" charset="0"/>
                <a:cs typeface="Times New Roman" pitchFamily="18" charset="0"/>
              </a:rPr>
              <a:t>liên</a:t>
            </a:r>
            <a:r>
              <a:rPr lang="en-US" sz="3200" dirty="0" smtClean="0">
                <a:latin typeface="Times New Roman" pitchFamily="18" charset="0"/>
                <a:cs typeface="Times New Roman" pitchFamily="18" charset="0"/>
              </a:rPr>
              <a:t> </a:t>
            </a:r>
            <a:r>
              <a:rPr lang="en-US" sz="3200" dirty="0" err="1">
                <a:latin typeface="Times New Roman" pitchFamily="18" charset="0"/>
                <a:cs typeface="Times New Roman" pitchFamily="18" charset="0"/>
              </a:rPr>
              <a:t>tục</a:t>
            </a:r>
            <a:r>
              <a:rPr lang="en-US" sz="3200" dirty="0">
                <a:latin typeface="Times New Roman" pitchFamily="18" charset="0"/>
                <a:cs typeface="Times New Roman" pitchFamily="18" charset="0"/>
              </a:rPr>
              <a:t> 5 </a:t>
            </a:r>
            <a:r>
              <a:rPr lang="en-US" sz="3200" dirty="0" err="1" smtClean="0">
                <a:latin typeface="Times New Roman" pitchFamily="18" charset="0"/>
                <a:cs typeface="Times New Roman" pitchFamily="18" charset="0"/>
              </a:rPr>
              <a:t>ngày</a:t>
            </a:r>
            <a:r>
              <a:rPr lang="en-US" sz="3200" dirty="0">
                <a:latin typeface="Times New Roman" pitchFamily="18" charset="0"/>
                <a:cs typeface="Times New Roman" pitchFamily="18" charset="0"/>
              </a:rPr>
              <a:t> </a:t>
            </a:r>
            <a:r>
              <a:rPr lang="en-US" sz="3200" dirty="0" err="1" smtClean="0">
                <a:latin typeface="Times New Roman" pitchFamily="18" charset="0"/>
                <a:cs typeface="Times New Roman" pitchFamily="18" charset="0"/>
              </a:rPr>
              <a:t>với</a:t>
            </a:r>
            <a:r>
              <a:rPr lang="en-US" sz="3200" dirty="0" smtClean="0">
                <a:latin typeface="Times New Roman" pitchFamily="18" charset="0"/>
                <a:cs typeface="Times New Roman" pitchFamily="18" charset="0"/>
              </a:rPr>
              <a:t> </a:t>
            </a:r>
            <a:r>
              <a:rPr lang="en-US" sz="3200" dirty="0" err="1">
                <a:latin typeface="Times New Roman" pitchFamily="18" charset="0"/>
                <a:cs typeface="Times New Roman" pitchFamily="18" charset="0"/>
              </a:rPr>
              <a:t>triệu</a:t>
            </a:r>
            <a:r>
              <a:rPr lang="en-US" sz="3200" dirty="0">
                <a:latin typeface="Times New Roman" pitchFamily="18" charset="0"/>
                <a:cs typeface="Times New Roman" pitchFamily="18" charset="0"/>
              </a:rPr>
              <a:t> </a:t>
            </a:r>
            <a:r>
              <a:rPr lang="en-US" sz="3200" dirty="0" err="1" smtClean="0">
                <a:latin typeface="Times New Roman" pitchFamily="18" charset="0"/>
                <a:cs typeface="Times New Roman" pitchFamily="18" charset="0"/>
              </a:rPr>
              <a:t>chứng</a:t>
            </a:r>
            <a:r>
              <a:rPr lang="en-US" sz="3200" dirty="0" smtClean="0">
                <a:latin typeface="Times New Roman" pitchFamily="18" charset="0"/>
                <a:cs typeface="Times New Roman" pitchFamily="18" charset="0"/>
              </a:rPr>
              <a:t>:</a:t>
            </a:r>
            <a:endParaRPr lang="en-US" sz="3200" dirty="0">
              <a:latin typeface="Times New Roman" pitchFamily="18" charset="0"/>
              <a:cs typeface="Times New Roman" pitchFamily="18" charset="0"/>
            </a:endParaRPr>
          </a:p>
          <a:p>
            <a:pPr lvl="0" algn="just"/>
            <a:r>
              <a:rPr lang="en-US" sz="3200" dirty="0" smtClean="0">
                <a:latin typeface="Times New Roman" pitchFamily="18" charset="0"/>
                <a:cs typeface="Times New Roman" pitchFamily="18" charset="0"/>
              </a:rPr>
              <a:t>	+ </a:t>
            </a:r>
            <a:r>
              <a:rPr lang="en-US" sz="3200" dirty="0" err="1" smtClean="0">
                <a:latin typeface="Times New Roman" pitchFamily="18" charset="0"/>
                <a:cs typeface="Times New Roman" pitchFamily="18" charset="0"/>
              </a:rPr>
              <a:t>Sốt</a:t>
            </a:r>
            <a:r>
              <a:rPr lang="en-US" sz="3200" dirty="0" smtClean="0">
                <a:latin typeface="Times New Roman" pitchFamily="18" charset="0"/>
                <a:cs typeface="Times New Roman" pitchFamily="18" charset="0"/>
              </a:rPr>
              <a:t> </a:t>
            </a:r>
            <a:r>
              <a:rPr lang="en-US" sz="3200" dirty="0">
                <a:latin typeface="Times New Roman" pitchFamily="18" charset="0"/>
                <a:cs typeface="Times New Roman" pitchFamily="18" charset="0"/>
              </a:rPr>
              <a:t>39-40 </a:t>
            </a:r>
            <a:r>
              <a:rPr lang="en-US" sz="3200" dirty="0" err="1">
                <a:latin typeface="Times New Roman" pitchFamily="18" charset="0"/>
                <a:cs typeface="Times New Roman" pitchFamily="18" charset="0"/>
              </a:rPr>
              <a:t>độ</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uống</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thuốc</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hạ</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sốt</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giảm</a:t>
            </a:r>
            <a:r>
              <a:rPr lang="en-US" sz="3200" dirty="0">
                <a:latin typeface="Times New Roman" pitchFamily="18" charset="0"/>
                <a:cs typeface="Times New Roman" pitchFamily="18" charset="0"/>
              </a:rPr>
              <a:t> </a:t>
            </a:r>
            <a:r>
              <a:rPr lang="en-US" sz="3200" dirty="0" smtClean="0">
                <a:latin typeface="Times New Roman" pitchFamily="18" charset="0"/>
                <a:cs typeface="Times New Roman" pitchFamily="18" charset="0"/>
              </a:rPr>
              <a:t>1-2h, </a:t>
            </a:r>
          </a:p>
          <a:p>
            <a:pPr lvl="0" algn="just"/>
            <a:r>
              <a:rPr lang="en-US" sz="3200" dirty="0">
                <a:latin typeface="Times New Roman" pitchFamily="18" charset="0"/>
                <a:cs typeface="Times New Roman" pitchFamily="18" charset="0"/>
              </a:rPr>
              <a:t>	</a:t>
            </a:r>
            <a:r>
              <a:rPr lang="en-US" sz="3200" dirty="0" err="1" smtClean="0">
                <a:latin typeface="Times New Roman" pitchFamily="18" charset="0"/>
                <a:cs typeface="Times New Roman" pitchFamily="18" charset="0"/>
              </a:rPr>
              <a:t>sau</a:t>
            </a:r>
            <a:r>
              <a:rPr lang="en-US" sz="3200" dirty="0" smtClean="0">
                <a:latin typeface="Times New Roman" pitchFamily="18" charset="0"/>
                <a:cs typeface="Times New Roman" pitchFamily="18" charset="0"/>
              </a:rPr>
              <a:t> </a:t>
            </a:r>
            <a:r>
              <a:rPr lang="en-US" sz="3200" dirty="0" err="1">
                <a:latin typeface="Times New Roman" pitchFamily="18" charset="0"/>
                <a:cs typeface="Times New Roman" pitchFamily="18" charset="0"/>
              </a:rPr>
              <a:t>đó</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sốt</a:t>
            </a:r>
            <a:r>
              <a:rPr lang="en-US" sz="3200" dirty="0">
                <a:latin typeface="Times New Roman" pitchFamily="18" charset="0"/>
                <a:cs typeface="Times New Roman" pitchFamily="18" charset="0"/>
              </a:rPr>
              <a:t> </a:t>
            </a:r>
            <a:r>
              <a:rPr lang="en-US" sz="3200" dirty="0" err="1" smtClean="0">
                <a:latin typeface="Times New Roman" pitchFamily="18" charset="0"/>
                <a:cs typeface="Times New Roman" pitchFamily="18" charset="0"/>
              </a:rPr>
              <a:t>lại</a:t>
            </a:r>
            <a:endParaRPr lang="en-US" sz="3200" dirty="0">
              <a:latin typeface="Times New Roman" pitchFamily="18" charset="0"/>
              <a:cs typeface="Times New Roman" pitchFamily="18" charset="0"/>
            </a:endParaRPr>
          </a:p>
          <a:p>
            <a:pPr lvl="0" algn="just"/>
            <a:r>
              <a:rPr lang="en-US" sz="3200" dirty="0" smtClean="0">
                <a:latin typeface="Times New Roman" pitchFamily="18" charset="0"/>
                <a:cs typeface="Times New Roman" pitchFamily="18" charset="0"/>
              </a:rPr>
              <a:t>	+ </a:t>
            </a:r>
            <a:r>
              <a:rPr lang="en-US" sz="3200" dirty="0" err="1" smtClean="0">
                <a:latin typeface="Times New Roman" pitchFamily="18" charset="0"/>
                <a:cs typeface="Times New Roman" pitchFamily="18" charset="0"/>
              </a:rPr>
              <a:t>Mệt</a:t>
            </a:r>
            <a:r>
              <a:rPr lang="en-US" sz="3200" dirty="0" smtClean="0">
                <a:latin typeface="Times New Roman" pitchFamily="18" charset="0"/>
                <a:cs typeface="Times New Roman" pitchFamily="18" charset="0"/>
              </a:rPr>
              <a:t> </a:t>
            </a:r>
            <a:r>
              <a:rPr lang="en-US" sz="3200" dirty="0" err="1">
                <a:latin typeface="Times New Roman" pitchFamily="18" charset="0"/>
                <a:cs typeface="Times New Roman" pitchFamily="18" charset="0"/>
              </a:rPr>
              <a:t>mỏi</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nhức</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đầu</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đau</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cơ</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mỏi</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khớp</a:t>
            </a:r>
            <a:r>
              <a:rPr lang="en-US" sz="3200" dirty="0">
                <a:latin typeface="Times New Roman" pitchFamily="18" charset="0"/>
                <a:cs typeface="Times New Roman" pitchFamily="18" charset="0"/>
              </a:rPr>
              <a:t>, </a:t>
            </a:r>
            <a:endParaRPr lang="en-US" sz="3200" dirty="0" smtClean="0">
              <a:latin typeface="Times New Roman" pitchFamily="18" charset="0"/>
              <a:cs typeface="Times New Roman" pitchFamily="18" charset="0"/>
            </a:endParaRPr>
          </a:p>
          <a:p>
            <a:pPr lvl="0" algn="just"/>
            <a:r>
              <a:rPr lang="en-US" sz="3200" dirty="0">
                <a:latin typeface="Times New Roman" pitchFamily="18" charset="0"/>
                <a:cs typeface="Times New Roman" pitchFamily="18" charset="0"/>
              </a:rPr>
              <a:t>	 </a:t>
            </a:r>
            <a:r>
              <a:rPr lang="en-US" sz="3200" dirty="0" err="1" smtClean="0">
                <a:latin typeface="Times New Roman" pitchFamily="18" charset="0"/>
                <a:cs typeface="Times New Roman" pitchFamily="18" charset="0"/>
              </a:rPr>
              <a:t>nhức</a:t>
            </a:r>
            <a:r>
              <a:rPr lang="en-US" sz="3200" dirty="0" smtClean="0">
                <a:latin typeface="Times New Roman" pitchFamily="18" charset="0"/>
                <a:cs typeface="Times New Roman" pitchFamily="18" charset="0"/>
              </a:rPr>
              <a:t> </a:t>
            </a:r>
            <a:r>
              <a:rPr lang="en-US" sz="3200" dirty="0" err="1">
                <a:latin typeface="Times New Roman" pitchFamily="18" charset="0"/>
                <a:cs typeface="Times New Roman" pitchFamily="18" charset="0"/>
              </a:rPr>
              <a:t>hai</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hố</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mắt</a:t>
            </a:r>
            <a:endParaRPr lang="en-US" sz="3200" dirty="0">
              <a:latin typeface="Times New Roman" pitchFamily="18" charset="0"/>
              <a:cs typeface="Times New Roman" pitchFamily="18" charset="0"/>
            </a:endParaRPr>
          </a:p>
        </p:txBody>
      </p:sp>
    </p:spTree>
    <p:extLst>
      <p:ext uri="{BB962C8B-B14F-4D97-AF65-F5344CB8AC3E}">
        <p14:creationId xmlns:p14="http://schemas.microsoft.com/office/powerpoint/2010/main" xmlns="" val="541867315"/>
      </p:ext>
    </p:extLst>
  </p:cSld>
  <p:clrMapOvr>
    <a:masterClrMapping/>
  </p:clrMapOvr>
  <mc:AlternateContent xmlns:mc="http://schemas.openxmlformats.org/markup-compatibility/2006">
    <mc:Choice xmlns:p14="http://schemas.microsoft.com/office/powerpoint/2010/main" xmlns="" Requires="p14">
      <p:transition spd="slow" p14:dur="1500">
        <p:split orient="vert"/>
      </p:transition>
    </mc:Choice>
    <mc:Fallback>
      <p:transition spd="slow">
        <p:split orient="vert"/>
      </p:transition>
    </mc:Fallback>
  </mc:AlternateContent>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358806" y="1556792"/>
            <a:ext cx="8533674" cy="5016758"/>
          </a:xfrm>
          <a:prstGeom prst="rect">
            <a:avLst/>
          </a:prstGeom>
        </p:spPr>
        <p:txBody>
          <a:bodyPr wrap="square">
            <a:spAutoFit/>
          </a:bodyPr>
          <a:lstStyle/>
          <a:p>
            <a:pPr lvl="0"/>
            <a:r>
              <a:rPr lang="en-US" sz="3200" dirty="0" err="1">
                <a:latin typeface="Times New Roman" pitchFamily="18" charset="0"/>
                <a:cs typeface="Times New Roman" pitchFamily="18" charset="0"/>
              </a:rPr>
              <a:t>Thăm</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khám</a:t>
            </a:r>
            <a:r>
              <a:rPr lang="en-US" sz="3200" dirty="0">
                <a:latin typeface="Times New Roman" pitchFamily="18" charset="0"/>
                <a:cs typeface="Times New Roman" pitchFamily="18" charset="0"/>
              </a:rPr>
              <a:t>:</a:t>
            </a:r>
          </a:p>
          <a:p>
            <a:pPr lvl="0"/>
            <a:r>
              <a:rPr lang="en-US" sz="3200" dirty="0" smtClean="0">
                <a:latin typeface="Times New Roman" pitchFamily="18" charset="0"/>
                <a:cs typeface="Times New Roman" pitchFamily="18" charset="0"/>
              </a:rPr>
              <a:t>	</a:t>
            </a:r>
            <a:r>
              <a:rPr lang="en-US" sz="3200" dirty="0" err="1" smtClean="0">
                <a:latin typeface="Times New Roman" pitchFamily="18" charset="0"/>
                <a:cs typeface="Times New Roman" pitchFamily="18" charset="0"/>
              </a:rPr>
              <a:t>Mệt</a:t>
            </a:r>
            <a:r>
              <a:rPr lang="en-US" sz="3200" dirty="0" smtClean="0">
                <a:latin typeface="Times New Roman" pitchFamily="18" charset="0"/>
                <a:cs typeface="Times New Roman" pitchFamily="18" charset="0"/>
              </a:rPr>
              <a:t> </a:t>
            </a:r>
            <a:r>
              <a:rPr lang="en-US" sz="3200" dirty="0" err="1">
                <a:latin typeface="Times New Roman" pitchFamily="18" charset="0"/>
                <a:cs typeface="Times New Roman" pitchFamily="18" charset="0"/>
              </a:rPr>
              <a:t>mỏi</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ớn</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lạnh</a:t>
            </a:r>
            <a:endParaRPr lang="en-US" sz="3200" dirty="0">
              <a:latin typeface="Times New Roman" pitchFamily="18" charset="0"/>
              <a:cs typeface="Times New Roman" pitchFamily="18" charset="0"/>
            </a:endParaRPr>
          </a:p>
          <a:p>
            <a:pPr lvl="0"/>
            <a:r>
              <a:rPr lang="en-US" sz="3200" dirty="0" smtClean="0">
                <a:latin typeface="Times New Roman" pitchFamily="18" charset="0"/>
                <a:cs typeface="Times New Roman" pitchFamily="18" charset="0"/>
              </a:rPr>
              <a:t>	</a:t>
            </a:r>
            <a:r>
              <a:rPr lang="en-US" sz="3200" dirty="0" err="1" smtClean="0">
                <a:latin typeface="Times New Roman" pitchFamily="18" charset="0"/>
                <a:cs typeface="Times New Roman" pitchFamily="18" charset="0"/>
              </a:rPr>
              <a:t>Nhiệt</a:t>
            </a:r>
            <a:r>
              <a:rPr lang="en-US" sz="3200" dirty="0" smtClean="0">
                <a:latin typeface="Times New Roman" pitchFamily="18" charset="0"/>
                <a:cs typeface="Times New Roman" pitchFamily="18" charset="0"/>
              </a:rPr>
              <a:t> </a:t>
            </a:r>
            <a:r>
              <a:rPr lang="en-US" sz="3200" dirty="0" err="1">
                <a:latin typeface="Times New Roman" pitchFamily="18" charset="0"/>
                <a:cs typeface="Times New Roman" pitchFamily="18" charset="0"/>
              </a:rPr>
              <a:t>độ</a:t>
            </a:r>
            <a:r>
              <a:rPr lang="en-US" sz="3200" dirty="0">
                <a:latin typeface="Times New Roman" pitchFamily="18" charset="0"/>
                <a:cs typeface="Times New Roman" pitchFamily="18" charset="0"/>
              </a:rPr>
              <a:t>: </a:t>
            </a:r>
            <a:r>
              <a:rPr lang="en-US" sz="3200" b="1" dirty="0">
                <a:latin typeface="Times New Roman" pitchFamily="18" charset="0"/>
                <a:cs typeface="Times New Roman" pitchFamily="18" charset="0"/>
              </a:rPr>
              <a:t>39</a:t>
            </a:r>
            <a:r>
              <a:rPr lang="en-US" sz="3200" b="1" baseline="30000" dirty="0">
                <a:latin typeface="Times New Roman" pitchFamily="18" charset="0"/>
                <a:cs typeface="Times New Roman" pitchFamily="18" charset="0"/>
              </a:rPr>
              <a:t>O</a:t>
            </a:r>
            <a:r>
              <a:rPr lang="en-US" sz="3200" b="1" dirty="0">
                <a:latin typeface="Times New Roman" pitchFamily="18" charset="0"/>
                <a:cs typeface="Times New Roman" pitchFamily="18" charset="0"/>
              </a:rPr>
              <a:t>C</a:t>
            </a:r>
            <a:r>
              <a:rPr lang="en-US" sz="3200" dirty="0">
                <a:latin typeface="Times New Roman" pitchFamily="18" charset="0"/>
                <a:cs typeface="Times New Roman" pitchFamily="18" charset="0"/>
              </a:rPr>
              <a:t>, M: 110l/ph, TST: 28l/ph, </a:t>
            </a:r>
            <a:r>
              <a:rPr lang="en-US" sz="3200" dirty="0" smtClean="0">
                <a:latin typeface="Times New Roman" pitchFamily="18" charset="0"/>
                <a:cs typeface="Times New Roman" pitchFamily="18" charset="0"/>
              </a:rPr>
              <a:t>	HA </a:t>
            </a:r>
            <a:r>
              <a:rPr lang="en-US" sz="3200" dirty="0">
                <a:latin typeface="Times New Roman" pitchFamily="18" charset="0"/>
                <a:cs typeface="Times New Roman" pitchFamily="18" charset="0"/>
              </a:rPr>
              <a:t>100/60 mmHg</a:t>
            </a:r>
          </a:p>
          <a:p>
            <a:pPr lvl="0"/>
            <a:r>
              <a:rPr lang="en-US" sz="3200" dirty="0" smtClean="0">
                <a:latin typeface="Times New Roman" pitchFamily="18" charset="0"/>
                <a:cs typeface="Times New Roman" pitchFamily="18" charset="0"/>
              </a:rPr>
              <a:t>	Da</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niêm</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mạc</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hồng</a:t>
            </a:r>
            <a:r>
              <a:rPr lang="en-US" sz="3200" dirty="0">
                <a:latin typeface="Times New Roman" pitchFamily="18" charset="0"/>
                <a:cs typeface="Times New Roman" pitchFamily="18" charset="0"/>
              </a:rPr>
              <a:t>.</a:t>
            </a:r>
          </a:p>
          <a:p>
            <a:pPr lvl="0"/>
            <a:r>
              <a:rPr lang="en-US" sz="3200" dirty="0" smtClean="0">
                <a:latin typeface="Times New Roman" pitchFamily="18" charset="0"/>
                <a:cs typeface="Times New Roman" pitchFamily="18" charset="0"/>
              </a:rPr>
              <a:t>	</a:t>
            </a:r>
            <a:r>
              <a:rPr lang="en-US" sz="3200" b="1" dirty="0" smtClean="0">
                <a:latin typeface="Times New Roman" pitchFamily="18" charset="0"/>
                <a:cs typeface="Times New Roman" pitchFamily="18" charset="0"/>
              </a:rPr>
              <a:t>Ban </a:t>
            </a:r>
            <a:r>
              <a:rPr lang="en-US" sz="3200" b="1" dirty="0" err="1">
                <a:latin typeface="Times New Roman" pitchFamily="18" charset="0"/>
                <a:cs typeface="Times New Roman" pitchFamily="18" charset="0"/>
              </a:rPr>
              <a:t>xuất</a:t>
            </a:r>
            <a:r>
              <a:rPr lang="en-US" sz="3200" b="1" dirty="0">
                <a:latin typeface="Times New Roman" pitchFamily="18" charset="0"/>
                <a:cs typeface="Times New Roman" pitchFamily="18" charset="0"/>
              </a:rPr>
              <a:t> </a:t>
            </a:r>
            <a:r>
              <a:rPr lang="en-US" sz="3200" b="1" dirty="0" err="1">
                <a:latin typeface="Times New Roman" pitchFamily="18" charset="0"/>
                <a:cs typeface="Times New Roman" pitchFamily="18" charset="0"/>
              </a:rPr>
              <a:t>huyết</a:t>
            </a:r>
            <a:r>
              <a:rPr lang="en-US" sz="3200" b="1" dirty="0">
                <a:latin typeface="Times New Roman" pitchFamily="18" charset="0"/>
                <a:cs typeface="Times New Roman" pitchFamily="18" charset="0"/>
              </a:rPr>
              <a:t> </a:t>
            </a:r>
            <a:r>
              <a:rPr lang="en-US" sz="3200" dirty="0" err="1" smtClean="0">
                <a:latin typeface="Times New Roman" pitchFamily="18" charset="0"/>
                <a:cs typeface="Times New Roman" pitchFamily="18" charset="0"/>
              </a:rPr>
              <a:t>rải</a:t>
            </a:r>
            <a:r>
              <a:rPr lang="en-US" sz="3200" dirty="0" smtClean="0">
                <a:latin typeface="Times New Roman" pitchFamily="18" charset="0"/>
                <a:cs typeface="Times New Roman" pitchFamily="18" charset="0"/>
              </a:rPr>
              <a:t> </a:t>
            </a:r>
            <a:r>
              <a:rPr lang="en-US" sz="3200" dirty="0" err="1">
                <a:latin typeface="Times New Roman" pitchFamily="18" charset="0"/>
                <a:cs typeface="Times New Roman" pitchFamily="18" charset="0"/>
              </a:rPr>
              <a:t>rác</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toàn</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thân</a:t>
            </a:r>
            <a:r>
              <a:rPr lang="en-US" sz="3200" dirty="0">
                <a:latin typeface="Times New Roman" pitchFamily="18" charset="0"/>
                <a:cs typeface="Times New Roman" pitchFamily="18" charset="0"/>
              </a:rPr>
              <a:t>, </a:t>
            </a:r>
            <a:r>
              <a:rPr lang="en-US" sz="3200" b="1" dirty="0" err="1">
                <a:latin typeface="Times New Roman" pitchFamily="18" charset="0"/>
                <a:cs typeface="Times New Roman" pitchFamily="18" charset="0"/>
              </a:rPr>
              <a:t>Lacet</a:t>
            </a:r>
            <a:r>
              <a:rPr lang="en-US" sz="3200" b="1" dirty="0">
                <a:latin typeface="Times New Roman" pitchFamily="18" charset="0"/>
                <a:cs typeface="Times New Roman" pitchFamily="18" charset="0"/>
              </a:rPr>
              <a:t> (+).</a:t>
            </a:r>
          </a:p>
          <a:p>
            <a:pPr lvl="0"/>
            <a:r>
              <a:rPr lang="en-US" sz="3200" dirty="0" smtClean="0">
                <a:latin typeface="Times New Roman" pitchFamily="18" charset="0"/>
                <a:cs typeface="Times New Roman" pitchFamily="18" charset="0"/>
              </a:rPr>
              <a:t>	</a:t>
            </a:r>
            <a:r>
              <a:rPr lang="en-US" sz="3200" dirty="0" err="1" smtClean="0">
                <a:latin typeface="Times New Roman" pitchFamily="18" charset="0"/>
                <a:cs typeface="Times New Roman" pitchFamily="18" charset="0"/>
              </a:rPr>
              <a:t>không</a:t>
            </a:r>
            <a:r>
              <a:rPr lang="en-US" sz="3200" dirty="0" smtClean="0">
                <a:latin typeface="Times New Roman" pitchFamily="18" charset="0"/>
                <a:cs typeface="Times New Roman" pitchFamily="18" charset="0"/>
              </a:rPr>
              <a:t> </a:t>
            </a:r>
            <a:r>
              <a:rPr lang="en-US" sz="3200" dirty="0">
                <a:latin typeface="Times New Roman" pitchFamily="18" charset="0"/>
                <a:cs typeface="Times New Roman" pitchFamily="18" charset="0"/>
              </a:rPr>
              <a:t>co </a:t>
            </a:r>
            <a:r>
              <a:rPr lang="en-US" sz="3200" dirty="0" err="1">
                <a:latin typeface="Times New Roman" pitchFamily="18" charset="0"/>
                <a:cs typeface="Times New Roman" pitchFamily="18" charset="0"/>
              </a:rPr>
              <a:t>giật</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không</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nôn</a:t>
            </a:r>
            <a:r>
              <a:rPr lang="en-US" sz="3200" dirty="0">
                <a:latin typeface="Times New Roman" pitchFamily="18" charset="0"/>
                <a:cs typeface="Times New Roman" pitchFamily="18" charset="0"/>
              </a:rPr>
              <a:t>.</a:t>
            </a:r>
          </a:p>
          <a:p>
            <a:pPr lvl="0"/>
            <a:r>
              <a:rPr lang="en-US" sz="3200" dirty="0" smtClean="0">
                <a:latin typeface="Times New Roman" pitchFamily="18" charset="0"/>
                <a:cs typeface="Times New Roman" pitchFamily="18" charset="0"/>
              </a:rPr>
              <a:t>	</a:t>
            </a:r>
            <a:r>
              <a:rPr lang="en-US" sz="3200" dirty="0" err="1" smtClean="0">
                <a:latin typeface="Times New Roman" pitchFamily="18" charset="0"/>
                <a:cs typeface="Times New Roman" pitchFamily="18" charset="0"/>
              </a:rPr>
              <a:t>Không</a:t>
            </a:r>
            <a:r>
              <a:rPr lang="en-US" sz="3200" dirty="0" smtClean="0">
                <a:latin typeface="Times New Roman" pitchFamily="18" charset="0"/>
                <a:cs typeface="Times New Roman" pitchFamily="18" charset="0"/>
              </a:rPr>
              <a:t> </a:t>
            </a:r>
            <a:r>
              <a:rPr lang="en-US" sz="3200" dirty="0" err="1">
                <a:latin typeface="Times New Roman" pitchFamily="18" charset="0"/>
                <a:cs typeface="Times New Roman" pitchFamily="18" charset="0"/>
              </a:rPr>
              <a:t>chảy</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máu</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răng</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lợi</a:t>
            </a:r>
            <a:r>
              <a:rPr lang="en-US" sz="3200" dirty="0">
                <a:latin typeface="Times New Roman" pitchFamily="18" charset="0"/>
                <a:cs typeface="Times New Roman" pitchFamily="18" charset="0"/>
              </a:rPr>
              <a:t>.</a:t>
            </a:r>
          </a:p>
          <a:p>
            <a:pPr lvl="0"/>
            <a:r>
              <a:rPr lang="en-US" sz="3200" dirty="0" smtClean="0">
                <a:latin typeface="Times New Roman" pitchFamily="18" charset="0"/>
                <a:cs typeface="Times New Roman" pitchFamily="18" charset="0"/>
              </a:rPr>
              <a:t>	</a:t>
            </a:r>
            <a:r>
              <a:rPr lang="en-US" sz="2800" dirty="0" smtClean="0">
                <a:latin typeface="Times New Roman" pitchFamily="18" charset="0"/>
                <a:cs typeface="Times New Roman" pitchFamily="18" charset="0"/>
              </a:rPr>
              <a:t>CTM</a:t>
            </a:r>
            <a:r>
              <a:rPr lang="en-US" sz="2800" dirty="0">
                <a:latin typeface="Times New Roman" pitchFamily="18" charset="0"/>
                <a:cs typeface="Times New Roman" pitchFamily="18" charset="0"/>
              </a:rPr>
              <a:t>: </a:t>
            </a:r>
            <a:r>
              <a:rPr lang="en-US" sz="2800" b="1" dirty="0">
                <a:latin typeface="Times New Roman" pitchFamily="18" charset="0"/>
                <a:cs typeface="Times New Roman" pitchFamily="18" charset="0"/>
              </a:rPr>
              <a:t>WBC 2.99 K/</a:t>
            </a:r>
            <a:r>
              <a:rPr lang="en-US" sz="2800" b="1" dirty="0" err="1">
                <a:latin typeface="Times New Roman" pitchFamily="18" charset="0"/>
                <a:cs typeface="Times New Roman" pitchFamily="18" charset="0"/>
              </a:rPr>
              <a:t>uL</a:t>
            </a:r>
            <a:r>
              <a:rPr lang="en-US" sz="2800" b="1" dirty="0">
                <a:latin typeface="Times New Roman" pitchFamily="18" charset="0"/>
                <a:cs typeface="Times New Roman" pitchFamily="18" charset="0"/>
              </a:rPr>
              <a:t> </a:t>
            </a:r>
            <a:r>
              <a:rPr lang="en-US" sz="2800" dirty="0">
                <a:latin typeface="Times New Roman" pitchFamily="18" charset="0"/>
                <a:cs typeface="Times New Roman" pitchFamily="18" charset="0"/>
              </a:rPr>
              <a:t>(4-10) , </a:t>
            </a:r>
            <a:r>
              <a:rPr lang="en-US" sz="2800" b="1" dirty="0">
                <a:latin typeface="Times New Roman" pitchFamily="18" charset="0"/>
                <a:cs typeface="Times New Roman" pitchFamily="18" charset="0"/>
              </a:rPr>
              <a:t>PLT 41 K/</a:t>
            </a:r>
            <a:r>
              <a:rPr lang="en-US" sz="2800" b="1" dirty="0" err="1">
                <a:latin typeface="Times New Roman" pitchFamily="18" charset="0"/>
                <a:cs typeface="Times New Roman" pitchFamily="18" charset="0"/>
              </a:rPr>
              <a:t>uL</a:t>
            </a:r>
            <a:r>
              <a:rPr lang="en-US" sz="2800" b="1" dirty="0">
                <a:latin typeface="Times New Roman" pitchFamily="18" charset="0"/>
                <a:cs typeface="Times New Roman" pitchFamily="18" charset="0"/>
              </a:rPr>
              <a:t> </a:t>
            </a:r>
            <a:r>
              <a:rPr lang="en-US" sz="2800" b="1" dirty="0" smtClean="0">
                <a:latin typeface="Times New Roman" pitchFamily="18" charset="0"/>
                <a:cs typeface="Times New Roman" pitchFamily="18" charset="0"/>
              </a:rPr>
              <a:t>	</a:t>
            </a:r>
            <a:r>
              <a:rPr lang="en-US" sz="2800" dirty="0" smtClean="0">
                <a:latin typeface="Times New Roman" pitchFamily="18" charset="0"/>
                <a:cs typeface="Times New Roman" pitchFamily="18" charset="0"/>
              </a:rPr>
              <a:t>(</a:t>
            </a:r>
            <a:r>
              <a:rPr lang="en-US" sz="2800" dirty="0">
                <a:latin typeface="Times New Roman" pitchFamily="18" charset="0"/>
                <a:cs typeface="Times New Roman" pitchFamily="18" charset="0"/>
              </a:rPr>
              <a:t>150-450</a:t>
            </a:r>
            <a:r>
              <a:rPr lang="en-US" sz="2800" dirty="0" smtClean="0">
                <a:latin typeface="Times New Roman" pitchFamily="18" charset="0"/>
                <a:cs typeface="Times New Roman" pitchFamily="18" charset="0"/>
              </a:rPr>
              <a:t>)</a:t>
            </a:r>
            <a:endParaRPr lang="en-US" sz="2800" dirty="0">
              <a:latin typeface="Times New Roman" pitchFamily="18" charset="0"/>
              <a:cs typeface="Times New Roman" pitchFamily="18" charset="0"/>
            </a:endParaRPr>
          </a:p>
        </p:txBody>
      </p:sp>
    </p:spTree>
    <p:extLst>
      <p:ext uri="{BB962C8B-B14F-4D97-AF65-F5344CB8AC3E}">
        <p14:creationId xmlns:p14="http://schemas.microsoft.com/office/powerpoint/2010/main" xmlns="" val="981210618"/>
      </p:ext>
    </p:extLst>
  </p:cSld>
  <p:clrMapOvr>
    <a:masterClrMapping/>
  </p:clrMapOvr>
  <mc:AlternateContent xmlns:mc="http://schemas.openxmlformats.org/markup-compatibility/2006">
    <mc:Choice xmlns:p14="http://schemas.microsoft.com/office/powerpoint/2010/main" xmlns="" Requires="p14">
      <p:transition spd="slow" p14:dur="1500">
        <p:split orient="vert"/>
      </p:transition>
    </mc:Choice>
    <mc:Fallback>
      <p:transition spd="slow">
        <p:split orient="vert"/>
      </p:transition>
    </mc:Fallback>
  </mc:AlternateContent>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2228" name="Picture 4" descr="Káº¿t quáº£ hÃ¬nh áº£nh cho suy nghÄ©"/>
          <p:cNvPicPr>
            <a:picLocks noChangeAspect="1" noChangeArrowheads="1"/>
          </p:cNvPicPr>
          <p:nvPr/>
        </p:nvPicPr>
        <p:blipFill>
          <a:blip r:embed="rId2" cstate="print"/>
          <a:srcRect/>
          <a:stretch>
            <a:fillRect/>
          </a:stretch>
        </p:blipFill>
        <p:spPr bwMode="auto">
          <a:xfrm>
            <a:off x="2627784" y="2204864"/>
            <a:ext cx="6264696" cy="4367387"/>
          </a:xfrm>
          <a:prstGeom prst="rect">
            <a:avLst/>
          </a:prstGeom>
          <a:noFill/>
        </p:spPr>
      </p:pic>
      <p:sp>
        <p:nvSpPr>
          <p:cNvPr id="4" name="Rectangle 3"/>
          <p:cNvSpPr/>
          <p:nvPr/>
        </p:nvSpPr>
        <p:spPr>
          <a:xfrm>
            <a:off x="395536" y="404664"/>
            <a:ext cx="8467092" cy="2431435"/>
          </a:xfrm>
          <a:prstGeom prst="rect">
            <a:avLst/>
          </a:prstGeom>
        </p:spPr>
        <p:txBody>
          <a:bodyPr wrap="square">
            <a:spAutoFit/>
          </a:bodyPr>
          <a:lstStyle/>
          <a:p>
            <a:pPr lvl="0" algn="ctr"/>
            <a:r>
              <a:rPr lang="en-US" sz="5400" b="1" dirty="0" err="1" smtClean="0">
                <a:latin typeface="Times New Roman" pitchFamily="18" charset="0"/>
                <a:cs typeface="Times New Roman" pitchFamily="18" charset="0"/>
              </a:rPr>
              <a:t>Chẩn</a:t>
            </a:r>
            <a:r>
              <a:rPr lang="en-US" sz="5400" b="1" dirty="0" smtClean="0">
                <a:latin typeface="Times New Roman" pitchFamily="18" charset="0"/>
                <a:cs typeface="Times New Roman" pitchFamily="18" charset="0"/>
              </a:rPr>
              <a:t> </a:t>
            </a:r>
            <a:r>
              <a:rPr lang="en-US" sz="5400" b="1" dirty="0" err="1">
                <a:latin typeface="Times New Roman" pitchFamily="18" charset="0"/>
                <a:cs typeface="Times New Roman" pitchFamily="18" charset="0"/>
              </a:rPr>
              <a:t>đoán</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nào</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có</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khả</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năng</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nhất</a:t>
            </a:r>
            <a:r>
              <a:rPr lang="en-US" sz="5400" b="1" dirty="0">
                <a:latin typeface="Times New Roman" pitchFamily="18" charset="0"/>
                <a:cs typeface="Times New Roman" pitchFamily="18" charset="0"/>
              </a:rPr>
              <a:t> ở </a:t>
            </a:r>
            <a:r>
              <a:rPr lang="en-US" sz="5400" b="1" dirty="0" err="1">
                <a:latin typeface="Times New Roman" pitchFamily="18" charset="0"/>
                <a:cs typeface="Times New Roman" pitchFamily="18" charset="0"/>
              </a:rPr>
              <a:t>trẻ</a:t>
            </a:r>
            <a:r>
              <a:rPr lang="en-US" sz="5400" b="1" dirty="0" smtClean="0">
                <a:latin typeface="Times New Roman" pitchFamily="18" charset="0"/>
                <a:cs typeface="Times New Roman" pitchFamily="18" charset="0"/>
              </a:rPr>
              <a:t>? </a:t>
            </a:r>
            <a:r>
              <a:rPr lang="en-US" sz="5400" b="1" dirty="0" err="1" smtClean="0">
                <a:latin typeface="Times New Roman" pitchFamily="18" charset="0"/>
                <a:cs typeface="Times New Roman" pitchFamily="18" charset="0"/>
              </a:rPr>
              <a:t>Vì</a:t>
            </a:r>
            <a:r>
              <a:rPr lang="en-US" sz="5400" b="1" dirty="0" smtClean="0">
                <a:latin typeface="Times New Roman" pitchFamily="18" charset="0"/>
                <a:cs typeface="Times New Roman" pitchFamily="18" charset="0"/>
              </a:rPr>
              <a:t> </a:t>
            </a:r>
            <a:r>
              <a:rPr lang="en-US" sz="5400" b="1" dirty="0" err="1" smtClean="0">
                <a:latin typeface="Times New Roman" pitchFamily="18" charset="0"/>
                <a:cs typeface="Times New Roman" pitchFamily="18" charset="0"/>
              </a:rPr>
              <a:t>sao</a:t>
            </a:r>
            <a:r>
              <a:rPr lang="en-US" sz="5400" b="1" dirty="0" smtClean="0">
                <a:latin typeface="Times New Roman" pitchFamily="18" charset="0"/>
                <a:cs typeface="Times New Roman" pitchFamily="18" charset="0"/>
              </a:rPr>
              <a:t>?</a:t>
            </a:r>
            <a:endParaRPr lang="en-US" sz="5400" b="1" dirty="0">
              <a:latin typeface="Times New Roman" pitchFamily="18" charset="0"/>
              <a:cs typeface="Times New Roman" pitchFamily="18" charset="0"/>
            </a:endParaRPr>
          </a:p>
          <a:p>
            <a:pPr lvl="0" algn="just"/>
            <a:r>
              <a:rPr lang="en-US" sz="4400" dirty="0" smtClean="0">
                <a:latin typeface="Times New Roman" pitchFamily="18" charset="0"/>
                <a:cs typeface="Times New Roman" pitchFamily="18" charset="0"/>
              </a:rPr>
              <a:t>	</a:t>
            </a:r>
            <a:endParaRPr lang="en-US" sz="4400" dirty="0">
              <a:latin typeface="Times New Roman" pitchFamily="18" charset="0"/>
              <a:cs typeface="Times New Roman" pitchFamily="18" charset="0"/>
            </a:endParaRPr>
          </a:p>
        </p:txBody>
      </p:sp>
    </p:spTree>
    <p:extLst>
      <p:ext uri="{BB962C8B-B14F-4D97-AF65-F5344CB8AC3E}">
        <p14:creationId xmlns:p14="http://schemas.microsoft.com/office/powerpoint/2010/main" xmlns="" val="3300389657"/>
      </p:ext>
    </p:extLst>
  </p:cSld>
  <p:clrMapOvr>
    <a:masterClrMapping/>
  </p:clrMapOvr>
  <mc:AlternateContent xmlns:mc="http://schemas.openxmlformats.org/markup-compatibility/2006">
    <mc:Choice xmlns:p14="http://schemas.microsoft.com/office/powerpoint/2010/main" xmlns="" Requires="p14">
      <p:transition spd="slow" p14:dur="1500">
        <p:split orient="vert"/>
      </p:transition>
    </mc:Choice>
    <mc:Fallback>
      <p:transition spd="slow">
        <p:split orient="vert"/>
      </p:transition>
    </mc:Fallback>
  </mc:AlternateContent>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39552" y="1412776"/>
            <a:ext cx="7920880" cy="3662541"/>
          </a:xfrm>
          <a:prstGeom prst="rect">
            <a:avLst/>
          </a:prstGeom>
        </p:spPr>
        <p:txBody>
          <a:bodyPr wrap="square">
            <a:spAutoFit/>
          </a:bodyPr>
          <a:lstStyle/>
          <a:p>
            <a:pPr lvl="0" algn="just"/>
            <a:r>
              <a:rPr lang="en-US" sz="4000" b="1" dirty="0" err="1" smtClean="0">
                <a:solidFill>
                  <a:srgbClr val="FF0000"/>
                </a:solidFill>
                <a:latin typeface="Times New Roman" pitchFamily="18" charset="0"/>
                <a:cs typeface="Times New Roman" pitchFamily="18" charset="0"/>
              </a:rPr>
              <a:t>Sốt</a:t>
            </a:r>
            <a:r>
              <a:rPr lang="en-US" sz="4000" b="1" dirty="0" smtClean="0">
                <a:solidFill>
                  <a:srgbClr val="FF0000"/>
                </a:solidFill>
                <a:latin typeface="Times New Roman" pitchFamily="18" charset="0"/>
                <a:cs typeface="Times New Roman" pitchFamily="18" charset="0"/>
              </a:rPr>
              <a:t> </a:t>
            </a:r>
            <a:r>
              <a:rPr lang="en-US" sz="4000" b="1" dirty="0" err="1" smtClean="0">
                <a:solidFill>
                  <a:srgbClr val="FF0000"/>
                </a:solidFill>
                <a:latin typeface="Times New Roman" pitchFamily="18" charset="0"/>
                <a:cs typeface="Times New Roman" pitchFamily="18" charset="0"/>
              </a:rPr>
              <a:t>xuất</a:t>
            </a:r>
            <a:r>
              <a:rPr lang="en-US" sz="4000" b="1" dirty="0" smtClean="0">
                <a:solidFill>
                  <a:srgbClr val="FF0000"/>
                </a:solidFill>
                <a:latin typeface="Times New Roman" pitchFamily="18" charset="0"/>
                <a:cs typeface="Times New Roman" pitchFamily="18" charset="0"/>
              </a:rPr>
              <a:t> </a:t>
            </a:r>
            <a:r>
              <a:rPr lang="en-US" sz="4000" b="1" dirty="0" err="1" smtClean="0">
                <a:solidFill>
                  <a:srgbClr val="FF0000"/>
                </a:solidFill>
                <a:latin typeface="Times New Roman" pitchFamily="18" charset="0"/>
                <a:cs typeface="Times New Roman" pitchFamily="18" charset="0"/>
              </a:rPr>
              <a:t>huyết</a:t>
            </a:r>
            <a:endParaRPr lang="en-US" sz="4000" b="1" dirty="0" smtClean="0">
              <a:solidFill>
                <a:srgbClr val="FF0000"/>
              </a:solidFill>
              <a:latin typeface="Times New Roman" pitchFamily="18" charset="0"/>
              <a:cs typeface="Times New Roman" pitchFamily="18" charset="0"/>
            </a:endParaRPr>
          </a:p>
          <a:p>
            <a:pPr lvl="0" algn="just"/>
            <a:r>
              <a:rPr lang="en-US" sz="3200" dirty="0" smtClean="0">
                <a:latin typeface="Times New Roman" pitchFamily="18" charset="0"/>
                <a:cs typeface="Times New Roman" pitchFamily="18" charset="0"/>
              </a:rPr>
              <a:t>	+ </a:t>
            </a:r>
            <a:r>
              <a:rPr lang="en-US" sz="3200" dirty="0" err="1" smtClean="0">
                <a:latin typeface="Times New Roman" pitchFamily="18" charset="0"/>
                <a:cs typeface="Times New Roman" pitchFamily="18" charset="0"/>
              </a:rPr>
              <a:t>Sốt</a:t>
            </a:r>
            <a:r>
              <a:rPr lang="en-US" sz="3200" dirty="0" smtClean="0">
                <a:latin typeface="Times New Roman" pitchFamily="18" charset="0"/>
                <a:cs typeface="Times New Roman" pitchFamily="18" charset="0"/>
              </a:rPr>
              <a:t> </a:t>
            </a:r>
            <a:r>
              <a:rPr lang="en-US" sz="3200" dirty="0" err="1" smtClean="0">
                <a:latin typeface="Times New Roman" pitchFamily="18" charset="0"/>
                <a:cs typeface="Times New Roman" pitchFamily="18" charset="0"/>
              </a:rPr>
              <a:t>cao</a:t>
            </a:r>
            <a:r>
              <a:rPr lang="en-US" sz="3200" dirty="0" smtClean="0">
                <a:latin typeface="Times New Roman" pitchFamily="18" charset="0"/>
                <a:cs typeface="Times New Roman" pitchFamily="18" charset="0"/>
              </a:rPr>
              <a:t> </a:t>
            </a:r>
            <a:r>
              <a:rPr lang="en-US" sz="3200" dirty="0" err="1" smtClean="0">
                <a:latin typeface="Times New Roman" pitchFamily="18" charset="0"/>
                <a:cs typeface="Times New Roman" pitchFamily="18" charset="0"/>
              </a:rPr>
              <a:t>liên</a:t>
            </a:r>
            <a:r>
              <a:rPr lang="en-US" sz="3200" dirty="0" smtClean="0">
                <a:latin typeface="Times New Roman" pitchFamily="18" charset="0"/>
                <a:cs typeface="Times New Roman" pitchFamily="18" charset="0"/>
              </a:rPr>
              <a:t> </a:t>
            </a:r>
            <a:r>
              <a:rPr lang="en-US" sz="3200" dirty="0" err="1" smtClean="0">
                <a:latin typeface="Times New Roman" pitchFamily="18" charset="0"/>
                <a:cs typeface="Times New Roman" pitchFamily="18" charset="0"/>
              </a:rPr>
              <a:t>tục</a:t>
            </a:r>
            <a:r>
              <a:rPr lang="en-US" sz="3200" dirty="0" smtClean="0">
                <a:latin typeface="Times New Roman" pitchFamily="18" charset="0"/>
                <a:cs typeface="Times New Roman" pitchFamily="18" charset="0"/>
              </a:rPr>
              <a:t> 5 </a:t>
            </a:r>
            <a:r>
              <a:rPr lang="en-US" sz="3200" dirty="0" err="1" smtClean="0">
                <a:latin typeface="Times New Roman" pitchFamily="18" charset="0"/>
                <a:cs typeface="Times New Roman" pitchFamily="18" charset="0"/>
              </a:rPr>
              <a:t>ngày</a:t>
            </a:r>
            <a:endParaRPr lang="en-US" sz="3200" dirty="0" smtClean="0">
              <a:latin typeface="Times New Roman" pitchFamily="18" charset="0"/>
              <a:cs typeface="Times New Roman" pitchFamily="18" charset="0"/>
            </a:endParaRPr>
          </a:p>
          <a:p>
            <a:pPr lvl="0" algn="just"/>
            <a:r>
              <a:rPr lang="en-US" sz="3200" dirty="0" smtClean="0">
                <a:latin typeface="Times New Roman" pitchFamily="18" charset="0"/>
                <a:cs typeface="Times New Roman" pitchFamily="18" charset="0"/>
              </a:rPr>
              <a:t>	+ </a:t>
            </a:r>
            <a:r>
              <a:rPr lang="en-US" sz="3200" dirty="0" err="1" smtClean="0">
                <a:latin typeface="Times New Roman" pitchFamily="18" charset="0"/>
                <a:cs typeface="Times New Roman" pitchFamily="18" charset="0"/>
              </a:rPr>
              <a:t>Bằng</a:t>
            </a:r>
            <a:r>
              <a:rPr lang="en-US" sz="3200" dirty="0" smtClean="0">
                <a:latin typeface="Times New Roman" pitchFamily="18" charset="0"/>
                <a:cs typeface="Times New Roman" pitchFamily="18" charset="0"/>
              </a:rPr>
              <a:t> </a:t>
            </a:r>
            <a:r>
              <a:rPr lang="en-US" sz="3200" dirty="0" err="1" smtClean="0">
                <a:latin typeface="Times New Roman" pitchFamily="18" charset="0"/>
                <a:cs typeface="Times New Roman" pitchFamily="18" charset="0"/>
              </a:rPr>
              <a:t>chứng</a:t>
            </a:r>
            <a:r>
              <a:rPr lang="en-US" sz="3200" dirty="0" smtClean="0">
                <a:latin typeface="Times New Roman" pitchFamily="18" charset="0"/>
                <a:cs typeface="Times New Roman" pitchFamily="18" charset="0"/>
              </a:rPr>
              <a:t> </a:t>
            </a:r>
            <a:r>
              <a:rPr lang="en-US" sz="3200" dirty="0" err="1" smtClean="0">
                <a:latin typeface="Times New Roman" pitchFamily="18" charset="0"/>
                <a:cs typeface="Times New Roman" pitchFamily="18" charset="0"/>
              </a:rPr>
              <a:t>xuất</a:t>
            </a:r>
            <a:r>
              <a:rPr lang="en-US" sz="3200" dirty="0" smtClean="0">
                <a:latin typeface="Times New Roman" pitchFamily="18" charset="0"/>
                <a:cs typeface="Times New Roman" pitchFamily="18" charset="0"/>
              </a:rPr>
              <a:t> </a:t>
            </a:r>
            <a:r>
              <a:rPr lang="en-US" sz="3200" dirty="0" err="1" smtClean="0">
                <a:latin typeface="Times New Roman" pitchFamily="18" charset="0"/>
                <a:cs typeface="Times New Roman" pitchFamily="18" charset="0"/>
              </a:rPr>
              <a:t>huyết</a:t>
            </a:r>
            <a:r>
              <a:rPr lang="en-US" sz="3200" dirty="0" smtClean="0">
                <a:latin typeface="Times New Roman" pitchFamily="18" charset="0"/>
                <a:cs typeface="Times New Roman" pitchFamily="18" charset="0"/>
              </a:rPr>
              <a:t> </a:t>
            </a:r>
            <a:r>
              <a:rPr lang="en-US" sz="3200" dirty="0" err="1" smtClean="0">
                <a:latin typeface="Times New Roman" pitchFamily="18" charset="0"/>
                <a:cs typeface="Times New Roman" pitchFamily="18" charset="0"/>
              </a:rPr>
              <a:t>da</a:t>
            </a:r>
            <a:r>
              <a:rPr lang="en-US" sz="3200" dirty="0" smtClean="0">
                <a:latin typeface="Times New Roman" pitchFamily="18" charset="0"/>
                <a:cs typeface="Times New Roman" pitchFamily="18" charset="0"/>
              </a:rPr>
              <a:t>, </a:t>
            </a:r>
            <a:r>
              <a:rPr lang="en-US" sz="3200" dirty="0" err="1" smtClean="0">
                <a:latin typeface="Times New Roman" pitchFamily="18" charset="0"/>
                <a:cs typeface="Times New Roman" pitchFamily="18" charset="0"/>
              </a:rPr>
              <a:t>niêm</a:t>
            </a:r>
            <a:r>
              <a:rPr lang="en-US" sz="3200" dirty="0" smtClean="0">
                <a:latin typeface="Times New Roman" pitchFamily="18" charset="0"/>
                <a:cs typeface="Times New Roman" pitchFamily="18" charset="0"/>
              </a:rPr>
              <a:t> </a:t>
            </a:r>
            <a:r>
              <a:rPr lang="en-US" sz="3200" dirty="0" err="1" smtClean="0">
                <a:latin typeface="Times New Roman" pitchFamily="18" charset="0"/>
                <a:cs typeface="Times New Roman" pitchFamily="18" charset="0"/>
              </a:rPr>
              <a:t>mạc</a:t>
            </a:r>
            <a:r>
              <a:rPr lang="en-US" sz="3200" dirty="0" smtClean="0">
                <a:latin typeface="Times New Roman" pitchFamily="18" charset="0"/>
                <a:cs typeface="Times New Roman" pitchFamily="18" charset="0"/>
              </a:rPr>
              <a:t>: Ban </a:t>
            </a:r>
            <a:r>
              <a:rPr lang="en-US" sz="3200" dirty="0" err="1" smtClean="0">
                <a:latin typeface="Times New Roman" pitchFamily="18" charset="0"/>
                <a:cs typeface="Times New Roman" pitchFamily="18" charset="0"/>
              </a:rPr>
              <a:t>xuất</a:t>
            </a:r>
            <a:r>
              <a:rPr lang="en-US" sz="3200" dirty="0" smtClean="0">
                <a:latin typeface="Times New Roman" pitchFamily="18" charset="0"/>
                <a:cs typeface="Times New Roman" pitchFamily="18" charset="0"/>
              </a:rPr>
              <a:t> </a:t>
            </a:r>
            <a:r>
              <a:rPr lang="en-US" sz="3200" dirty="0" err="1" smtClean="0">
                <a:latin typeface="Times New Roman" pitchFamily="18" charset="0"/>
                <a:cs typeface="Times New Roman" pitchFamily="18" charset="0"/>
              </a:rPr>
              <a:t>huyết</a:t>
            </a:r>
            <a:r>
              <a:rPr lang="en-US" sz="3200" dirty="0" smtClean="0">
                <a:latin typeface="Times New Roman" pitchFamily="18" charset="0"/>
                <a:cs typeface="Times New Roman" pitchFamily="18" charset="0"/>
              </a:rPr>
              <a:t> </a:t>
            </a:r>
            <a:r>
              <a:rPr lang="en-US" sz="3200" dirty="0" err="1" smtClean="0">
                <a:latin typeface="Times New Roman" pitchFamily="18" charset="0"/>
                <a:cs typeface="Times New Roman" pitchFamily="18" charset="0"/>
              </a:rPr>
              <a:t>rải</a:t>
            </a:r>
            <a:r>
              <a:rPr lang="en-US" sz="3200" dirty="0" smtClean="0">
                <a:latin typeface="Times New Roman" pitchFamily="18" charset="0"/>
                <a:cs typeface="Times New Roman" pitchFamily="18" charset="0"/>
              </a:rPr>
              <a:t> </a:t>
            </a:r>
            <a:r>
              <a:rPr lang="en-US" sz="3200" dirty="0" err="1" smtClean="0">
                <a:latin typeface="Times New Roman" pitchFamily="18" charset="0"/>
                <a:cs typeface="Times New Roman" pitchFamily="18" charset="0"/>
              </a:rPr>
              <a:t>rác</a:t>
            </a:r>
            <a:r>
              <a:rPr lang="en-US" sz="3200" dirty="0" smtClean="0">
                <a:latin typeface="Times New Roman" pitchFamily="18" charset="0"/>
                <a:cs typeface="Times New Roman" pitchFamily="18" charset="0"/>
              </a:rPr>
              <a:t> </a:t>
            </a:r>
            <a:r>
              <a:rPr lang="en-US" sz="3200" dirty="0" err="1" smtClean="0">
                <a:latin typeface="Times New Roman" pitchFamily="18" charset="0"/>
                <a:cs typeface="Times New Roman" pitchFamily="18" charset="0"/>
              </a:rPr>
              <a:t>toàn</a:t>
            </a:r>
            <a:r>
              <a:rPr lang="en-US" sz="3200" dirty="0" smtClean="0">
                <a:latin typeface="Times New Roman" pitchFamily="18" charset="0"/>
                <a:cs typeface="Times New Roman" pitchFamily="18" charset="0"/>
              </a:rPr>
              <a:t> 	</a:t>
            </a:r>
            <a:r>
              <a:rPr lang="en-US" sz="3200" dirty="0" err="1" smtClean="0">
                <a:latin typeface="Times New Roman" pitchFamily="18" charset="0"/>
                <a:cs typeface="Times New Roman" pitchFamily="18" charset="0"/>
              </a:rPr>
              <a:t>thân</a:t>
            </a:r>
            <a:r>
              <a:rPr lang="en-US" sz="3200" dirty="0" smtClean="0">
                <a:latin typeface="Times New Roman" pitchFamily="18" charset="0"/>
                <a:cs typeface="Times New Roman" pitchFamily="18" charset="0"/>
              </a:rPr>
              <a:t>, </a:t>
            </a:r>
            <a:r>
              <a:rPr lang="en-US" sz="3200" dirty="0" err="1" smtClean="0">
                <a:latin typeface="Times New Roman" pitchFamily="18" charset="0"/>
                <a:cs typeface="Times New Roman" pitchFamily="18" charset="0"/>
              </a:rPr>
              <a:t>Lacet</a:t>
            </a:r>
            <a:r>
              <a:rPr lang="en-US" sz="3200" dirty="0" smtClean="0">
                <a:latin typeface="Times New Roman" pitchFamily="18" charset="0"/>
                <a:cs typeface="Times New Roman" pitchFamily="18" charset="0"/>
              </a:rPr>
              <a:t> (+)</a:t>
            </a:r>
          </a:p>
          <a:p>
            <a:pPr lvl="0" algn="just"/>
            <a:r>
              <a:rPr lang="en-US" sz="3200" dirty="0" smtClean="0">
                <a:latin typeface="Times New Roman" pitchFamily="18" charset="0"/>
                <a:cs typeface="Times New Roman" pitchFamily="18" charset="0"/>
              </a:rPr>
              <a:t>	+ </a:t>
            </a:r>
            <a:r>
              <a:rPr lang="en-US" sz="3200" dirty="0" err="1" smtClean="0">
                <a:latin typeface="Times New Roman" pitchFamily="18" charset="0"/>
                <a:cs typeface="Times New Roman" pitchFamily="18" charset="0"/>
              </a:rPr>
              <a:t>Triệu</a:t>
            </a:r>
            <a:r>
              <a:rPr lang="en-US" sz="3200" dirty="0" smtClean="0">
                <a:latin typeface="Times New Roman" pitchFamily="18" charset="0"/>
                <a:cs typeface="Times New Roman" pitchFamily="18" charset="0"/>
              </a:rPr>
              <a:t> </a:t>
            </a:r>
            <a:r>
              <a:rPr lang="en-US" sz="3200" dirty="0" err="1" smtClean="0">
                <a:latin typeface="Times New Roman" pitchFamily="18" charset="0"/>
                <a:cs typeface="Times New Roman" pitchFamily="18" charset="0"/>
              </a:rPr>
              <a:t>chứng</a:t>
            </a:r>
            <a:r>
              <a:rPr lang="en-US" sz="3200" dirty="0" smtClean="0">
                <a:latin typeface="Times New Roman" pitchFamily="18" charset="0"/>
                <a:cs typeface="Times New Roman" pitchFamily="18" charset="0"/>
              </a:rPr>
              <a:t> </a:t>
            </a:r>
            <a:r>
              <a:rPr lang="en-US" sz="3200" dirty="0" err="1" smtClean="0">
                <a:latin typeface="Times New Roman" pitchFamily="18" charset="0"/>
                <a:cs typeface="Times New Roman" pitchFamily="18" charset="0"/>
              </a:rPr>
              <a:t>kèm</a:t>
            </a:r>
            <a:r>
              <a:rPr lang="en-US" sz="3200" dirty="0" smtClean="0">
                <a:latin typeface="Times New Roman" pitchFamily="18" charset="0"/>
                <a:cs typeface="Times New Roman" pitchFamily="18" charset="0"/>
              </a:rPr>
              <a:t> </a:t>
            </a:r>
            <a:r>
              <a:rPr lang="en-US" sz="3200" dirty="0" err="1" smtClean="0">
                <a:latin typeface="Times New Roman" pitchFamily="18" charset="0"/>
                <a:cs typeface="Times New Roman" pitchFamily="18" charset="0"/>
              </a:rPr>
              <a:t>theo</a:t>
            </a:r>
            <a:r>
              <a:rPr lang="en-US" sz="3200" dirty="0" smtClean="0">
                <a:latin typeface="Times New Roman" pitchFamily="18" charset="0"/>
                <a:cs typeface="Times New Roman" pitchFamily="18" charset="0"/>
              </a:rPr>
              <a:t>: </a:t>
            </a:r>
            <a:r>
              <a:rPr lang="en-US" sz="3200" dirty="0" err="1" smtClean="0">
                <a:latin typeface="Times New Roman" pitchFamily="18" charset="0"/>
                <a:cs typeface="Times New Roman" pitchFamily="18" charset="0"/>
              </a:rPr>
              <a:t>mệt</a:t>
            </a:r>
            <a:r>
              <a:rPr lang="en-US" sz="3200" dirty="0" smtClean="0">
                <a:latin typeface="Times New Roman" pitchFamily="18" charset="0"/>
                <a:cs typeface="Times New Roman" pitchFamily="18" charset="0"/>
              </a:rPr>
              <a:t> </a:t>
            </a:r>
            <a:r>
              <a:rPr lang="en-US" sz="3200" dirty="0" err="1" smtClean="0">
                <a:latin typeface="Times New Roman" pitchFamily="18" charset="0"/>
                <a:cs typeface="Times New Roman" pitchFamily="18" charset="0"/>
              </a:rPr>
              <a:t>mỏi</a:t>
            </a:r>
            <a:r>
              <a:rPr lang="en-US" sz="3200" dirty="0" smtClean="0">
                <a:latin typeface="Times New Roman" pitchFamily="18" charset="0"/>
                <a:cs typeface="Times New Roman" pitchFamily="18" charset="0"/>
              </a:rPr>
              <a:t>, </a:t>
            </a:r>
            <a:r>
              <a:rPr lang="en-US" sz="3200" dirty="0" err="1" smtClean="0">
                <a:latin typeface="Times New Roman" pitchFamily="18" charset="0"/>
                <a:cs typeface="Times New Roman" pitchFamily="18" charset="0"/>
              </a:rPr>
              <a:t>nhức</a:t>
            </a:r>
            <a:r>
              <a:rPr lang="en-US" sz="3200" dirty="0" smtClean="0">
                <a:latin typeface="Times New Roman" pitchFamily="18" charset="0"/>
                <a:cs typeface="Times New Roman" pitchFamily="18" charset="0"/>
              </a:rPr>
              <a:t> </a:t>
            </a:r>
            <a:r>
              <a:rPr lang="en-US" sz="3200" dirty="0" err="1" smtClean="0">
                <a:latin typeface="Times New Roman" pitchFamily="18" charset="0"/>
                <a:cs typeface="Times New Roman" pitchFamily="18" charset="0"/>
              </a:rPr>
              <a:t>đầu</a:t>
            </a:r>
            <a:r>
              <a:rPr lang="en-US" sz="3200" dirty="0" smtClean="0">
                <a:latin typeface="Times New Roman" pitchFamily="18" charset="0"/>
                <a:cs typeface="Times New Roman" pitchFamily="18" charset="0"/>
              </a:rPr>
              <a:t>, </a:t>
            </a:r>
            <a:r>
              <a:rPr lang="en-US" sz="3200" dirty="0" err="1" smtClean="0">
                <a:latin typeface="Times New Roman" pitchFamily="18" charset="0"/>
                <a:cs typeface="Times New Roman" pitchFamily="18" charset="0"/>
              </a:rPr>
              <a:t>đau</a:t>
            </a:r>
            <a:r>
              <a:rPr lang="en-US" sz="3200" dirty="0" smtClean="0">
                <a:latin typeface="Times New Roman" pitchFamily="18" charset="0"/>
                <a:cs typeface="Times New Roman" pitchFamily="18" charset="0"/>
              </a:rPr>
              <a:t> </a:t>
            </a:r>
            <a:r>
              <a:rPr lang="en-US" sz="3200" dirty="0" err="1" smtClean="0">
                <a:latin typeface="Times New Roman" pitchFamily="18" charset="0"/>
                <a:cs typeface="Times New Roman" pitchFamily="18" charset="0"/>
              </a:rPr>
              <a:t>cơ</a:t>
            </a:r>
            <a:r>
              <a:rPr lang="en-US" sz="3200" dirty="0" smtClean="0">
                <a:latin typeface="Times New Roman" pitchFamily="18" charset="0"/>
                <a:cs typeface="Times New Roman" pitchFamily="18" charset="0"/>
              </a:rPr>
              <a:t>, </a:t>
            </a:r>
            <a:r>
              <a:rPr lang="en-US" sz="3200" dirty="0" err="1" smtClean="0">
                <a:latin typeface="Times New Roman" pitchFamily="18" charset="0"/>
                <a:cs typeface="Times New Roman" pitchFamily="18" charset="0"/>
              </a:rPr>
              <a:t>mỏi</a:t>
            </a:r>
            <a:r>
              <a:rPr lang="en-US" sz="3200" dirty="0" smtClean="0">
                <a:latin typeface="Times New Roman" pitchFamily="18" charset="0"/>
                <a:cs typeface="Times New Roman" pitchFamily="18" charset="0"/>
              </a:rPr>
              <a:t> </a:t>
            </a:r>
            <a:r>
              <a:rPr lang="en-US" sz="3200" dirty="0" err="1" smtClean="0">
                <a:latin typeface="Times New Roman" pitchFamily="18" charset="0"/>
                <a:cs typeface="Times New Roman" pitchFamily="18" charset="0"/>
              </a:rPr>
              <a:t>khớp</a:t>
            </a:r>
            <a:r>
              <a:rPr lang="en-US" sz="3200" dirty="0" smtClean="0">
                <a:latin typeface="Times New Roman" pitchFamily="18" charset="0"/>
                <a:cs typeface="Times New Roman" pitchFamily="18" charset="0"/>
              </a:rPr>
              <a:t>, </a:t>
            </a:r>
            <a:r>
              <a:rPr lang="en-US" sz="3200" dirty="0" err="1" smtClean="0">
                <a:latin typeface="Times New Roman" pitchFamily="18" charset="0"/>
                <a:cs typeface="Times New Roman" pitchFamily="18" charset="0"/>
              </a:rPr>
              <a:t>nhức</a:t>
            </a:r>
            <a:r>
              <a:rPr lang="en-US" sz="3200" dirty="0" smtClean="0">
                <a:latin typeface="Times New Roman" pitchFamily="18" charset="0"/>
                <a:cs typeface="Times New Roman" pitchFamily="18" charset="0"/>
              </a:rPr>
              <a:t> </a:t>
            </a:r>
            <a:r>
              <a:rPr lang="en-US" sz="3200" dirty="0" err="1" smtClean="0">
                <a:latin typeface="Times New Roman" pitchFamily="18" charset="0"/>
                <a:cs typeface="Times New Roman" pitchFamily="18" charset="0"/>
              </a:rPr>
              <a:t>hai</a:t>
            </a:r>
            <a:r>
              <a:rPr lang="en-US" sz="3200" dirty="0" smtClean="0">
                <a:latin typeface="Times New Roman" pitchFamily="18" charset="0"/>
                <a:cs typeface="Times New Roman" pitchFamily="18" charset="0"/>
              </a:rPr>
              <a:t> </a:t>
            </a:r>
            <a:r>
              <a:rPr lang="en-US" sz="3200" dirty="0" err="1" smtClean="0">
                <a:latin typeface="Times New Roman" pitchFamily="18" charset="0"/>
                <a:cs typeface="Times New Roman" pitchFamily="18" charset="0"/>
              </a:rPr>
              <a:t>hố</a:t>
            </a:r>
            <a:r>
              <a:rPr lang="en-US" sz="3200" dirty="0" smtClean="0">
                <a:latin typeface="Times New Roman" pitchFamily="18" charset="0"/>
                <a:cs typeface="Times New Roman" pitchFamily="18" charset="0"/>
              </a:rPr>
              <a:t> </a:t>
            </a:r>
            <a:r>
              <a:rPr lang="en-US" sz="3200" dirty="0" err="1" smtClean="0">
                <a:latin typeface="Times New Roman" pitchFamily="18" charset="0"/>
                <a:cs typeface="Times New Roman" pitchFamily="18" charset="0"/>
              </a:rPr>
              <a:t>mắt</a:t>
            </a:r>
            <a:endParaRPr lang="en-US" sz="3200" dirty="0" smtClean="0">
              <a:latin typeface="Times New Roman" pitchFamily="18" charset="0"/>
              <a:cs typeface="Times New Roman" pitchFamily="18" charset="0"/>
            </a:endParaRPr>
          </a:p>
          <a:p>
            <a:pPr lvl="0" algn="just"/>
            <a:r>
              <a:rPr lang="en-US" sz="3200" dirty="0" smtClean="0">
                <a:latin typeface="Times New Roman" pitchFamily="18" charset="0"/>
                <a:cs typeface="Times New Roman" pitchFamily="18" charset="0"/>
              </a:rPr>
              <a:t>		CTM: WBC, PLT </a:t>
            </a:r>
            <a:r>
              <a:rPr lang="en-US" sz="3200" dirty="0" err="1" smtClean="0">
                <a:latin typeface="Times New Roman" pitchFamily="18" charset="0"/>
                <a:cs typeface="Times New Roman" pitchFamily="18" charset="0"/>
              </a:rPr>
              <a:t>giảm</a:t>
            </a:r>
            <a:endParaRPr lang="en-US" sz="3200" dirty="0">
              <a:latin typeface="Times New Roman" pitchFamily="18" charset="0"/>
              <a:cs typeface="Times New Roman" pitchFamily="18" charset="0"/>
            </a:endParaRPr>
          </a:p>
        </p:txBody>
      </p:sp>
    </p:spTree>
  </p:cSld>
  <p:clrMapOvr>
    <a:masterClrMapping/>
  </p:clrMapOvr>
  <mc:AlternateContent xmlns:mc="http://schemas.openxmlformats.org/markup-compatibility/2006">
    <mc:Choice xmlns:p14="http://schemas.microsoft.com/office/powerpoint/2010/main" xmlns="" Requires="p14">
      <p:transition spd="slow" p14:dur="1500">
        <p:split orient="vert"/>
      </p:transition>
    </mc:Choice>
    <mc:Fallback>
      <p:transition spd="slow">
        <p:split orient="vert"/>
      </p:transition>
    </mc:Fallback>
  </mc:AlternateContent>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395536" y="1340768"/>
            <a:ext cx="8748464" cy="5328592"/>
          </a:xfrm>
        </p:spPr>
        <p:txBody>
          <a:bodyPr>
            <a:noAutofit/>
          </a:bodyPr>
          <a:lstStyle/>
          <a:p>
            <a:pPr marL="0" lvl="0" indent="0">
              <a:lnSpc>
                <a:spcPct val="100000"/>
              </a:lnSpc>
              <a:spcBef>
                <a:spcPts val="0"/>
              </a:spcBef>
              <a:buNone/>
            </a:pPr>
            <a:r>
              <a:rPr lang="en-US" sz="2800" dirty="0" smtClean="0">
                <a:latin typeface="Times New Roman" pitchFamily="18" charset="0"/>
                <a:cs typeface="Times New Roman" pitchFamily="18" charset="0"/>
              </a:rPr>
              <a:t>CASE 2:</a:t>
            </a:r>
          </a:p>
          <a:p>
            <a:pPr marL="0" lvl="0" indent="0">
              <a:lnSpc>
                <a:spcPct val="100000"/>
              </a:lnSpc>
              <a:spcBef>
                <a:spcPts val="0"/>
              </a:spcBef>
              <a:buNone/>
            </a:pPr>
            <a:r>
              <a:rPr lang="en-US" sz="2800" dirty="0" err="1" smtClean="0">
                <a:latin typeface="Times New Roman" pitchFamily="18" charset="0"/>
                <a:cs typeface="Times New Roman" pitchFamily="18" charset="0"/>
              </a:rPr>
              <a:t>Trẻ</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nữ</a:t>
            </a:r>
            <a:r>
              <a:rPr lang="en-US" sz="2800" dirty="0" smtClean="0">
                <a:latin typeface="Times New Roman" pitchFamily="18" charset="0"/>
                <a:cs typeface="Times New Roman" pitchFamily="18" charset="0"/>
              </a:rPr>
              <a:t> </a:t>
            </a:r>
            <a:r>
              <a:rPr lang="en-US" sz="2800" b="1" dirty="0" smtClean="0">
                <a:latin typeface="Times New Roman" pitchFamily="18" charset="0"/>
                <a:cs typeface="Times New Roman" pitchFamily="18" charset="0"/>
              </a:rPr>
              <a:t>11 </a:t>
            </a:r>
            <a:r>
              <a:rPr lang="en-US" sz="2800" b="1" dirty="0" err="1">
                <a:latin typeface="Times New Roman" pitchFamily="18" charset="0"/>
                <a:cs typeface="Times New Roman" pitchFamily="18" charset="0"/>
              </a:rPr>
              <a:t>tháng</a:t>
            </a:r>
            <a:r>
              <a:rPr lang="en-US" sz="2800" b="1" dirty="0">
                <a:latin typeface="Times New Roman" pitchFamily="18" charset="0"/>
                <a:cs typeface="Times New Roman" pitchFamily="18" charset="0"/>
              </a:rPr>
              <a:t> </a:t>
            </a:r>
            <a:r>
              <a:rPr lang="en-US" sz="2800" b="1" dirty="0" err="1">
                <a:latin typeface="Times New Roman" pitchFamily="18" charset="0"/>
                <a:cs typeface="Times New Roman" pitchFamily="18" charset="0"/>
              </a:rPr>
              <a:t>tuổi</a:t>
            </a:r>
            <a:r>
              <a:rPr lang="en-US" sz="2800" b="1" dirty="0">
                <a:latin typeface="Times New Roman" pitchFamily="18" charset="0"/>
                <a:cs typeface="Times New Roman" pitchFamily="18" charset="0"/>
              </a:rPr>
              <a:t> </a:t>
            </a:r>
            <a:r>
              <a:rPr lang="en-US" sz="2800" dirty="0" err="1">
                <a:latin typeface="Times New Roman" pitchFamily="18" charset="0"/>
                <a:cs typeface="Times New Roman" pitchFamily="18" charset="0"/>
              </a:rPr>
              <a:t>vào</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viện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vì</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sốt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cao</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khó</a:t>
            </a:r>
            <a:r>
              <a:rPr lang="en-US" sz="2800" dirty="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thở</a:t>
            </a:r>
            <a:r>
              <a:rPr lang="en-US" sz="2800" dirty="0" smtClean="0">
                <a:latin typeface="Times New Roman" pitchFamily="18" charset="0"/>
                <a:cs typeface="Times New Roman" pitchFamily="18" charset="0"/>
              </a:rPr>
              <a:t>.</a:t>
            </a:r>
          </a:p>
          <a:p>
            <a:pPr marL="0" lvl="0" indent="0">
              <a:lnSpc>
                <a:spcPct val="100000"/>
              </a:lnSpc>
              <a:spcBef>
                <a:spcPts val="0"/>
              </a:spcBef>
              <a:buNone/>
            </a:pPr>
            <a:r>
              <a:rPr lang="en-US" sz="2800" dirty="0" err="1" smtClean="0">
                <a:latin typeface="Times New Roman" pitchFamily="18" charset="0"/>
                <a:cs typeface="Times New Roman" pitchFamily="18" charset="0"/>
              </a:rPr>
              <a:t>Bệnh</a:t>
            </a:r>
            <a:r>
              <a:rPr lang="en-US" sz="2800" dirty="0" smtClean="0">
                <a:latin typeface="Times New Roman" pitchFamily="18" charset="0"/>
                <a:cs typeface="Times New Roman" pitchFamily="18" charset="0"/>
              </a:rPr>
              <a:t> </a:t>
            </a:r>
            <a:r>
              <a:rPr lang="en-US" sz="2800" dirty="0" err="1">
                <a:latin typeface="Times New Roman" pitchFamily="18" charset="0"/>
                <a:cs typeface="Times New Roman" pitchFamily="18" charset="0"/>
              </a:rPr>
              <a:t>khởi</a:t>
            </a:r>
            <a:r>
              <a:rPr lang="en-US" sz="2800" dirty="0">
                <a:latin typeface="Times New Roman" pitchFamily="18" charset="0"/>
                <a:cs typeface="Times New Roman" pitchFamily="18" charset="0"/>
              </a:rPr>
              <a:t> </a:t>
            </a:r>
            <a:r>
              <a:rPr lang="en-US" sz="2800" dirty="0" err="1" smtClean="0">
                <a:latin typeface="Times New Roman" pitchFamily="18" charset="0"/>
                <a:cs typeface="Times New Roman" pitchFamily="18" charset="0"/>
              </a:rPr>
              <a:t>phát</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được</a:t>
            </a:r>
            <a:r>
              <a:rPr lang="en-US" sz="2800" dirty="0" smtClean="0">
                <a:latin typeface="Times New Roman" pitchFamily="18" charset="0"/>
                <a:cs typeface="Times New Roman" pitchFamily="18" charset="0"/>
              </a:rPr>
              <a:t> </a:t>
            </a:r>
            <a:r>
              <a:rPr lang="en-US" sz="2800" b="1" dirty="0" smtClean="0">
                <a:latin typeface="Times New Roman" pitchFamily="18" charset="0"/>
                <a:cs typeface="Times New Roman" pitchFamily="18" charset="0"/>
              </a:rPr>
              <a:t>2 </a:t>
            </a:r>
            <a:r>
              <a:rPr lang="en-US" sz="2800" b="1" dirty="0" err="1">
                <a:latin typeface="Times New Roman" pitchFamily="18" charset="0"/>
                <a:cs typeface="Times New Roman" pitchFamily="18" charset="0"/>
              </a:rPr>
              <a:t>ngày</a:t>
            </a:r>
            <a:r>
              <a:rPr lang="en-US" sz="2800" b="1" dirty="0">
                <a:latin typeface="Times New Roman" pitchFamily="18" charset="0"/>
                <a:cs typeface="Times New Roman" pitchFamily="18" charset="0"/>
              </a:rPr>
              <a:t> </a:t>
            </a:r>
            <a:r>
              <a:rPr lang="en-US" sz="2800" dirty="0" err="1" smtClean="0">
                <a:latin typeface="Times New Roman" pitchFamily="18" charset="0"/>
                <a:cs typeface="Times New Roman" pitchFamily="18" charset="0"/>
              </a:rPr>
              <a:t>với</a:t>
            </a:r>
            <a:r>
              <a:rPr lang="en-US" sz="2800" dirty="0" smtClean="0">
                <a:latin typeface="Times New Roman" pitchFamily="18" charset="0"/>
                <a:cs typeface="Times New Roman" pitchFamily="18" charset="0"/>
              </a:rPr>
              <a:t> </a:t>
            </a:r>
            <a:r>
              <a:rPr lang="en-US" sz="2800" dirty="0" err="1">
                <a:latin typeface="Times New Roman" pitchFamily="18" charset="0"/>
                <a:cs typeface="Times New Roman" pitchFamily="18" charset="0"/>
              </a:rPr>
              <a:t>triệu</a:t>
            </a:r>
            <a:r>
              <a:rPr lang="en-US" sz="2800" dirty="0">
                <a:latin typeface="Times New Roman" pitchFamily="18" charset="0"/>
                <a:cs typeface="Times New Roman" pitchFamily="18" charset="0"/>
              </a:rPr>
              <a:t> </a:t>
            </a:r>
            <a:r>
              <a:rPr lang="en-US" sz="2800" dirty="0" err="1" smtClean="0">
                <a:latin typeface="Times New Roman" pitchFamily="18" charset="0"/>
                <a:cs typeface="Times New Roman" pitchFamily="18" charset="0"/>
              </a:rPr>
              <a:t>chứng</a:t>
            </a:r>
            <a:r>
              <a:rPr lang="en-US" sz="2800" dirty="0" smtClean="0">
                <a:latin typeface="Times New Roman" pitchFamily="18" charset="0"/>
                <a:cs typeface="Times New Roman" pitchFamily="18" charset="0"/>
              </a:rPr>
              <a:t>:</a:t>
            </a:r>
            <a:endParaRPr lang="en-US" sz="2800" dirty="0">
              <a:latin typeface="Times New Roman" pitchFamily="18" charset="0"/>
              <a:cs typeface="Times New Roman" pitchFamily="18" charset="0"/>
            </a:endParaRPr>
          </a:p>
          <a:p>
            <a:pPr marL="1714500" lvl="0">
              <a:lnSpc>
                <a:spcPct val="100000"/>
              </a:lnSpc>
              <a:spcBef>
                <a:spcPts val="0"/>
              </a:spcBef>
            </a:pPr>
            <a:r>
              <a:rPr lang="en-US" sz="2800" dirty="0" err="1">
                <a:latin typeface="Times New Roman" pitchFamily="18" charset="0"/>
                <a:cs typeface="Times New Roman" pitchFamily="18" charset="0"/>
              </a:rPr>
              <a:t>Sốt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cao</a:t>
            </a:r>
            <a:r>
              <a:rPr lang="en-US" sz="2800" dirty="0">
                <a:latin typeface="Times New Roman" pitchFamily="18" charset="0"/>
                <a:cs typeface="Times New Roman" pitchFamily="18" charset="0"/>
              </a:rPr>
              <a:t> </a:t>
            </a:r>
            <a:r>
              <a:rPr lang="en-US" sz="2800" b="1" dirty="0">
                <a:latin typeface="Times New Roman" pitchFamily="18" charset="0"/>
                <a:cs typeface="Times New Roman" pitchFamily="18" charset="0"/>
              </a:rPr>
              <a:t>39,5</a:t>
            </a:r>
            <a:r>
              <a:rPr lang="en-US" sz="2800" b="1" baseline="30000" dirty="0">
                <a:latin typeface="Times New Roman" pitchFamily="18" charset="0"/>
                <a:cs typeface="Times New Roman" pitchFamily="18" charset="0"/>
              </a:rPr>
              <a:t>o</a:t>
            </a:r>
            <a:r>
              <a:rPr lang="en-US" sz="2800" b="1" dirty="0">
                <a:latin typeface="Times New Roman" pitchFamily="18" charset="0"/>
                <a:cs typeface="Times New Roman" pitchFamily="18" charset="0"/>
              </a:rPr>
              <a:t>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mẹ</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đo</a:t>
            </a:r>
            <a:r>
              <a:rPr lang="en-US" sz="2800" dirty="0">
                <a:latin typeface="Times New Roman" pitchFamily="18" charset="0"/>
                <a:cs typeface="Times New Roman" pitchFamily="18" charset="0"/>
              </a:rPr>
              <a:t>)</a:t>
            </a:r>
          </a:p>
          <a:p>
            <a:pPr marL="1714500" lvl="0">
              <a:lnSpc>
                <a:spcPct val="100000"/>
              </a:lnSpc>
              <a:spcBef>
                <a:spcPts val="0"/>
              </a:spcBef>
            </a:pPr>
            <a:r>
              <a:rPr lang="en-US" sz="2800" b="1" dirty="0" err="1">
                <a:latin typeface="Times New Roman" pitchFamily="18" charset="0"/>
                <a:cs typeface="Times New Roman" pitchFamily="18" charset="0"/>
              </a:rPr>
              <a:t>Chảy</a:t>
            </a:r>
            <a:r>
              <a:rPr lang="en-US" sz="2800" b="1" dirty="0">
                <a:latin typeface="Times New Roman" pitchFamily="18" charset="0"/>
                <a:cs typeface="Times New Roman" pitchFamily="18" charset="0"/>
              </a:rPr>
              <a:t> </a:t>
            </a:r>
            <a:r>
              <a:rPr lang="en-US" sz="2800" b="1" dirty="0" err="1">
                <a:latin typeface="Times New Roman" pitchFamily="18" charset="0"/>
                <a:cs typeface="Times New Roman" pitchFamily="18" charset="0"/>
              </a:rPr>
              <a:t>mũi</a:t>
            </a:r>
            <a:r>
              <a:rPr lang="en-US" sz="2800" b="1" dirty="0">
                <a:latin typeface="Times New Roman" pitchFamily="18" charset="0"/>
                <a:cs typeface="Times New Roman" pitchFamily="18" charset="0"/>
              </a:rPr>
              <a:t> </a:t>
            </a:r>
            <a:r>
              <a:rPr lang="en-US" sz="2800" b="1" dirty="0" err="1">
                <a:latin typeface="Times New Roman" pitchFamily="18" charset="0"/>
                <a:cs typeface="Times New Roman" pitchFamily="18" charset="0"/>
              </a:rPr>
              <a:t>nước</a:t>
            </a:r>
            <a:r>
              <a:rPr lang="en-US" sz="2800" b="1" dirty="0">
                <a:latin typeface="Times New Roman" pitchFamily="18" charset="0"/>
                <a:cs typeface="Times New Roman" pitchFamily="18" charset="0"/>
              </a:rPr>
              <a:t> </a:t>
            </a:r>
            <a:r>
              <a:rPr lang="en-US" sz="2800" b="1" dirty="0" err="1">
                <a:latin typeface="Times New Roman" pitchFamily="18" charset="0"/>
                <a:cs typeface="Times New Roman" pitchFamily="18" charset="0"/>
              </a:rPr>
              <a:t>trong</a:t>
            </a:r>
            <a:endParaRPr lang="en-US" sz="2800" b="1" dirty="0">
              <a:latin typeface="Times New Roman" pitchFamily="18" charset="0"/>
              <a:cs typeface="Times New Roman" pitchFamily="18" charset="0"/>
            </a:endParaRPr>
          </a:p>
          <a:p>
            <a:pPr marL="1714500" lvl="0">
              <a:lnSpc>
                <a:spcPct val="100000"/>
              </a:lnSpc>
              <a:spcBef>
                <a:spcPts val="0"/>
              </a:spcBef>
            </a:pPr>
            <a:r>
              <a:rPr lang="en-US" sz="2800" b="1" dirty="0">
                <a:latin typeface="Times New Roman" pitchFamily="18" charset="0"/>
                <a:cs typeface="Times New Roman" pitchFamily="18" charset="0"/>
              </a:rPr>
              <a:t>Ho </a:t>
            </a:r>
            <a:r>
              <a:rPr lang="en-US" sz="2800" b="1" dirty="0" err="1">
                <a:latin typeface="Times New Roman" pitchFamily="18" charset="0"/>
                <a:cs typeface="Times New Roman" pitchFamily="18" charset="0"/>
              </a:rPr>
              <a:t>từng</a:t>
            </a:r>
            <a:r>
              <a:rPr lang="en-US" sz="2800" b="1" dirty="0">
                <a:latin typeface="Times New Roman" pitchFamily="18" charset="0"/>
                <a:cs typeface="Times New Roman" pitchFamily="18" charset="0"/>
              </a:rPr>
              <a:t> </a:t>
            </a:r>
            <a:r>
              <a:rPr lang="en-US" sz="2800" b="1" dirty="0" err="1">
                <a:latin typeface="Times New Roman" pitchFamily="18" charset="0"/>
                <a:cs typeface="Times New Roman" pitchFamily="18" charset="0"/>
              </a:rPr>
              <a:t>cơn</a:t>
            </a:r>
            <a:r>
              <a:rPr lang="en-US" sz="2800" dirty="0">
                <a:latin typeface="Times New Roman" pitchFamily="18" charset="0"/>
                <a:cs typeface="Times New Roman" pitchFamily="18" charset="0"/>
              </a:rPr>
              <a:t>, </a:t>
            </a:r>
            <a:r>
              <a:rPr lang="en-US" sz="2800" b="1" dirty="0">
                <a:latin typeface="Times New Roman" pitchFamily="18" charset="0"/>
                <a:cs typeface="Times New Roman" pitchFamily="18" charset="0"/>
              </a:rPr>
              <a:t>ho </a:t>
            </a:r>
            <a:r>
              <a:rPr lang="en-US" sz="2800" b="1" dirty="0" err="1">
                <a:latin typeface="Times New Roman" pitchFamily="18" charset="0"/>
                <a:cs typeface="Times New Roman" pitchFamily="18" charset="0"/>
              </a:rPr>
              <a:t>giọng</a:t>
            </a:r>
            <a:r>
              <a:rPr lang="en-US" sz="2800" b="1" dirty="0">
                <a:latin typeface="Times New Roman" pitchFamily="18" charset="0"/>
                <a:cs typeface="Times New Roman" pitchFamily="18" charset="0"/>
              </a:rPr>
              <a:t> </a:t>
            </a:r>
            <a:r>
              <a:rPr lang="en-US" sz="2800" b="1" dirty="0" err="1" smtClean="0">
                <a:latin typeface="Times New Roman" pitchFamily="18" charset="0"/>
                <a:cs typeface="Times New Roman" pitchFamily="18" charset="0"/>
              </a:rPr>
              <a:t>đờm</a:t>
            </a:r>
            <a:endParaRPr lang="en-US" sz="2800" b="1" dirty="0">
              <a:latin typeface="Times New Roman" pitchFamily="18" charset="0"/>
              <a:cs typeface="Times New Roman" pitchFamily="18" charset="0"/>
            </a:endParaRPr>
          </a:p>
          <a:p>
            <a:pPr marL="1714500" lvl="0">
              <a:lnSpc>
                <a:spcPct val="100000"/>
              </a:lnSpc>
              <a:spcBef>
                <a:spcPts val="0"/>
              </a:spcBef>
            </a:pPr>
            <a:r>
              <a:rPr lang="en-US" sz="2800" dirty="0" err="1" smtClean="0">
                <a:latin typeface="Times New Roman" pitchFamily="18" charset="0"/>
                <a:cs typeface="Times New Roman" pitchFamily="18" charset="0"/>
              </a:rPr>
              <a:t>Mẹ</a:t>
            </a:r>
            <a:r>
              <a:rPr lang="en-US" sz="2800" dirty="0" smtClean="0">
                <a:latin typeface="Times New Roman" pitchFamily="18" charset="0"/>
                <a:cs typeface="Times New Roman" pitchFamily="18" charset="0"/>
              </a:rPr>
              <a:t> </a:t>
            </a:r>
            <a:r>
              <a:rPr lang="en-US" sz="2800" dirty="0" err="1">
                <a:latin typeface="Times New Roman" pitchFamily="18" charset="0"/>
                <a:cs typeface="Times New Roman" pitchFamily="18" charset="0"/>
              </a:rPr>
              <a:t>thấy</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trẻ</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thở</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nhanh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và</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mệt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hơn</a:t>
            </a:r>
            <a:r>
              <a:rPr lang="en-US" sz="2800" dirty="0">
                <a:latin typeface="Times New Roman" pitchFamily="18" charset="0"/>
                <a:cs typeface="Times New Roman" pitchFamily="18" charset="0"/>
              </a:rPr>
              <a:t> so </a:t>
            </a:r>
            <a:r>
              <a:rPr lang="en-US" sz="2800" dirty="0" err="1">
                <a:latin typeface="Times New Roman" pitchFamily="18" charset="0"/>
                <a:cs typeface="Times New Roman" pitchFamily="18" charset="0"/>
              </a:rPr>
              <a:t>với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bình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thường</a:t>
            </a:r>
            <a:r>
              <a:rPr lang="en-US" sz="2800" dirty="0">
                <a:latin typeface="Times New Roman" pitchFamily="18" charset="0"/>
                <a:cs typeface="Times New Roman" pitchFamily="18" charset="0"/>
              </a:rPr>
              <a:t>.</a:t>
            </a:r>
          </a:p>
          <a:p>
            <a:pPr marL="1714500" lvl="0">
              <a:lnSpc>
                <a:spcPct val="100000"/>
              </a:lnSpc>
              <a:spcBef>
                <a:spcPts val="0"/>
              </a:spcBef>
            </a:pPr>
            <a:r>
              <a:rPr lang="en-US" sz="2800" dirty="0" err="1">
                <a:latin typeface="Times New Roman" pitchFamily="18" charset="0"/>
                <a:cs typeface="Times New Roman" pitchFamily="18" charset="0"/>
              </a:rPr>
              <a:t>Tự</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điệu</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trị</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thuốc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hạ</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sốt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paracetamol</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dạng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sủi</a:t>
            </a:r>
            <a:r>
              <a:rPr lang="en-US" sz="2800" dirty="0" smtClean="0">
                <a:latin typeface="Times New Roman" pitchFamily="18" charset="0"/>
                <a:cs typeface="Times New Roman" pitchFamily="18" charset="0"/>
              </a:rPr>
              <a:t>)</a:t>
            </a:r>
          </a:p>
          <a:p>
            <a:pPr marL="1485900" lvl="0" indent="0">
              <a:lnSpc>
                <a:spcPct val="100000"/>
              </a:lnSpc>
              <a:spcBef>
                <a:spcPts val="0"/>
              </a:spcBef>
              <a:buNone/>
            </a:pPr>
            <a:r>
              <a:rPr lang="en-US" sz="2800" dirty="0" smtClean="0">
                <a:latin typeface="Times New Roman" pitchFamily="18" charset="0"/>
                <a:cs typeface="Times New Roman" pitchFamily="18" charset="0"/>
              </a:rPr>
              <a:t> </a:t>
            </a:r>
            <a:r>
              <a:rPr lang="en-US" sz="2800" dirty="0" err="1">
                <a:latin typeface="Times New Roman" pitchFamily="18" charset="0"/>
                <a:cs typeface="Times New Roman" pitchFamily="18" charset="0"/>
              </a:rPr>
              <a:t>không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đỡ</a:t>
            </a:r>
            <a:r>
              <a:rPr lang="en-US" sz="2800" dirty="0">
                <a:latin typeface="Times New Roman" pitchFamily="18" charset="0"/>
                <a:cs typeface="Times New Roman" pitchFamily="18" charset="0"/>
              </a:rPr>
              <a:t> </a:t>
            </a:r>
            <a:r>
              <a:rPr lang="en-US" sz="2800" dirty="0" smtClean="0">
                <a:latin typeface="Times New Roman" pitchFamily="18" charset="0"/>
                <a:cs typeface="Times New Roman" pitchFamily="18" charset="0"/>
                <a:sym typeface="Wingdings"/>
              </a:rPr>
              <a:t> </a:t>
            </a:r>
            <a:r>
              <a:rPr lang="en-US" sz="2800" dirty="0" err="1" smtClean="0">
                <a:latin typeface="Times New Roman" pitchFamily="18" charset="0"/>
                <a:cs typeface="Times New Roman" pitchFamily="18" charset="0"/>
              </a:rPr>
              <a:t>vào</a:t>
            </a:r>
            <a:r>
              <a:rPr lang="en-US" sz="2800" dirty="0" smtClean="0">
                <a:latin typeface="Times New Roman" pitchFamily="18" charset="0"/>
                <a:cs typeface="Times New Roman" pitchFamily="18" charset="0"/>
              </a:rPr>
              <a:t> </a:t>
            </a:r>
            <a:r>
              <a:rPr lang="en-US" sz="2800" dirty="0" err="1">
                <a:latin typeface="Times New Roman" pitchFamily="18" charset="0"/>
                <a:cs typeface="Times New Roman" pitchFamily="18" charset="0"/>
              </a:rPr>
              <a:t>viện</a:t>
            </a:r>
            <a:r>
              <a:rPr lang="en-US" sz="2800" dirty="0" smtClean="0">
                <a:latin typeface="Times New Roman" pitchFamily="18" charset="0"/>
                <a:cs typeface="Times New Roman" pitchFamily="18" charset="0"/>
              </a:rPr>
              <a:t>.</a:t>
            </a:r>
            <a:endParaRPr lang="en-US" sz="2800" dirty="0">
              <a:latin typeface="Times New Roman" pitchFamily="18" charset="0"/>
              <a:cs typeface="Times New Roman" pitchFamily="18" charset="0"/>
            </a:endParaRPr>
          </a:p>
        </p:txBody>
      </p:sp>
    </p:spTree>
    <p:extLst>
      <p:ext uri="{BB962C8B-B14F-4D97-AF65-F5344CB8AC3E}">
        <p14:creationId xmlns:p14="http://schemas.microsoft.com/office/powerpoint/2010/main" xmlns="" val="3085800199"/>
      </p:ext>
    </p:extLst>
  </p:cSld>
  <p:clrMapOvr>
    <a:masterClrMapping/>
  </p:clrMapOvr>
  <mc:AlternateContent xmlns:mc="http://schemas.openxmlformats.org/markup-compatibility/2006">
    <mc:Choice xmlns:p14="http://schemas.microsoft.com/office/powerpoint/2010/main" xmlns="" Requires="p14">
      <p:transition spd="slow" p14:dur="1500">
        <p:split orient="vert"/>
      </p:transition>
    </mc:Choice>
    <mc:Fallback>
      <p:transition spd="slow">
        <p:split orient="vert"/>
      </p:transition>
    </mc:Fallback>
  </mc:AlternateContent>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467544" y="1268760"/>
            <a:ext cx="8496944" cy="5184576"/>
          </a:xfrm>
        </p:spPr>
        <p:txBody>
          <a:bodyPr>
            <a:noAutofit/>
          </a:bodyPr>
          <a:lstStyle/>
          <a:p>
            <a:pPr marL="60325" lvl="0" indent="0">
              <a:lnSpc>
                <a:spcPct val="100000"/>
              </a:lnSpc>
              <a:spcBef>
                <a:spcPts val="0"/>
              </a:spcBef>
              <a:buNone/>
            </a:pPr>
            <a:r>
              <a:rPr lang="en-US" sz="2800" dirty="0" err="1">
                <a:latin typeface="Times New Roman" pitchFamily="18" charset="0"/>
                <a:cs typeface="Times New Roman" pitchFamily="18" charset="0"/>
              </a:rPr>
              <a:t>Thăm</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khám</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lúc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vào</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viện</a:t>
            </a:r>
            <a:r>
              <a:rPr lang="en-US" sz="2800" dirty="0">
                <a:latin typeface="Times New Roman" pitchFamily="18" charset="0"/>
                <a:cs typeface="Times New Roman" pitchFamily="18" charset="0"/>
              </a:rPr>
              <a:t>:</a:t>
            </a:r>
          </a:p>
          <a:p>
            <a:pPr lvl="0" indent="0">
              <a:lnSpc>
                <a:spcPct val="100000"/>
              </a:lnSpc>
              <a:spcBef>
                <a:spcPts val="0"/>
              </a:spcBef>
            </a:pPr>
            <a:r>
              <a:rPr lang="en-US" sz="2800" dirty="0" err="1">
                <a:latin typeface="Times New Roman" pitchFamily="18" charset="0"/>
                <a:cs typeface="Times New Roman" pitchFamily="18" charset="0"/>
              </a:rPr>
              <a:t>Trẻ</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tỉnh,linh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hoạt</a:t>
            </a:r>
            <a:r>
              <a:rPr lang="en-US" sz="2800" dirty="0">
                <a:latin typeface="Times New Roman" pitchFamily="18" charset="0"/>
                <a:cs typeface="Times New Roman" pitchFamily="18" charset="0"/>
              </a:rPr>
              <a:t>.</a:t>
            </a:r>
          </a:p>
          <a:p>
            <a:pPr lvl="0" indent="0">
              <a:lnSpc>
                <a:spcPct val="100000"/>
              </a:lnSpc>
              <a:spcBef>
                <a:spcPts val="0"/>
              </a:spcBef>
            </a:pPr>
            <a:r>
              <a:rPr lang="en-US" sz="2800" dirty="0" err="1">
                <a:latin typeface="Times New Roman" pitchFamily="18" charset="0"/>
                <a:cs typeface="Times New Roman" pitchFamily="18" charset="0"/>
              </a:rPr>
              <a:t>Nhiệt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độ</a:t>
            </a:r>
            <a:r>
              <a:rPr lang="en-US" sz="2800" dirty="0">
                <a:latin typeface="Times New Roman" pitchFamily="18" charset="0"/>
                <a:cs typeface="Times New Roman" pitchFamily="18" charset="0"/>
              </a:rPr>
              <a:t>: </a:t>
            </a:r>
            <a:r>
              <a:rPr lang="en-US" sz="2800" b="1" dirty="0">
                <a:latin typeface="Times New Roman" pitchFamily="18" charset="0"/>
                <a:cs typeface="Times New Roman" pitchFamily="18" charset="0"/>
              </a:rPr>
              <a:t>39</a:t>
            </a:r>
            <a:r>
              <a:rPr lang="en-US" sz="2800" b="1" baseline="30000" dirty="0">
                <a:latin typeface="Times New Roman" pitchFamily="18" charset="0"/>
                <a:cs typeface="Times New Roman" pitchFamily="18" charset="0"/>
              </a:rPr>
              <a:t>O</a:t>
            </a:r>
            <a:r>
              <a:rPr lang="en-US" sz="2800" b="1" dirty="0">
                <a:latin typeface="Times New Roman" pitchFamily="18" charset="0"/>
                <a:cs typeface="Times New Roman" pitchFamily="18" charset="0"/>
              </a:rPr>
              <a:t>C</a:t>
            </a:r>
          </a:p>
          <a:p>
            <a:pPr indent="0">
              <a:lnSpc>
                <a:spcPct val="100000"/>
              </a:lnSpc>
              <a:spcBef>
                <a:spcPts val="0"/>
              </a:spcBef>
            </a:pPr>
            <a:r>
              <a:rPr lang="en-US" sz="2800" dirty="0" err="1">
                <a:latin typeface="Times New Roman" pitchFamily="18" charset="0"/>
                <a:cs typeface="Times New Roman" pitchFamily="18" charset="0"/>
              </a:rPr>
              <a:t>Tần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số</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thở</a:t>
            </a:r>
            <a:r>
              <a:rPr lang="en-US" sz="2800" dirty="0">
                <a:latin typeface="Times New Roman" pitchFamily="18" charset="0"/>
                <a:cs typeface="Times New Roman" pitchFamily="18" charset="0"/>
              </a:rPr>
              <a:t>: </a:t>
            </a:r>
            <a:r>
              <a:rPr lang="en-US" sz="2800" b="1" dirty="0">
                <a:latin typeface="Times New Roman" pitchFamily="18" charset="0"/>
                <a:cs typeface="Times New Roman" pitchFamily="18" charset="0"/>
              </a:rPr>
              <a:t>58 </a:t>
            </a:r>
            <a:r>
              <a:rPr lang="en-US" sz="2800" b="1" dirty="0" err="1">
                <a:latin typeface="Times New Roman" pitchFamily="18" charset="0"/>
                <a:cs typeface="Times New Roman" pitchFamily="18" charset="0"/>
              </a:rPr>
              <a:t>lần</a:t>
            </a:r>
            <a:r>
              <a:rPr lang="en-US" sz="2800" b="1" dirty="0">
                <a:latin typeface="Times New Roman" pitchFamily="18" charset="0"/>
                <a:cs typeface="Times New Roman" pitchFamily="18" charset="0"/>
              </a:rPr>
              <a:t>/</a:t>
            </a:r>
            <a:r>
              <a:rPr lang="en-US" sz="2800" b="1" dirty="0" err="1">
                <a:latin typeface="Times New Roman" pitchFamily="18" charset="0"/>
                <a:cs typeface="Times New Roman" pitchFamily="18" charset="0"/>
              </a:rPr>
              <a:t>phút</a:t>
            </a:r>
            <a:endParaRPr lang="en-US" sz="2800" b="1" dirty="0">
              <a:latin typeface="Times New Roman" pitchFamily="18" charset="0"/>
              <a:cs typeface="Times New Roman" pitchFamily="18" charset="0"/>
            </a:endParaRPr>
          </a:p>
          <a:p>
            <a:pPr lvl="0" indent="0">
              <a:lnSpc>
                <a:spcPct val="100000"/>
              </a:lnSpc>
              <a:spcBef>
                <a:spcPts val="0"/>
              </a:spcBef>
            </a:pPr>
            <a:r>
              <a:rPr lang="en-US" sz="2800" dirty="0">
                <a:latin typeface="Times New Roman" pitchFamily="18" charset="0"/>
                <a:cs typeface="Times New Roman" pitchFamily="18" charset="0"/>
              </a:rPr>
              <a:t>Da, </a:t>
            </a:r>
            <a:r>
              <a:rPr lang="en-US" sz="2800" dirty="0" err="1">
                <a:latin typeface="Times New Roman" pitchFamily="18" charset="0"/>
                <a:cs typeface="Times New Roman" pitchFamily="18" charset="0"/>
              </a:rPr>
              <a:t>môi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hồng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không</a:t>
            </a:r>
            <a:r>
              <a:rPr lang="en-US" sz="2800" dirty="0">
                <a:latin typeface="Times New Roman" pitchFamily="18" charset="0"/>
                <a:cs typeface="Times New Roman" pitchFamily="18" charset="0"/>
              </a:rPr>
              <a:t> ban, </a:t>
            </a:r>
            <a:r>
              <a:rPr lang="en-US" sz="2800" dirty="0" err="1">
                <a:latin typeface="Times New Roman" pitchFamily="18" charset="0"/>
                <a:cs typeface="Times New Roman" pitchFamily="18" charset="0"/>
              </a:rPr>
              <a:t>không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xuất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huyết</a:t>
            </a:r>
            <a:r>
              <a:rPr lang="en-US" sz="2800" dirty="0">
                <a:latin typeface="Times New Roman" pitchFamily="18" charset="0"/>
                <a:cs typeface="Times New Roman" pitchFamily="18" charset="0"/>
              </a:rPr>
              <a:t>.</a:t>
            </a:r>
          </a:p>
          <a:p>
            <a:pPr lvl="0" indent="0">
              <a:lnSpc>
                <a:spcPct val="100000"/>
              </a:lnSpc>
              <a:spcBef>
                <a:spcPts val="0"/>
              </a:spcBef>
            </a:pPr>
            <a:r>
              <a:rPr lang="en-US" sz="2800" dirty="0" err="1">
                <a:latin typeface="Times New Roman" pitchFamily="18" charset="0"/>
                <a:cs typeface="Times New Roman" pitchFamily="18" charset="0"/>
              </a:rPr>
              <a:t>Khám</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họng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họng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sạch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không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sưng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không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có</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mủ</a:t>
            </a:r>
            <a:r>
              <a:rPr lang="en-US" sz="2800" dirty="0">
                <a:latin typeface="Times New Roman" pitchFamily="18" charset="0"/>
                <a:cs typeface="Times New Roman" pitchFamily="18" charset="0"/>
              </a:rPr>
              <a:t>.</a:t>
            </a:r>
          </a:p>
          <a:p>
            <a:pPr lvl="0" indent="0">
              <a:lnSpc>
                <a:spcPct val="100000"/>
              </a:lnSpc>
              <a:spcBef>
                <a:spcPts val="0"/>
              </a:spcBef>
            </a:pPr>
            <a:r>
              <a:rPr lang="en-US" sz="2800" b="1" dirty="0">
                <a:latin typeface="Times New Roman" pitchFamily="18" charset="0"/>
                <a:cs typeface="Times New Roman" pitchFamily="18" charset="0"/>
              </a:rPr>
              <a:t>Ho </a:t>
            </a:r>
            <a:r>
              <a:rPr lang="en-US" sz="2800" b="1" dirty="0" err="1">
                <a:latin typeface="Times New Roman" pitchFamily="18" charset="0"/>
                <a:cs typeface="Times New Roman" pitchFamily="18" charset="0"/>
              </a:rPr>
              <a:t>giọng</a:t>
            </a:r>
            <a:r>
              <a:rPr lang="en-US" sz="2800" b="1" dirty="0">
                <a:latin typeface="Times New Roman" pitchFamily="18" charset="0"/>
                <a:cs typeface="Times New Roman" pitchFamily="18" charset="0"/>
              </a:rPr>
              <a:t> </a:t>
            </a:r>
            <a:r>
              <a:rPr lang="en-US" sz="2800" b="1" dirty="0" err="1" smtClean="0">
                <a:latin typeface="Times New Roman" pitchFamily="18" charset="0"/>
                <a:cs typeface="Times New Roman" pitchFamily="18" charset="0"/>
              </a:rPr>
              <a:t>đờm</a:t>
            </a:r>
            <a:r>
              <a:rPr lang="en-US" sz="2800" dirty="0" smtClean="0">
                <a:latin typeface="Times New Roman" pitchFamily="18" charset="0"/>
                <a:cs typeface="Times New Roman" pitchFamily="18" charset="0"/>
              </a:rPr>
              <a:t>, </a:t>
            </a:r>
            <a:r>
              <a:rPr lang="en-US" sz="2800" dirty="0" err="1">
                <a:latin typeface="Times New Roman" pitchFamily="18" charset="0"/>
                <a:cs typeface="Times New Roman" pitchFamily="18" charset="0"/>
              </a:rPr>
              <a:t>thở</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nhanh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nông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thở</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sò</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sè</a:t>
            </a:r>
            <a:r>
              <a:rPr lang="en-US" sz="2800" dirty="0">
                <a:latin typeface="Times New Roman" pitchFamily="18" charset="0"/>
                <a:cs typeface="Times New Roman" pitchFamily="18" charset="0"/>
              </a:rPr>
              <a:t>.</a:t>
            </a:r>
          </a:p>
          <a:p>
            <a:pPr lvl="0" indent="0">
              <a:lnSpc>
                <a:spcPct val="100000"/>
              </a:lnSpc>
              <a:spcBef>
                <a:spcPts val="0"/>
              </a:spcBef>
            </a:pPr>
            <a:r>
              <a:rPr lang="en-US" sz="2800" b="1" dirty="0">
                <a:latin typeface="Times New Roman" pitchFamily="18" charset="0"/>
                <a:cs typeface="Times New Roman" pitchFamily="18" charset="0"/>
              </a:rPr>
              <a:t>Co </a:t>
            </a:r>
            <a:r>
              <a:rPr lang="en-US" sz="2800" b="1" dirty="0" err="1">
                <a:latin typeface="Times New Roman" pitchFamily="18" charset="0"/>
                <a:cs typeface="Times New Roman" pitchFamily="18" charset="0"/>
              </a:rPr>
              <a:t>kéo</a:t>
            </a:r>
            <a:r>
              <a:rPr lang="en-US" sz="2800" b="1" dirty="0">
                <a:latin typeface="Times New Roman" pitchFamily="18" charset="0"/>
                <a:cs typeface="Times New Roman" pitchFamily="18" charset="0"/>
              </a:rPr>
              <a:t> </a:t>
            </a:r>
            <a:r>
              <a:rPr lang="en-US" sz="2800" b="1" dirty="0" err="1">
                <a:latin typeface="Times New Roman" pitchFamily="18" charset="0"/>
                <a:cs typeface="Times New Roman" pitchFamily="18" charset="0"/>
              </a:rPr>
              <a:t>hõm</a:t>
            </a:r>
            <a:r>
              <a:rPr lang="en-US" sz="2800" b="1" dirty="0">
                <a:latin typeface="Times New Roman" pitchFamily="18" charset="0"/>
                <a:cs typeface="Times New Roman" pitchFamily="18" charset="0"/>
              </a:rPr>
              <a:t> </a:t>
            </a:r>
            <a:r>
              <a:rPr lang="en-US" sz="2800" b="1" dirty="0" err="1">
                <a:latin typeface="Times New Roman" pitchFamily="18" charset="0"/>
                <a:cs typeface="Times New Roman" pitchFamily="18" charset="0"/>
              </a:rPr>
              <a:t>ức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không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có</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dấu</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rút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lõm</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lồng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ngực</a:t>
            </a:r>
            <a:r>
              <a:rPr lang="en-US" sz="2800" dirty="0">
                <a:latin typeface="Times New Roman" pitchFamily="18" charset="0"/>
                <a:cs typeface="Times New Roman" pitchFamily="18" charset="0"/>
              </a:rPr>
              <a:t>.</a:t>
            </a:r>
          </a:p>
          <a:p>
            <a:pPr lvl="0" indent="0">
              <a:lnSpc>
                <a:spcPct val="100000"/>
              </a:lnSpc>
              <a:spcBef>
                <a:spcPts val="0"/>
              </a:spcBef>
            </a:pPr>
            <a:r>
              <a:rPr lang="en-US" sz="2800" dirty="0" err="1">
                <a:latin typeface="Times New Roman" pitchFamily="18" charset="0"/>
                <a:cs typeface="Times New Roman" pitchFamily="18" charset="0"/>
              </a:rPr>
              <a:t>Phổi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thông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khí</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rõ</a:t>
            </a:r>
            <a:r>
              <a:rPr lang="en-US" sz="2800" dirty="0">
                <a:latin typeface="Times New Roman" pitchFamily="18" charset="0"/>
                <a:cs typeface="Times New Roman" pitchFamily="18" charset="0"/>
              </a:rPr>
              <a:t>, </a:t>
            </a:r>
            <a:r>
              <a:rPr lang="en-US" sz="2800" b="1" dirty="0">
                <a:latin typeface="Times New Roman" pitchFamily="18" charset="0"/>
                <a:cs typeface="Times New Roman" pitchFamily="18" charset="0"/>
              </a:rPr>
              <a:t>ran </a:t>
            </a:r>
            <a:r>
              <a:rPr lang="en-US" sz="2800" b="1" dirty="0" err="1">
                <a:latin typeface="Times New Roman" pitchFamily="18" charset="0"/>
                <a:cs typeface="Times New Roman" pitchFamily="18" charset="0"/>
              </a:rPr>
              <a:t>ẩm</a:t>
            </a:r>
            <a:r>
              <a:rPr lang="en-US" sz="2800" b="1" dirty="0">
                <a:latin typeface="Times New Roman" pitchFamily="18" charset="0"/>
                <a:cs typeface="Times New Roman" pitchFamily="18" charset="0"/>
              </a:rPr>
              <a:t> </a:t>
            </a:r>
            <a:r>
              <a:rPr lang="en-US" sz="2800" b="1" dirty="0" err="1">
                <a:latin typeface="Times New Roman" pitchFamily="18" charset="0"/>
                <a:cs typeface="Times New Roman" pitchFamily="18" charset="0"/>
              </a:rPr>
              <a:t>rải</a:t>
            </a:r>
            <a:r>
              <a:rPr lang="en-US" sz="2800" b="1" dirty="0">
                <a:latin typeface="Times New Roman" pitchFamily="18" charset="0"/>
                <a:cs typeface="Times New Roman" pitchFamily="18" charset="0"/>
              </a:rPr>
              <a:t> </a:t>
            </a:r>
            <a:r>
              <a:rPr lang="en-US" sz="2800" b="1" dirty="0" err="1">
                <a:latin typeface="Times New Roman" pitchFamily="18" charset="0"/>
                <a:cs typeface="Times New Roman" pitchFamily="18" charset="0"/>
              </a:rPr>
              <a:t>rác</a:t>
            </a:r>
            <a:r>
              <a:rPr lang="en-US" sz="2800" b="1" dirty="0">
                <a:latin typeface="Times New Roman" pitchFamily="18" charset="0"/>
                <a:cs typeface="Times New Roman" pitchFamily="18" charset="0"/>
              </a:rPr>
              <a:t> 2 </a:t>
            </a:r>
            <a:r>
              <a:rPr lang="en-US" sz="2800" b="1" dirty="0" err="1">
                <a:latin typeface="Times New Roman" pitchFamily="18" charset="0"/>
                <a:cs typeface="Times New Roman" pitchFamily="18" charset="0"/>
              </a:rPr>
              <a:t>phế</a:t>
            </a:r>
            <a:r>
              <a:rPr lang="en-US" sz="2800" b="1" dirty="0">
                <a:latin typeface="Times New Roman" pitchFamily="18" charset="0"/>
                <a:cs typeface="Times New Roman" pitchFamily="18" charset="0"/>
              </a:rPr>
              <a:t> </a:t>
            </a:r>
            <a:r>
              <a:rPr lang="en-US" sz="2800" b="1" dirty="0" err="1">
                <a:latin typeface="Times New Roman" pitchFamily="18" charset="0"/>
                <a:cs typeface="Times New Roman" pitchFamily="18" charset="0"/>
              </a:rPr>
              <a:t>trường</a:t>
            </a:r>
            <a:r>
              <a:rPr lang="en-US" sz="2800" dirty="0">
                <a:latin typeface="Times New Roman" pitchFamily="18" charset="0"/>
                <a:cs typeface="Times New Roman" pitchFamily="18" charset="0"/>
              </a:rPr>
              <a:t>.</a:t>
            </a:r>
          </a:p>
          <a:p>
            <a:pPr lvl="0" indent="0">
              <a:lnSpc>
                <a:spcPct val="100000"/>
              </a:lnSpc>
              <a:spcBef>
                <a:spcPts val="0"/>
              </a:spcBef>
            </a:pPr>
            <a:r>
              <a:rPr lang="en-US" sz="2800" dirty="0" err="1">
                <a:latin typeface="Times New Roman" pitchFamily="18" charset="0"/>
                <a:cs typeface="Times New Roman" pitchFamily="18" charset="0"/>
              </a:rPr>
              <a:t>Cơ</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quan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khác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chưa</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phát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hiện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các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bất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thường</a:t>
            </a:r>
            <a:r>
              <a:rPr lang="en-US" sz="2800" dirty="0" smtClean="0">
                <a:latin typeface="Times New Roman" pitchFamily="18" charset="0"/>
                <a:cs typeface="Times New Roman" pitchFamily="18" charset="0"/>
              </a:rPr>
              <a:t>.</a:t>
            </a:r>
            <a:endParaRPr lang="en-US" sz="2800" dirty="0">
              <a:latin typeface="Times New Roman" pitchFamily="18" charset="0"/>
              <a:cs typeface="Times New Roman" pitchFamily="18" charset="0"/>
            </a:endParaRPr>
          </a:p>
        </p:txBody>
      </p:sp>
    </p:spTree>
    <p:extLst>
      <p:ext uri="{BB962C8B-B14F-4D97-AF65-F5344CB8AC3E}">
        <p14:creationId xmlns:p14="http://schemas.microsoft.com/office/powerpoint/2010/main" xmlns="" val="4259019993"/>
      </p:ext>
    </p:extLst>
  </p:cSld>
  <p:clrMapOvr>
    <a:masterClrMapping/>
  </p:clrMapOvr>
  <mc:AlternateContent xmlns:mc="http://schemas.openxmlformats.org/markup-compatibility/2006">
    <mc:Choice xmlns:p14="http://schemas.microsoft.com/office/powerpoint/2010/main" xmlns="" Requires="p14">
      <p:transition spd="slow" p14:dur="1500">
        <p:split orient="vert"/>
      </p:transition>
    </mc:Choice>
    <mc:Fallback>
      <p:transition spd="slow">
        <p:split orient="vert"/>
      </p:transition>
    </mc:Fallback>
  </mc:AlternateContent>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type="body" sz="quarter" idx="14"/>
          </p:nvPr>
        </p:nvSpPr>
        <p:spPr>
          <a:xfrm>
            <a:off x="1043608" y="2492896"/>
            <a:ext cx="6932912" cy="1296144"/>
          </a:xfrm>
        </p:spPr>
        <p:txBody>
          <a:bodyPr>
            <a:noAutofit/>
          </a:bodyPr>
          <a:lstStyle/>
          <a:p>
            <a:pPr marL="0" lvl="0" indent="0" algn="ctr">
              <a:buNone/>
            </a:pPr>
            <a:r>
              <a:rPr lang="en-US" sz="8800" b="1" dirty="0" err="1" smtClean="0">
                <a:solidFill>
                  <a:srgbClr val="FF0000"/>
                </a:solidFill>
                <a:latin typeface="Times New Roman" pitchFamily="18" charset="0"/>
                <a:cs typeface="Times New Roman" pitchFamily="18" charset="0"/>
              </a:rPr>
              <a:t>Chẩn</a:t>
            </a:r>
            <a:r>
              <a:rPr lang="en-US" sz="8800" b="1" dirty="0" smtClean="0">
                <a:solidFill>
                  <a:srgbClr val="FF0000"/>
                </a:solidFill>
                <a:latin typeface="Times New Roman" pitchFamily="18" charset="0"/>
                <a:cs typeface="Times New Roman" pitchFamily="18" charset="0"/>
              </a:rPr>
              <a:t> </a:t>
            </a:r>
            <a:r>
              <a:rPr lang="en-US" sz="8800" b="1" dirty="0" err="1" smtClean="0">
                <a:solidFill>
                  <a:srgbClr val="FF0000"/>
                </a:solidFill>
                <a:latin typeface="Times New Roman" pitchFamily="18" charset="0"/>
                <a:cs typeface="Times New Roman" pitchFamily="18" charset="0"/>
              </a:rPr>
              <a:t>đoán</a:t>
            </a:r>
            <a:r>
              <a:rPr lang="en-US" sz="8800" b="1" dirty="0" smtClean="0">
                <a:solidFill>
                  <a:srgbClr val="FF0000"/>
                </a:solidFill>
                <a:latin typeface="Times New Roman" pitchFamily="18" charset="0"/>
                <a:cs typeface="Times New Roman" pitchFamily="18" charset="0"/>
              </a:rPr>
              <a:t>?</a:t>
            </a:r>
            <a:endParaRPr lang="en-US" sz="8800" b="1" dirty="0">
              <a:solidFill>
                <a:srgbClr val="FF0000"/>
              </a:solidFill>
              <a:latin typeface="Times New Roman" pitchFamily="18" charset="0"/>
              <a:cs typeface="Times New Roman" pitchFamily="18" charset="0"/>
            </a:endParaRPr>
          </a:p>
        </p:txBody>
      </p:sp>
    </p:spTree>
    <p:extLst>
      <p:ext uri="{BB962C8B-B14F-4D97-AF65-F5344CB8AC3E}">
        <p14:creationId xmlns:p14="http://schemas.microsoft.com/office/powerpoint/2010/main" xmlns="" val="1110686246"/>
      </p:ext>
    </p:extLst>
  </p:cSld>
  <p:clrMapOvr>
    <a:masterClrMapping/>
  </p:clrMapOvr>
  <mc:AlternateContent xmlns:mc="http://schemas.openxmlformats.org/markup-compatibility/2006">
    <mc:Choice xmlns:p14="http://schemas.microsoft.com/office/powerpoint/2010/main" xmlns="" Requires="p14">
      <p:transition spd="slow" p14:dur="1500">
        <p:split orient="vert"/>
      </p:transition>
    </mc:Choice>
    <mc:Fallback>
      <p:transition spd="slow">
        <p:split orient="vert"/>
      </p:transition>
    </mc:Fallback>
  </mc:AlternateContent>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67544" y="692696"/>
            <a:ext cx="8208912" cy="5786199"/>
          </a:xfrm>
          <a:prstGeom prst="rect">
            <a:avLst/>
          </a:prstGeom>
        </p:spPr>
        <p:txBody>
          <a:bodyPr wrap="square">
            <a:spAutoFit/>
          </a:bodyPr>
          <a:lstStyle/>
          <a:p>
            <a:pPr lvl="0"/>
            <a:r>
              <a:rPr lang="en-US" sz="3200" b="1" dirty="0" err="1" smtClean="0">
                <a:solidFill>
                  <a:srgbClr val="FF0000"/>
                </a:solidFill>
                <a:latin typeface="Times New Roman" pitchFamily="18" charset="0"/>
                <a:cs typeface="Times New Roman" pitchFamily="18" charset="0"/>
              </a:rPr>
              <a:t>Viêm</a:t>
            </a:r>
            <a:r>
              <a:rPr lang="en-US" sz="3200" b="1" dirty="0" smtClean="0">
                <a:solidFill>
                  <a:srgbClr val="FF0000"/>
                </a:solidFill>
                <a:latin typeface="Times New Roman" pitchFamily="18" charset="0"/>
                <a:cs typeface="Times New Roman" pitchFamily="18" charset="0"/>
              </a:rPr>
              <a:t> </a:t>
            </a:r>
            <a:r>
              <a:rPr lang="en-US" sz="3200" b="1" dirty="0" err="1" smtClean="0">
                <a:solidFill>
                  <a:srgbClr val="FF0000"/>
                </a:solidFill>
                <a:latin typeface="Times New Roman" pitchFamily="18" charset="0"/>
                <a:cs typeface="Times New Roman" pitchFamily="18" charset="0"/>
              </a:rPr>
              <a:t>phổi</a:t>
            </a:r>
            <a:endParaRPr lang="en-US" sz="3200" b="1" dirty="0" smtClean="0">
              <a:solidFill>
                <a:srgbClr val="FF0000"/>
              </a:solidFill>
              <a:latin typeface="Times New Roman" pitchFamily="18" charset="0"/>
              <a:cs typeface="Times New Roman" pitchFamily="18" charset="0"/>
            </a:endParaRPr>
          </a:p>
          <a:p>
            <a:pPr lvl="0"/>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Đánh</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giá</a:t>
            </a:r>
            <a:r>
              <a:rPr lang="en-US" sz="2600" dirty="0" smtClean="0">
                <a:latin typeface="Times New Roman" pitchFamily="18" charset="0"/>
                <a:cs typeface="Times New Roman" pitchFamily="18" charset="0"/>
              </a:rPr>
              <a:t> ban </a:t>
            </a:r>
            <a:r>
              <a:rPr lang="en-US" sz="2600" dirty="0" err="1" smtClean="0">
                <a:latin typeface="Times New Roman" pitchFamily="18" charset="0"/>
                <a:cs typeface="Times New Roman" pitchFamily="18" charset="0"/>
              </a:rPr>
              <a:t>đầu</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theo</a:t>
            </a:r>
            <a:r>
              <a:rPr lang="en-US" sz="2600" dirty="0" smtClean="0">
                <a:latin typeface="Times New Roman" pitchFamily="18" charset="0"/>
                <a:cs typeface="Times New Roman" pitchFamily="18" charset="0"/>
              </a:rPr>
              <a:t> IMCI: </a:t>
            </a:r>
            <a:r>
              <a:rPr lang="en-US" sz="2600" dirty="0" err="1" smtClean="0">
                <a:latin typeface="Times New Roman" pitchFamily="18" charset="0"/>
                <a:cs typeface="Times New Roman" pitchFamily="18" charset="0"/>
              </a:rPr>
              <a:t>trẻ</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có</a:t>
            </a:r>
            <a:r>
              <a:rPr lang="en-US" sz="2600" dirty="0" smtClean="0">
                <a:latin typeface="Times New Roman" pitchFamily="18" charset="0"/>
                <a:cs typeface="Times New Roman" pitchFamily="18" charset="0"/>
              </a:rPr>
              <a:t> ho </a:t>
            </a:r>
            <a:r>
              <a:rPr lang="en-US" sz="2600" dirty="0" err="1" smtClean="0">
                <a:latin typeface="Times New Roman" pitchFamily="18" charset="0"/>
                <a:cs typeface="Times New Roman" pitchFamily="18" charset="0"/>
              </a:rPr>
              <a:t>và</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thở</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nhanh</a:t>
            </a:r>
            <a:r>
              <a:rPr lang="en-US" sz="2600" dirty="0" smtClean="0">
                <a:latin typeface="Times New Roman" pitchFamily="18" charset="0"/>
                <a:cs typeface="Times New Roman" pitchFamily="18" charset="0"/>
              </a:rPr>
              <a:t> 58 </a:t>
            </a:r>
            <a:r>
              <a:rPr lang="en-US" sz="2600" dirty="0" err="1" smtClean="0">
                <a:latin typeface="Times New Roman" pitchFamily="18" charset="0"/>
                <a:cs typeface="Times New Roman" pitchFamily="18" charset="0"/>
              </a:rPr>
              <a:t>lần</a:t>
            </a:r>
            <a:r>
              <a:rPr lang="en-US" sz="2600" dirty="0" smtClean="0">
                <a:latin typeface="Times New Roman" pitchFamily="18" charset="0"/>
                <a:cs typeface="Times New Roman" pitchFamily="18" charset="0"/>
              </a:rPr>
              <a:t>/</a:t>
            </a:r>
            <a:r>
              <a:rPr lang="en-US" sz="2600" dirty="0" err="1" smtClean="0">
                <a:latin typeface="Times New Roman" pitchFamily="18" charset="0"/>
                <a:cs typeface="Times New Roman" pitchFamily="18" charset="0"/>
              </a:rPr>
              <a:t>phút</a:t>
            </a:r>
            <a:endParaRPr lang="en-US" sz="2600" dirty="0" smtClean="0">
              <a:latin typeface="Times New Roman" pitchFamily="18" charset="0"/>
              <a:cs typeface="Times New Roman" pitchFamily="18" charset="0"/>
            </a:endParaRPr>
          </a:p>
          <a:p>
            <a:pPr lvl="0"/>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Ngoài</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ra</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nghe</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phổi</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có</a:t>
            </a:r>
            <a:r>
              <a:rPr lang="en-US" sz="2600" dirty="0" smtClean="0">
                <a:latin typeface="Times New Roman" pitchFamily="18" charset="0"/>
                <a:cs typeface="Times New Roman" pitchFamily="18" charset="0"/>
              </a:rPr>
              <a:t> ran </a:t>
            </a:r>
            <a:r>
              <a:rPr lang="en-US" sz="2600" dirty="0" err="1" smtClean="0">
                <a:latin typeface="Times New Roman" pitchFamily="18" charset="0"/>
                <a:cs typeface="Times New Roman" pitchFamily="18" charset="0"/>
              </a:rPr>
              <a:t>ẩm</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rải</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rác</a:t>
            </a:r>
            <a:r>
              <a:rPr lang="en-US" sz="2600" dirty="0" smtClean="0">
                <a:latin typeface="Times New Roman" pitchFamily="18" charset="0"/>
                <a:cs typeface="Times New Roman" pitchFamily="18" charset="0"/>
              </a:rPr>
              <a:t> 2 </a:t>
            </a:r>
            <a:r>
              <a:rPr lang="en-US" sz="2600" dirty="0" err="1" smtClean="0">
                <a:latin typeface="Times New Roman" pitchFamily="18" charset="0"/>
                <a:cs typeface="Times New Roman" pitchFamily="18" charset="0"/>
              </a:rPr>
              <a:t>phế</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trường</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đây</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cũng</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là</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dấu</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có</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giá</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trị</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trong</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chẩn</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đoán</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viêm</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phổi</a:t>
            </a:r>
            <a:r>
              <a:rPr lang="en-US" sz="2600" dirty="0" smtClean="0">
                <a:latin typeface="Times New Roman" pitchFamily="18" charset="0"/>
                <a:cs typeface="Times New Roman" pitchFamily="18" charset="0"/>
              </a:rPr>
              <a:t>.</a:t>
            </a:r>
          </a:p>
          <a:p>
            <a:pPr lvl="0"/>
            <a:r>
              <a:rPr lang="en-US" sz="2600" dirty="0" smtClean="0">
                <a:latin typeface="Times New Roman" pitchFamily="18" charset="0"/>
                <a:cs typeface="Times New Roman" pitchFamily="18" charset="0"/>
              </a:rPr>
              <a:t>	</a:t>
            </a:r>
            <a:r>
              <a:rPr lang="en-US" sz="2600" b="1" dirty="0" err="1" smtClean="0">
                <a:latin typeface="Times New Roman" pitchFamily="18" charset="0"/>
                <a:cs typeface="Times New Roman" pitchFamily="18" charset="0"/>
              </a:rPr>
              <a:t>Phân</a:t>
            </a:r>
            <a:r>
              <a:rPr lang="en-US" sz="2600" b="1" dirty="0" smtClean="0">
                <a:latin typeface="Times New Roman" pitchFamily="18" charset="0"/>
                <a:cs typeface="Times New Roman" pitchFamily="18" charset="0"/>
              </a:rPr>
              <a:t> </a:t>
            </a:r>
            <a:r>
              <a:rPr lang="en-US" sz="2600" b="1" dirty="0" err="1" smtClean="0">
                <a:latin typeface="Times New Roman" pitchFamily="18" charset="0"/>
                <a:cs typeface="Times New Roman" pitchFamily="18" charset="0"/>
              </a:rPr>
              <a:t>biệt</a:t>
            </a:r>
            <a:r>
              <a:rPr lang="en-US" sz="2600" b="1" dirty="0" smtClean="0">
                <a:latin typeface="Times New Roman" pitchFamily="18" charset="0"/>
                <a:cs typeface="Times New Roman" pitchFamily="18" charset="0"/>
              </a:rPr>
              <a:t>:</a:t>
            </a:r>
          </a:p>
          <a:p>
            <a:pPr lvl="0"/>
            <a:r>
              <a:rPr lang="en-US" sz="2600" dirty="0" smtClean="0">
                <a:latin typeface="Times New Roman" pitchFamily="18" charset="0"/>
                <a:cs typeface="Times New Roman" pitchFamily="18" charset="0"/>
              </a:rPr>
              <a:t>	+ </a:t>
            </a:r>
            <a:r>
              <a:rPr lang="en-US" sz="2600" dirty="0" err="1" smtClean="0">
                <a:latin typeface="Times New Roman" pitchFamily="18" charset="0"/>
                <a:cs typeface="Times New Roman" pitchFamily="18" charset="0"/>
              </a:rPr>
              <a:t>Trẻ</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có</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thở</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khò</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khè</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thở</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nhanh</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nông</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dấu</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hiệu</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gắng</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sức</a:t>
            </a:r>
            <a:r>
              <a:rPr lang="en-US" sz="2600" dirty="0" smtClean="0">
                <a:latin typeface="Times New Roman" pitchFamily="18" charset="0"/>
                <a:cs typeface="Times New Roman" pitchFamily="18" charset="0"/>
              </a:rPr>
              <a:t>(co </a:t>
            </a:r>
            <a:r>
              <a:rPr lang="en-US" sz="2600" dirty="0" err="1" smtClean="0">
                <a:latin typeface="Times New Roman" pitchFamily="18" charset="0"/>
                <a:cs typeface="Times New Roman" pitchFamily="18" charset="0"/>
              </a:rPr>
              <a:t>kéo</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hõm</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ức</a:t>
            </a:r>
            <a:r>
              <a:rPr lang="en-US" sz="2600" dirty="0" smtClean="0">
                <a:latin typeface="Times New Roman" pitchFamily="18" charset="0"/>
                <a:cs typeface="Times New Roman" pitchFamily="18" charset="0"/>
              </a:rPr>
              <a:t>)</a:t>
            </a:r>
          </a:p>
          <a:p>
            <a:pPr lvl="0"/>
            <a:r>
              <a:rPr lang="en-US" sz="2600" dirty="0" smtClean="0">
                <a:latin typeface="Times New Roman" pitchFamily="18" charset="0"/>
                <a:cs typeface="Times New Roman" pitchFamily="18" charset="0"/>
              </a:rPr>
              <a:t>	+ </a:t>
            </a:r>
            <a:r>
              <a:rPr lang="en-US" sz="2600" dirty="0" err="1" smtClean="0">
                <a:latin typeface="Times New Roman" pitchFamily="18" charset="0"/>
                <a:cs typeface="Times New Roman" pitchFamily="18" charset="0"/>
              </a:rPr>
              <a:t>Viêm</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tiểu</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phế</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quản</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cấp</a:t>
            </a:r>
            <a:r>
              <a:rPr lang="en-US" sz="2600" dirty="0" smtClean="0">
                <a:latin typeface="Times New Roman" pitchFamily="18" charset="0"/>
                <a:cs typeface="Times New Roman" pitchFamily="18" charset="0"/>
              </a:rPr>
              <a:t>.</a:t>
            </a:r>
          </a:p>
          <a:p>
            <a:pPr lvl="0"/>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Tuy</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nhiên</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viêm</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tiểu</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phế</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quản</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cấp</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thường</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có</a:t>
            </a:r>
            <a:r>
              <a:rPr lang="en-US" sz="2600" dirty="0" smtClean="0">
                <a:latin typeface="Times New Roman" pitchFamily="18" charset="0"/>
                <a:cs typeface="Times New Roman" pitchFamily="18" charset="0"/>
              </a:rPr>
              <a:t> </a:t>
            </a:r>
            <a:r>
              <a:rPr lang="en-US" sz="2600" b="1" dirty="0" err="1" smtClean="0">
                <a:latin typeface="Times New Roman" pitchFamily="18" charset="0"/>
                <a:cs typeface="Times New Roman" pitchFamily="18" charset="0"/>
              </a:rPr>
              <a:t>mức</a:t>
            </a:r>
            <a:r>
              <a:rPr lang="en-US" sz="2600" b="1" dirty="0" smtClean="0">
                <a:latin typeface="Times New Roman" pitchFamily="18" charset="0"/>
                <a:cs typeface="Times New Roman" pitchFamily="18" charset="0"/>
              </a:rPr>
              <a:t> </a:t>
            </a:r>
            <a:r>
              <a:rPr lang="en-US" sz="2600" b="1" dirty="0" err="1" smtClean="0">
                <a:latin typeface="Times New Roman" pitchFamily="18" charset="0"/>
                <a:cs typeface="Times New Roman" pitchFamily="18" charset="0"/>
              </a:rPr>
              <a:t>độ</a:t>
            </a:r>
            <a:r>
              <a:rPr lang="en-US" sz="2600" b="1" dirty="0" smtClean="0">
                <a:latin typeface="Times New Roman" pitchFamily="18" charset="0"/>
                <a:cs typeface="Times New Roman" pitchFamily="18" charset="0"/>
              </a:rPr>
              <a:t> </a:t>
            </a:r>
            <a:r>
              <a:rPr lang="en-US" sz="2600" b="1" dirty="0" err="1" smtClean="0">
                <a:latin typeface="Times New Roman" pitchFamily="18" charset="0"/>
                <a:cs typeface="Times New Roman" pitchFamily="18" charset="0"/>
              </a:rPr>
              <a:t>suy</a:t>
            </a:r>
            <a:r>
              <a:rPr lang="en-US" sz="2600" b="1" dirty="0" smtClean="0">
                <a:latin typeface="Times New Roman" pitchFamily="18" charset="0"/>
                <a:cs typeface="Times New Roman" pitchFamily="18" charset="0"/>
              </a:rPr>
              <a:t> </a:t>
            </a:r>
            <a:r>
              <a:rPr lang="en-US" sz="2600" b="1" dirty="0" err="1" smtClean="0">
                <a:latin typeface="Times New Roman" pitchFamily="18" charset="0"/>
                <a:cs typeface="Times New Roman" pitchFamily="18" charset="0"/>
              </a:rPr>
              <a:t>hô</a:t>
            </a:r>
            <a:r>
              <a:rPr lang="en-US" sz="2600" b="1" dirty="0" smtClean="0">
                <a:latin typeface="Times New Roman" pitchFamily="18" charset="0"/>
                <a:cs typeface="Times New Roman" pitchFamily="18" charset="0"/>
              </a:rPr>
              <a:t> </a:t>
            </a:r>
            <a:r>
              <a:rPr lang="en-US" sz="2600" b="1" dirty="0" err="1" smtClean="0">
                <a:latin typeface="Times New Roman" pitchFamily="18" charset="0"/>
                <a:cs typeface="Times New Roman" pitchFamily="18" charset="0"/>
              </a:rPr>
              <a:t>hấp</a:t>
            </a:r>
            <a:r>
              <a:rPr lang="en-US" sz="2600" b="1" dirty="0" smtClean="0">
                <a:latin typeface="Times New Roman" pitchFamily="18" charset="0"/>
                <a:cs typeface="Times New Roman" pitchFamily="18" charset="0"/>
              </a:rPr>
              <a:t> </a:t>
            </a:r>
            <a:r>
              <a:rPr lang="en-US" sz="2600" b="1" dirty="0" err="1" smtClean="0">
                <a:latin typeface="Times New Roman" pitchFamily="18" charset="0"/>
                <a:cs typeface="Times New Roman" pitchFamily="18" charset="0"/>
              </a:rPr>
              <a:t>nặng</a:t>
            </a:r>
            <a:r>
              <a:rPr lang="en-US" sz="2600" b="1" dirty="0" smtClean="0">
                <a:latin typeface="Times New Roman" pitchFamily="18" charset="0"/>
                <a:cs typeface="Times New Roman" pitchFamily="18" charset="0"/>
              </a:rPr>
              <a:t> </a:t>
            </a:r>
            <a:r>
              <a:rPr lang="en-US" sz="2600" b="1" dirty="0" err="1" smtClean="0">
                <a:latin typeface="Times New Roman" pitchFamily="18" charset="0"/>
                <a:cs typeface="Times New Roman" pitchFamily="18" charset="0"/>
              </a:rPr>
              <a:t>hơn</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dấu</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hiệu</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gắng</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sức</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rõ</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hơn</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rút</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lõm</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lồng</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ngực</a:t>
            </a:r>
            <a:r>
              <a:rPr lang="en-US" sz="2600" dirty="0" smtClean="0">
                <a:latin typeface="Times New Roman" pitchFamily="18" charset="0"/>
                <a:cs typeface="Times New Roman" pitchFamily="18" charset="0"/>
              </a:rPr>
              <a:t>, co </a:t>
            </a:r>
            <a:r>
              <a:rPr lang="en-US" sz="2600" dirty="0" err="1" smtClean="0">
                <a:latin typeface="Times New Roman" pitchFamily="18" charset="0"/>
                <a:cs typeface="Times New Roman" pitchFamily="18" charset="0"/>
              </a:rPr>
              <a:t>kéo</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khoảng</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gian</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sườn</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phập</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phồng</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cánh</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mũi</a:t>
            </a:r>
            <a:r>
              <a:rPr lang="en-US" sz="2600" dirty="0" smtClean="0">
                <a:latin typeface="Times New Roman" pitchFamily="18" charset="0"/>
                <a:cs typeface="Times New Roman" pitchFamily="18" charset="0"/>
              </a:rPr>
              <a:t>...,</a:t>
            </a:r>
            <a:r>
              <a:rPr lang="en-US" sz="2600" dirty="0" err="1" smtClean="0">
                <a:latin typeface="Times New Roman" pitchFamily="18" charset="0"/>
                <a:cs typeface="Times New Roman" pitchFamily="18" charset="0"/>
              </a:rPr>
              <a:t>đồng</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thời</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khi</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nghe</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phổi</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thường</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có</a:t>
            </a:r>
            <a:r>
              <a:rPr lang="en-US" sz="2600" dirty="0" smtClean="0">
                <a:latin typeface="Times New Roman" pitchFamily="18" charset="0"/>
                <a:cs typeface="Times New Roman" pitchFamily="18" charset="0"/>
              </a:rPr>
              <a:t> </a:t>
            </a:r>
            <a:r>
              <a:rPr lang="en-US" sz="2600" b="1" dirty="0" smtClean="0">
                <a:latin typeface="Times New Roman" pitchFamily="18" charset="0"/>
                <a:cs typeface="Times New Roman" pitchFamily="18" charset="0"/>
              </a:rPr>
              <a:t>ran </a:t>
            </a:r>
            <a:r>
              <a:rPr lang="en-US" sz="2600" b="1" dirty="0" err="1" smtClean="0">
                <a:latin typeface="Times New Roman" pitchFamily="18" charset="0"/>
                <a:cs typeface="Times New Roman" pitchFamily="18" charset="0"/>
              </a:rPr>
              <a:t>rít</a:t>
            </a:r>
            <a:r>
              <a:rPr lang="en-US" sz="2600" b="1" dirty="0" smtClean="0">
                <a:latin typeface="Times New Roman" pitchFamily="18" charset="0"/>
                <a:cs typeface="Times New Roman" pitchFamily="18" charset="0"/>
              </a:rPr>
              <a:t>, ran </a:t>
            </a:r>
            <a:r>
              <a:rPr lang="en-US" sz="2600" b="1" dirty="0" err="1" smtClean="0">
                <a:latin typeface="Times New Roman" pitchFamily="18" charset="0"/>
                <a:cs typeface="Times New Roman" pitchFamily="18" charset="0"/>
              </a:rPr>
              <a:t>ngáy</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và</a:t>
            </a:r>
            <a:r>
              <a:rPr lang="en-US" sz="2600" dirty="0" smtClean="0">
                <a:latin typeface="Times New Roman" pitchFamily="18" charset="0"/>
                <a:cs typeface="Times New Roman" pitchFamily="18" charset="0"/>
              </a:rPr>
              <a:t> </a:t>
            </a:r>
            <a:r>
              <a:rPr lang="en-US" sz="2600" b="1" dirty="0" err="1" smtClean="0">
                <a:latin typeface="Times New Roman" pitchFamily="18" charset="0"/>
                <a:cs typeface="Times New Roman" pitchFamily="18" charset="0"/>
              </a:rPr>
              <a:t>thông</a:t>
            </a:r>
            <a:r>
              <a:rPr lang="en-US" sz="2600" b="1" dirty="0" smtClean="0">
                <a:latin typeface="Times New Roman" pitchFamily="18" charset="0"/>
                <a:cs typeface="Times New Roman" pitchFamily="18" charset="0"/>
              </a:rPr>
              <a:t> </a:t>
            </a:r>
            <a:r>
              <a:rPr lang="en-US" sz="2600" b="1" dirty="0" err="1" smtClean="0">
                <a:latin typeface="Times New Roman" pitchFamily="18" charset="0"/>
                <a:cs typeface="Times New Roman" pitchFamily="18" charset="0"/>
              </a:rPr>
              <a:t>khí</a:t>
            </a:r>
            <a:r>
              <a:rPr lang="en-US" sz="2600" b="1" dirty="0" smtClean="0">
                <a:latin typeface="Times New Roman" pitchFamily="18" charset="0"/>
                <a:cs typeface="Times New Roman" pitchFamily="18" charset="0"/>
              </a:rPr>
              <a:t> </a:t>
            </a:r>
            <a:r>
              <a:rPr lang="en-US" sz="2600" b="1" dirty="0" err="1" smtClean="0">
                <a:latin typeface="Times New Roman" pitchFamily="18" charset="0"/>
                <a:cs typeface="Times New Roman" pitchFamily="18" charset="0"/>
              </a:rPr>
              <a:t>phổi</a:t>
            </a:r>
            <a:r>
              <a:rPr lang="en-US" sz="2600" b="1" dirty="0" smtClean="0">
                <a:latin typeface="Times New Roman" pitchFamily="18" charset="0"/>
                <a:cs typeface="Times New Roman" pitchFamily="18" charset="0"/>
              </a:rPr>
              <a:t> </a:t>
            </a:r>
            <a:r>
              <a:rPr lang="en-US" sz="2600" b="1" dirty="0" err="1" smtClean="0">
                <a:latin typeface="Times New Roman" pitchFamily="18" charset="0"/>
                <a:cs typeface="Times New Roman" pitchFamily="18" charset="0"/>
              </a:rPr>
              <a:t>thường</a:t>
            </a:r>
            <a:r>
              <a:rPr lang="en-US" sz="2600" b="1" dirty="0" smtClean="0">
                <a:latin typeface="Times New Roman" pitchFamily="18" charset="0"/>
                <a:cs typeface="Times New Roman" pitchFamily="18" charset="0"/>
              </a:rPr>
              <a:t> </a:t>
            </a:r>
            <a:r>
              <a:rPr lang="en-US" sz="2600" b="1" dirty="0" err="1" smtClean="0">
                <a:latin typeface="Times New Roman" pitchFamily="18" charset="0"/>
                <a:cs typeface="Times New Roman" pitchFamily="18" charset="0"/>
              </a:rPr>
              <a:t>giảm</a:t>
            </a:r>
            <a:r>
              <a:rPr lang="en-US" sz="2600" dirty="0" smtClean="0">
                <a:latin typeface="Times New Roman" pitchFamily="18" charset="0"/>
                <a:cs typeface="Times New Roman" pitchFamily="18" charset="0"/>
              </a:rPr>
              <a:t>.</a:t>
            </a:r>
            <a:endParaRPr lang="en-US" sz="2600" dirty="0">
              <a:latin typeface="Times New Roman" pitchFamily="18" charset="0"/>
              <a:cs typeface="Times New Roman" pitchFamily="18" charset="0"/>
            </a:endParaRPr>
          </a:p>
        </p:txBody>
      </p:sp>
    </p:spTree>
  </p:cSld>
  <p:clrMapOvr>
    <a:masterClrMapping/>
  </p:clrMapOvr>
  <mc:AlternateContent xmlns:mc="http://schemas.openxmlformats.org/markup-compatibility/2006">
    <mc:Choice xmlns:p14="http://schemas.microsoft.com/office/powerpoint/2010/main" xmlns="" Requires="p14">
      <p:transition spd="slow" p14:dur="1500">
        <p:split orient="vert"/>
      </p:transition>
    </mc:Choice>
    <mc:Fallback>
      <p:transition spd="slow">
        <p:split orient="vert"/>
      </p:transition>
    </mc:Fallback>
  </mc:AlternateContent>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251520" y="836712"/>
            <a:ext cx="8892480" cy="5832648"/>
          </a:xfrm>
        </p:spPr>
        <p:txBody>
          <a:bodyPr>
            <a:noAutofit/>
          </a:bodyPr>
          <a:lstStyle/>
          <a:p>
            <a:pPr indent="0">
              <a:lnSpc>
                <a:spcPct val="100000"/>
              </a:lnSpc>
              <a:spcBef>
                <a:spcPts val="0"/>
              </a:spcBef>
              <a:buNone/>
            </a:pPr>
            <a:r>
              <a:rPr lang="en-US" sz="2800" dirty="0" smtClean="0">
                <a:latin typeface="Times New Roman" pitchFamily="18" charset="0"/>
                <a:cs typeface="Times New Roman" pitchFamily="18" charset="0"/>
              </a:rPr>
              <a:t>           CASE 3:</a:t>
            </a:r>
          </a:p>
          <a:p>
            <a:pPr indent="0">
              <a:lnSpc>
                <a:spcPct val="100000"/>
              </a:lnSpc>
              <a:spcBef>
                <a:spcPts val="0"/>
              </a:spcBef>
              <a:buNone/>
            </a:pPr>
            <a:r>
              <a:rPr lang="en-US" sz="2800" dirty="0" err="1" smtClean="0">
                <a:latin typeface="Times New Roman" pitchFamily="18" charset="0"/>
                <a:cs typeface="Times New Roman" pitchFamily="18" charset="0"/>
              </a:rPr>
              <a:t>Trẻ</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nữ</a:t>
            </a:r>
            <a:r>
              <a:rPr lang="en-US" sz="2800" dirty="0">
                <a:latin typeface="Times New Roman" pitchFamily="18" charset="0"/>
                <a:cs typeface="Times New Roman" pitchFamily="18" charset="0"/>
              </a:rPr>
              <a:t>, 5 </a:t>
            </a:r>
            <a:r>
              <a:rPr lang="en-US" sz="2800" dirty="0" err="1">
                <a:latin typeface="Times New Roman" pitchFamily="18" charset="0"/>
                <a:cs typeface="Times New Roman" pitchFamily="18" charset="0"/>
              </a:rPr>
              <a:t>tháng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tuổi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vào</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viện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vì</a:t>
            </a:r>
            <a:r>
              <a:rPr lang="en-US" sz="2800" dirty="0">
                <a:latin typeface="Times New Roman" pitchFamily="18" charset="0"/>
                <a:cs typeface="Times New Roman" pitchFamily="18" charset="0"/>
              </a:rPr>
              <a:t> </a:t>
            </a:r>
            <a:r>
              <a:rPr lang="en-US" sz="2800" dirty="0" err="1" smtClean="0">
                <a:latin typeface="Times New Roman" pitchFamily="18" charset="0"/>
                <a:cs typeface="Times New Roman" pitchFamily="18" charset="0"/>
              </a:rPr>
              <a:t>ỉa</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phân</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lỏng</a:t>
            </a:r>
            <a:r>
              <a:rPr lang="en-US" sz="2800" dirty="0" smtClean="0">
                <a:latin typeface="Times New Roman" pitchFamily="18" charset="0"/>
                <a:cs typeface="Times New Roman" pitchFamily="18" charset="0"/>
              </a:rPr>
              <a:t>.</a:t>
            </a:r>
          </a:p>
          <a:p>
            <a:pPr indent="0">
              <a:lnSpc>
                <a:spcPct val="100000"/>
              </a:lnSpc>
              <a:spcBef>
                <a:spcPts val="0"/>
              </a:spcBef>
              <a:buNone/>
            </a:pPr>
            <a:r>
              <a:rPr lang="en-US" sz="2800" dirty="0" err="1" smtClean="0">
                <a:latin typeface="Times New Roman" pitchFamily="18" charset="0"/>
                <a:cs typeface="Times New Roman" pitchFamily="18" charset="0"/>
              </a:rPr>
              <a:t>Tiền</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sử</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Sinh</a:t>
            </a:r>
            <a:r>
              <a:rPr lang="en-US" sz="2800" dirty="0" smtClean="0">
                <a:latin typeface="Times New Roman" pitchFamily="18" charset="0"/>
                <a:cs typeface="Times New Roman" pitchFamily="18" charset="0"/>
              </a:rPr>
              <a:t> </a:t>
            </a:r>
            <a:r>
              <a:rPr lang="en-US" sz="2800" dirty="0">
                <a:latin typeface="Times New Roman" pitchFamily="18" charset="0"/>
                <a:cs typeface="Times New Roman" pitchFamily="18" charset="0"/>
              </a:rPr>
              <a:t>non 35 </a:t>
            </a:r>
            <a:r>
              <a:rPr lang="en-US" sz="2800" dirty="0" err="1">
                <a:latin typeface="Times New Roman" pitchFamily="18" charset="0"/>
                <a:cs typeface="Times New Roman" pitchFamily="18" charset="0"/>
              </a:rPr>
              <a:t>tuần</a:t>
            </a:r>
            <a:r>
              <a:rPr lang="en-US" sz="2800" dirty="0">
                <a:latin typeface="Times New Roman" pitchFamily="18" charset="0"/>
                <a:cs typeface="Times New Roman" pitchFamily="18" charset="0"/>
              </a:rPr>
              <a:t> 2 kg, </a:t>
            </a:r>
            <a:r>
              <a:rPr lang="en-US" sz="2800" dirty="0" err="1">
                <a:latin typeface="Times New Roman" pitchFamily="18" charset="0"/>
                <a:cs typeface="Times New Roman" pitchFamily="18" charset="0"/>
              </a:rPr>
              <a:t>đẻ</a:t>
            </a:r>
            <a:r>
              <a:rPr lang="en-US" sz="2800" dirty="0">
                <a:latin typeface="Times New Roman" pitchFamily="18" charset="0"/>
                <a:cs typeface="Times New Roman" pitchFamily="18" charset="0"/>
              </a:rPr>
              <a:t> </a:t>
            </a:r>
            <a:r>
              <a:rPr lang="en-US" sz="2800" dirty="0" err="1" smtClean="0">
                <a:latin typeface="Times New Roman" pitchFamily="18" charset="0"/>
                <a:cs typeface="Times New Roman" pitchFamily="18" charset="0"/>
              </a:rPr>
              <a:t>mổ</a:t>
            </a:r>
            <a:endParaRPr lang="en-US" sz="2800" dirty="0">
              <a:latin typeface="Times New Roman" pitchFamily="18" charset="0"/>
              <a:cs typeface="Times New Roman" pitchFamily="18" charset="0"/>
            </a:endParaRPr>
          </a:p>
          <a:p>
            <a:pPr lvl="0" indent="0">
              <a:lnSpc>
                <a:spcPct val="100000"/>
              </a:lnSpc>
              <a:spcBef>
                <a:spcPts val="0"/>
              </a:spcBef>
              <a:buNone/>
            </a:pPr>
            <a:r>
              <a:rPr lang="en-US" sz="2800" dirty="0" err="1" smtClean="0">
                <a:latin typeface="Times New Roman" pitchFamily="18" charset="0"/>
                <a:cs typeface="Times New Roman" pitchFamily="18" charset="0"/>
              </a:rPr>
              <a:t>Bệnh</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sử</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bệnh</a:t>
            </a:r>
            <a:r>
              <a:rPr lang="en-US" sz="2800" dirty="0" smtClean="0">
                <a:latin typeface="Times New Roman" pitchFamily="18" charset="0"/>
                <a:cs typeface="Times New Roman" pitchFamily="18" charset="0"/>
              </a:rPr>
              <a:t> </a:t>
            </a:r>
            <a:r>
              <a:rPr lang="en-US" sz="2800" dirty="0" err="1">
                <a:latin typeface="Times New Roman" pitchFamily="18" charset="0"/>
                <a:cs typeface="Times New Roman" pitchFamily="18" charset="0"/>
              </a:rPr>
              <a:t>khởi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phát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cách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ngày</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nhập</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viện</a:t>
            </a:r>
            <a:r>
              <a:rPr lang="en-US" sz="2800" dirty="0">
                <a:latin typeface="Times New Roman" pitchFamily="18" charset="0"/>
                <a:cs typeface="Times New Roman" pitchFamily="18" charset="0"/>
              </a:rPr>
              <a:t> 14 </a:t>
            </a:r>
            <a:r>
              <a:rPr lang="en-US" sz="2800" dirty="0" err="1">
                <a:latin typeface="Times New Roman" pitchFamily="18" charset="0"/>
                <a:cs typeface="Times New Roman" pitchFamily="18" charset="0"/>
              </a:rPr>
              <a:t>ngày</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với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triệu</a:t>
            </a:r>
            <a:r>
              <a:rPr lang="en-US" sz="2800" dirty="0">
                <a:latin typeface="Times New Roman" pitchFamily="18" charset="0"/>
                <a:cs typeface="Times New Roman" pitchFamily="18" charset="0"/>
              </a:rPr>
              <a:t> </a:t>
            </a:r>
            <a:r>
              <a:rPr lang="en-US" sz="2800" dirty="0" err="1" smtClean="0">
                <a:latin typeface="Times New Roman" pitchFamily="18" charset="0"/>
                <a:cs typeface="Times New Roman" pitchFamily="18" charset="0"/>
              </a:rPr>
              <a:t>chứng</a:t>
            </a:r>
            <a:r>
              <a:rPr lang="en-US" sz="2800" dirty="0" smtClean="0">
                <a:latin typeface="Times New Roman" pitchFamily="18" charset="0"/>
                <a:cs typeface="Times New Roman" pitchFamily="18" charset="0"/>
              </a:rPr>
              <a:t>:</a:t>
            </a:r>
          </a:p>
          <a:p>
            <a:pPr lvl="0" indent="0">
              <a:lnSpc>
                <a:spcPct val="100000"/>
              </a:lnSpc>
              <a:spcBef>
                <a:spcPts val="0"/>
              </a:spcBef>
              <a:buNone/>
            </a:pP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Sốt</a:t>
            </a:r>
            <a:r>
              <a:rPr lang="en-US" sz="2800" dirty="0" smtClean="0">
                <a:latin typeface="Times New Roman" pitchFamily="18" charset="0"/>
                <a:cs typeface="Times New Roman" pitchFamily="18" charset="0"/>
              </a:rPr>
              <a:t> 38</a:t>
            </a:r>
            <a:r>
              <a:rPr lang="en-US" sz="2800" baseline="30000" dirty="0" smtClean="0">
                <a:latin typeface="Times New Roman" pitchFamily="18" charset="0"/>
                <a:cs typeface="Times New Roman" pitchFamily="18" charset="0"/>
              </a:rPr>
              <a:t>o</a:t>
            </a:r>
            <a:r>
              <a:rPr lang="en-US" sz="2800" dirty="0" smtClean="0">
                <a:latin typeface="Times New Roman" pitchFamily="18" charset="0"/>
                <a:cs typeface="Times New Roman" pitchFamily="18" charset="0"/>
              </a:rPr>
              <a:t>C</a:t>
            </a:r>
          </a:p>
          <a:p>
            <a:pPr lvl="0" indent="0">
              <a:lnSpc>
                <a:spcPct val="100000"/>
              </a:lnSpc>
              <a:spcBef>
                <a:spcPts val="0"/>
              </a:spcBef>
              <a:buNone/>
            </a:pP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Ỉa</a:t>
            </a:r>
            <a:r>
              <a:rPr lang="en-US" sz="2800" dirty="0" smtClean="0">
                <a:latin typeface="Times New Roman" pitchFamily="18" charset="0"/>
                <a:cs typeface="Times New Roman" pitchFamily="18" charset="0"/>
              </a:rPr>
              <a:t> </a:t>
            </a:r>
            <a:r>
              <a:rPr lang="en-US" sz="2800" dirty="0" err="1">
                <a:latin typeface="Times New Roman" pitchFamily="18" charset="0"/>
                <a:cs typeface="Times New Roman" pitchFamily="18" charset="0"/>
              </a:rPr>
              <a:t>phân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lỏng</a:t>
            </a:r>
            <a:r>
              <a:rPr lang="en-US" sz="2800" dirty="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tóe</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nước</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màu</a:t>
            </a:r>
            <a:r>
              <a:rPr lang="en-US" sz="2800" dirty="0" smtClean="0">
                <a:latin typeface="Times New Roman" pitchFamily="18" charset="0"/>
                <a:cs typeface="Times New Roman" pitchFamily="18" charset="0"/>
              </a:rPr>
              <a:t> </a:t>
            </a:r>
            <a:r>
              <a:rPr lang="en-US" sz="2800" dirty="0" err="1">
                <a:latin typeface="Times New Roman" pitchFamily="18" charset="0"/>
                <a:cs typeface="Times New Roman" pitchFamily="18" charset="0"/>
              </a:rPr>
              <a:t>vàng</a:t>
            </a:r>
            <a:r>
              <a:rPr lang="en-US" sz="2800" dirty="0">
                <a:latin typeface="Times New Roman" pitchFamily="18" charset="0"/>
                <a:cs typeface="Times New Roman" pitchFamily="18" charset="0"/>
              </a:rPr>
              <a:t>, </a:t>
            </a:r>
            <a:r>
              <a:rPr lang="en-US" sz="2800" dirty="0" err="1" smtClean="0">
                <a:latin typeface="Times New Roman" pitchFamily="18" charset="0"/>
                <a:cs typeface="Times New Roman" pitchFamily="18" charset="0"/>
              </a:rPr>
              <a:t>không</a:t>
            </a:r>
            <a:r>
              <a:rPr lang="en-US" sz="2800" dirty="0" smtClean="0">
                <a:latin typeface="Times New Roman" pitchFamily="18" charset="0"/>
                <a:cs typeface="Times New Roman" pitchFamily="18" charset="0"/>
              </a:rPr>
              <a:t> </a:t>
            </a:r>
            <a:r>
              <a:rPr lang="en-US" sz="2800" dirty="0" err="1">
                <a:latin typeface="Times New Roman" pitchFamily="18" charset="0"/>
                <a:cs typeface="Times New Roman" pitchFamily="18" charset="0"/>
              </a:rPr>
              <a:t>có</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máu</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và</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có</a:t>
            </a:r>
            <a:r>
              <a:rPr lang="en-US" sz="2800" dirty="0" smtClean="0">
                <a:latin typeface="Times New Roman" pitchFamily="18" charset="0"/>
                <a:cs typeface="Times New Roman" pitchFamily="18" charset="0"/>
              </a:rPr>
              <a:t> </a:t>
            </a:r>
            <a:r>
              <a:rPr lang="en-US" sz="2800" b="1" dirty="0" err="1" smtClean="0">
                <a:latin typeface="Times New Roman" pitchFamily="18" charset="0"/>
                <a:cs typeface="Times New Roman" pitchFamily="18" charset="0"/>
              </a:rPr>
              <a:t>nhiều</a:t>
            </a:r>
            <a:r>
              <a:rPr lang="en-US" sz="2800" b="1" dirty="0" smtClean="0">
                <a:latin typeface="Times New Roman" pitchFamily="18" charset="0"/>
                <a:cs typeface="Times New Roman" pitchFamily="18" charset="0"/>
              </a:rPr>
              <a:t> </a:t>
            </a:r>
            <a:r>
              <a:rPr lang="en-US" sz="2800" b="1" dirty="0" err="1" smtClean="0">
                <a:latin typeface="Times New Roman" pitchFamily="18" charset="0"/>
                <a:cs typeface="Times New Roman" pitchFamily="18" charset="0"/>
              </a:rPr>
              <a:t>bọt</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hơn</a:t>
            </a:r>
            <a:r>
              <a:rPr lang="en-US" sz="2800" dirty="0" smtClean="0">
                <a:latin typeface="Times New Roman" pitchFamily="18" charset="0"/>
                <a:cs typeface="Times New Roman" pitchFamily="18" charset="0"/>
              </a:rPr>
              <a:t> </a:t>
            </a:r>
            <a:r>
              <a:rPr lang="en-US" sz="2800" dirty="0">
                <a:latin typeface="Times New Roman" pitchFamily="18" charset="0"/>
                <a:cs typeface="Times New Roman" pitchFamily="18" charset="0"/>
              </a:rPr>
              <a:t>10 </a:t>
            </a:r>
            <a:r>
              <a:rPr lang="en-US" sz="2800" dirty="0" err="1" smtClean="0">
                <a:latin typeface="Times New Roman" pitchFamily="18" charset="0"/>
                <a:cs typeface="Times New Roman" pitchFamily="18" charset="0"/>
              </a:rPr>
              <a:t>lần</a:t>
            </a:r>
            <a:r>
              <a:rPr lang="en-US" sz="2800" dirty="0" smtClean="0">
                <a:latin typeface="Times New Roman" pitchFamily="18" charset="0"/>
                <a:cs typeface="Times New Roman" pitchFamily="18" charset="0"/>
              </a:rPr>
              <a:t>/d, </a:t>
            </a:r>
            <a:r>
              <a:rPr lang="en-US" sz="2800" dirty="0" err="1" smtClean="0">
                <a:latin typeface="Times New Roman" pitchFamily="18" charset="0"/>
                <a:cs typeface="Times New Roman" pitchFamily="18" charset="0"/>
              </a:rPr>
              <a:t>số</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lượng</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nhiều</a:t>
            </a:r>
            <a:endParaRPr lang="en-US" sz="2800" dirty="0">
              <a:latin typeface="Times New Roman" pitchFamily="18" charset="0"/>
              <a:cs typeface="Times New Roman" pitchFamily="18" charset="0"/>
            </a:endParaRPr>
          </a:p>
          <a:p>
            <a:pPr lvl="0" indent="0">
              <a:lnSpc>
                <a:spcPct val="100000"/>
              </a:lnSpc>
              <a:spcBef>
                <a:spcPts val="0"/>
              </a:spcBef>
              <a:buNone/>
            </a:pP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Mẹ</a:t>
            </a:r>
            <a:r>
              <a:rPr lang="en-US" sz="2800" dirty="0" smtClean="0">
                <a:latin typeface="Times New Roman" pitchFamily="18" charset="0"/>
                <a:cs typeface="Times New Roman" pitchFamily="18" charset="0"/>
              </a:rPr>
              <a:t> </a:t>
            </a:r>
            <a:r>
              <a:rPr lang="en-US" sz="2800" dirty="0" err="1">
                <a:latin typeface="Times New Roman" pitchFamily="18" charset="0"/>
                <a:cs typeface="Times New Roman" pitchFamily="18" charset="0"/>
              </a:rPr>
              <a:t>có</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đưa</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trẻ</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khám</a:t>
            </a:r>
            <a:r>
              <a:rPr lang="en-US" sz="2800" dirty="0">
                <a:latin typeface="Times New Roman" pitchFamily="18" charset="0"/>
                <a:cs typeface="Times New Roman" pitchFamily="18" charset="0"/>
              </a:rPr>
              <a:t> </a:t>
            </a:r>
            <a:r>
              <a:rPr lang="en-US" sz="2800" dirty="0" err="1" smtClean="0">
                <a:latin typeface="Times New Roman" pitchFamily="18" charset="0"/>
                <a:cs typeface="Times New Roman" pitchFamily="18" charset="0"/>
              </a:rPr>
              <a:t>vào</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ngày</a:t>
            </a:r>
            <a:r>
              <a:rPr lang="en-US" sz="2800" dirty="0" smtClean="0">
                <a:latin typeface="Times New Roman" pitchFamily="18" charset="0"/>
                <a:cs typeface="Times New Roman" pitchFamily="18" charset="0"/>
              </a:rPr>
              <a:t> </a:t>
            </a:r>
            <a:r>
              <a:rPr lang="en-US" sz="2800" dirty="0" err="1">
                <a:latin typeface="Times New Roman" pitchFamily="18" charset="0"/>
                <a:cs typeface="Times New Roman" pitchFamily="18" charset="0"/>
              </a:rPr>
              <a:t>thứ</a:t>
            </a:r>
            <a:r>
              <a:rPr lang="en-US" sz="2800" dirty="0">
                <a:latin typeface="Times New Roman" pitchFamily="18" charset="0"/>
                <a:cs typeface="Times New Roman" pitchFamily="18" charset="0"/>
              </a:rPr>
              <a:t> </a:t>
            </a:r>
            <a:r>
              <a:rPr lang="en-US" sz="2800" dirty="0" smtClean="0">
                <a:latin typeface="Times New Roman" pitchFamily="18" charset="0"/>
                <a:cs typeface="Times New Roman" pitchFamily="18" charset="0"/>
              </a:rPr>
              <a:t>3 </a:t>
            </a:r>
            <a:r>
              <a:rPr lang="en-US" sz="2800" dirty="0" err="1" smtClean="0">
                <a:latin typeface="Times New Roman" pitchFamily="18" charset="0"/>
                <a:cs typeface="Times New Roman" pitchFamily="18" charset="0"/>
              </a:rPr>
              <a:t>của</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bệnh</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uống</a:t>
            </a:r>
            <a:r>
              <a:rPr lang="en-US" sz="2800" dirty="0" smtClean="0">
                <a:latin typeface="Times New Roman" pitchFamily="18" charset="0"/>
                <a:cs typeface="Times New Roman" pitchFamily="18" charset="0"/>
              </a:rPr>
              <a:t> </a:t>
            </a:r>
            <a:r>
              <a:rPr lang="en-US" sz="2800" dirty="0" err="1">
                <a:latin typeface="Times New Roman" pitchFamily="18" charset="0"/>
                <a:cs typeface="Times New Roman" pitchFamily="18" charset="0"/>
              </a:rPr>
              <a:t>thuốc</a:t>
            </a:r>
            <a:r>
              <a:rPr lang="en-US" sz="2800" dirty="0">
                <a:latin typeface="Times New Roman" pitchFamily="18" charset="0"/>
                <a:cs typeface="Times New Roman" pitchFamily="18" charset="0"/>
              </a:rPr>
              <a:t> </a:t>
            </a:r>
            <a:r>
              <a:rPr lang="en-US" sz="2800" dirty="0" smtClean="0">
                <a:latin typeface="Times New Roman" pitchFamily="18" charset="0"/>
                <a:cs typeface="Times New Roman" pitchFamily="18" charset="0"/>
              </a:rPr>
              <a:t>(</a:t>
            </a:r>
            <a:r>
              <a:rPr lang="en-US" sz="2800" dirty="0" err="1" smtClean="0">
                <a:latin typeface="Times New Roman" pitchFamily="18" charset="0"/>
                <a:cs typeface="Times New Roman" pitchFamily="18" charset="0"/>
              </a:rPr>
              <a:t>không</a:t>
            </a:r>
            <a:r>
              <a:rPr lang="en-US" sz="2800" dirty="0" smtClean="0">
                <a:latin typeface="Times New Roman" pitchFamily="18" charset="0"/>
                <a:cs typeface="Times New Roman" pitchFamily="18" charset="0"/>
              </a:rPr>
              <a:t> </a:t>
            </a:r>
            <a:r>
              <a:rPr lang="en-US" sz="2800" dirty="0" err="1">
                <a:latin typeface="Times New Roman" pitchFamily="18" charset="0"/>
                <a:cs typeface="Times New Roman" pitchFamily="18" charset="0"/>
              </a:rPr>
              <a:t>rõ</a:t>
            </a:r>
            <a:r>
              <a:rPr lang="en-US" sz="2800" dirty="0">
                <a:latin typeface="Times New Roman" pitchFamily="18" charset="0"/>
                <a:cs typeface="Times New Roman" pitchFamily="18" charset="0"/>
              </a:rPr>
              <a:t> </a:t>
            </a:r>
            <a:r>
              <a:rPr lang="en-US" sz="2800" dirty="0" err="1" smtClean="0">
                <a:latin typeface="Times New Roman" pitchFamily="18" charset="0"/>
                <a:cs typeface="Times New Roman" pitchFamily="18" charset="0"/>
              </a:rPr>
              <a:t>loại</a:t>
            </a:r>
            <a:r>
              <a:rPr lang="en-US" sz="2800" dirty="0" smtClean="0">
                <a:latin typeface="Times New Roman" pitchFamily="18" charset="0"/>
                <a:cs typeface="Times New Roman" pitchFamily="18" charset="0"/>
              </a:rPr>
              <a:t>) =&gt; </a:t>
            </a:r>
            <a:r>
              <a:rPr lang="en-US" sz="2800" dirty="0" err="1" smtClean="0">
                <a:latin typeface="Times New Roman" pitchFamily="18" charset="0"/>
                <a:cs typeface="Times New Roman" pitchFamily="18" charset="0"/>
              </a:rPr>
              <a:t>ỉa</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phân</a:t>
            </a:r>
            <a:r>
              <a:rPr lang="en-US" sz="2800" dirty="0" smtClean="0">
                <a:latin typeface="Times New Roman" pitchFamily="18" charset="0"/>
                <a:cs typeface="Times New Roman" pitchFamily="18" charset="0"/>
              </a:rPr>
              <a:t> </a:t>
            </a:r>
            <a:r>
              <a:rPr lang="en-US" sz="2800" dirty="0" err="1">
                <a:latin typeface="Times New Roman" pitchFamily="18" charset="0"/>
                <a:cs typeface="Times New Roman" pitchFamily="18" charset="0"/>
              </a:rPr>
              <a:t>lỏng</a:t>
            </a:r>
            <a:r>
              <a:rPr lang="en-US" sz="2800" dirty="0">
                <a:latin typeface="Times New Roman" pitchFamily="18" charset="0"/>
                <a:cs typeface="Times New Roman" pitchFamily="18" charset="0"/>
              </a:rPr>
              <a:t> 4 </a:t>
            </a:r>
            <a:r>
              <a:rPr lang="en-US" sz="2800" dirty="0" err="1" smtClean="0">
                <a:latin typeface="Times New Roman" pitchFamily="18" charset="0"/>
                <a:cs typeface="Times New Roman" pitchFamily="18" charset="0"/>
              </a:rPr>
              <a:t>lần</a:t>
            </a:r>
            <a:r>
              <a:rPr lang="en-US" sz="2800" dirty="0" smtClean="0">
                <a:latin typeface="Times New Roman" pitchFamily="18" charset="0"/>
                <a:cs typeface="Times New Roman" pitchFamily="18" charset="0"/>
              </a:rPr>
              <a:t>/d </a:t>
            </a:r>
            <a:r>
              <a:rPr lang="en-US" sz="2800" dirty="0" err="1">
                <a:latin typeface="Times New Roman" pitchFamily="18" charset="0"/>
                <a:cs typeface="Times New Roman" pitchFamily="18" charset="0"/>
              </a:rPr>
              <a:t>trong</a:t>
            </a:r>
            <a:r>
              <a:rPr lang="en-US" sz="2800" dirty="0">
                <a:latin typeface="Times New Roman" pitchFamily="18" charset="0"/>
                <a:cs typeface="Times New Roman" pitchFamily="18" charset="0"/>
              </a:rPr>
              <a:t> </a:t>
            </a:r>
            <a:r>
              <a:rPr lang="en-US" sz="2800" dirty="0" smtClean="0">
                <a:latin typeface="Times New Roman" pitchFamily="18" charset="0"/>
                <a:cs typeface="Times New Roman" pitchFamily="18" charset="0"/>
              </a:rPr>
              <a:t>2d, </a:t>
            </a:r>
            <a:r>
              <a:rPr lang="en-US" sz="2800" dirty="0" err="1" smtClean="0">
                <a:latin typeface="Times New Roman" pitchFamily="18" charset="0"/>
                <a:cs typeface="Times New Roman" pitchFamily="18" charset="0"/>
              </a:rPr>
              <a:t>cứ</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ngưng</a:t>
            </a:r>
            <a:r>
              <a:rPr lang="en-US" sz="2800" dirty="0" smtClean="0">
                <a:latin typeface="Times New Roman" pitchFamily="18" charset="0"/>
                <a:cs typeface="Times New Roman" pitchFamily="18" charset="0"/>
              </a:rPr>
              <a:t> </a:t>
            </a:r>
            <a:r>
              <a:rPr lang="en-US" sz="2800" dirty="0" err="1">
                <a:latin typeface="Times New Roman" pitchFamily="18" charset="0"/>
                <a:cs typeface="Times New Roman" pitchFamily="18" charset="0"/>
              </a:rPr>
              <a:t>thuốc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thì</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tình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trạng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năng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lên</a:t>
            </a:r>
            <a:r>
              <a:rPr lang="en-US" sz="2800" dirty="0">
                <a:latin typeface="Times New Roman" pitchFamily="18" charset="0"/>
                <a:cs typeface="Times New Roman" pitchFamily="18" charset="0"/>
              </a:rPr>
              <a:t>. </a:t>
            </a:r>
          </a:p>
          <a:p>
            <a:pPr lvl="0" indent="0">
              <a:lnSpc>
                <a:spcPct val="100000"/>
              </a:lnSpc>
              <a:spcBef>
                <a:spcPts val="0"/>
              </a:spcBef>
              <a:buNone/>
            </a:pP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Cách</a:t>
            </a:r>
            <a:r>
              <a:rPr lang="en-US" sz="2800" dirty="0" smtClean="0">
                <a:latin typeface="Times New Roman" pitchFamily="18" charset="0"/>
                <a:cs typeface="Times New Roman" pitchFamily="18" charset="0"/>
              </a:rPr>
              <a:t> </a:t>
            </a:r>
            <a:r>
              <a:rPr lang="en-US" sz="2800" dirty="0" err="1">
                <a:latin typeface="Times New Roman" pitchFamily="18" charset="0"/>
                <a:cs typeface="Times New Roman" pitchFamily="18" charset="0"/>
              </a:rPr>
              <a:t>đây</a:t>
            </a:r>
            <a:r>
              <a:rPr lang="en-US" sz="2800" dirty="0">
                <a:latin typeface="Times New Roman" pitchFamily="18" charset="0"/>
                <a:cs typeface="Times New Roman" pitchFamily="18" charset="0"/>
              </a:rPr>
              <a:t> 3 </a:t>
            </a:r>
            <a:r>
              <a:rPr lang="en-US" sz="2800" dirty="0" err="1">
                <a:latin typeface="Times New Roman" pitchFamily="18" charset="0"/>
                <a:cs typeface="Times New Roman" pitchFamily="18" charset="0"/>
              </a:rPr>
              <a:t>ngày</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phân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lỏng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có</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hạt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lợn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cợn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trắng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đục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như</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sữa</a:t>
            </a:r>
            <a:r>
              <a:rPr lang="en-US" sz="2800" dirty="0">
                <a:latin typeface="Times New Roman" pitchFamily="18" charset="0"/>
                <a:cs typeface="Times New Roman" pitchFamily="18" charset="0"/>
              </a:rPr>
              <a:t>, </a:t>
            </a:r>
            <a:r>
              <a:rPr lang="en-US" sz="2800" dirty="0" err="1" smtClean="0">
                <a:latin typeface="Times New Roman" pitchFamily="18" charset="0"/>
                <a:cs typeface="Times New Roman" pitchFamily="18" charset="0"/>
              </a:rPr>
              <a:t>nhầy</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và</a:t>
            </a:r>
            <a:r>
              <a:rPr lang="en-US" sz="2800" dirty="0" smtClean="0">
                <a:latin typeface="Times New Roman" pitchFamily="18" charset="0"/>
                <a:cs typeface="Times New Roman" pitchFamily="18" charset="0"/>
              </a:rPr>
              <a:t> </a:t>
            </a:r>
            <a:r>
              <a:rPr lang="en-US" sz="2800" dirty="0" err="1">
                <a:latin typeface="Times New Roman" pitchFamily="18" charset="0"/>
                <a:cs typeface="Times New Roman" pitchFamily="18" charset="0"/>
              </a:rPr>
              <a:t>không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bớt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nên</a:t>
            </a:r>
            <a:r>
              <a:rPr lang="en-US" sz="2800" dirty="0">
                <a:latin typeface="Times New Roman" pitchFamily="18" charset="0"/>
                <a:cs typeface="Times New Roman" pitchFamily="18" charset="0"/>
              </a:rPr>
              <a:t> </a:t>
            </a:r>
            <a:r>
              <a:rPr lang="en-US" sz="2800" dirty="0" err="1" smtClean="0">
                <a:latin typeface="Times New Roman" pitchFamily="18" charset="0"/>
                <a:cs typeface="Times New Roman" pitchFamily="18" charset="0"/>
              </a:rPr>
              <a:t>vào</a:t>
            </a:r>
            <a:r>
              <a:rPr lang="en-US" sz="2800" dirty="0" smtClean="0">
                <a:latin typeface="Times New Roman" pitchFamily="18" charset="0"/>
                <a:cs typeface="Times New Roman" pitchFamily="18" charset="0"/>
              </a:rPr>
              <a:t> </a:t>
            </a:r>
            <a:r>
              <a:rPr lang="en-US" sz="2800" dirty="0" err="1">
                <a:latin typeface="Times New Roman" pitchFamily="18" charset="0"/>
                <a:cs typeface="Times New Roman" pitchFamily="18" charset="0"/>
              </a:rPr>
              <a:t>viện</a:t>
            </a:r>
            <a:r>
              <a:rPr lang="en-US" sz="2800" dirty="0">
                <a:latin typeface="Times New Roman" pitchFamily="18" charset="0"/>
                <a:cs typeface="Times New Roman" pitchFamily="18" charset="0"/>
              </a:rPr>
              <a:t>. </a:t>
            </a:r>
          </a:p>
          <a:p>
            <a:pPr indent="0">
              <a:lnSpc>
                <a:spcPct val="100000"/>
              </a:lnSpc>
              <a:spcBef>
                <a:spcPts val="0"/>
              </a:spcBef>
            </a:pPr>
            <a:endParaRPr lang="en-US" sz="2800" dirty="0">
              <a:solidFill>
                <a:schemeClr val="tx2"/>
              </a:solidFill>
              <a:latin typeface="Times New Roman" pitchFamily="18" charset="0"/>
              <a:cs typeface="Times New Roman" pitchFamily="18" charset="0"/>
            </a:endParaRPr>
          </a:p>
        </p:txBody>
      </p:sp>
      <p:sp>
        <p:nvSpPr>
          <p:cNvPr id="4" name="Content Placeholder 2"/>
          <p:cNvSpPr txBox="1">
            <a:spLocks/>
          </p:cNvSpPr>
          <p:nvPr/>
        </p:nvSpPr>
        <p:spPr>
          <a:xfrm>
            <a:off x="9378534" y="3573017"/>
            <a:ext cx="8229600" cy="4525963"/>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800"/>
              </a:spcBef>
              <a:buFont typeface="Arial" panose="020B0604020202020204" pitchFamily="34" charset="0"/>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1200"/>
              </a:spcBef>
              <a:buFont typeface="Arial" panose="020B0604020202020204" pitchFamily="34" charset="0"/>
              <a:buChar char="•"/>
              <a:defRPr sz="1800" kern="1200">
                <a:solidFill>
                  <a:schemeClr val="tx1"/>
                </a:solidFill>
                <a:latin typeface="+mn-lt"/>
                <a:ea typeface="+mn-ea"/>
                <a:cs typeface="+mn-cs"/>
              </a:defRPr>
            </a:lvl2pPr>
            <a:lvl3pPr marL="685800" indent="-182880" algn="l" defTabSz="914400" rtl="0" eaLnBrk="1" latinLnBrk="0" hangingPunct="1">
              <a:lnSpc>
                <a:spcPct val="90000"/>
              </a:lnSpc>
              <a:spcBef>
                <a:spcPts val="600"/>
              </a:spcBef>
              <a:buFont typeface="Arial" panose="020B0604020202020204" pitchFamily="34" charset="0"/>
              <a:buChar char="•"/>
              <a:defRPr sz="1600" kern="1200">
                <a:solidFill>
                  <a:schemeClr val="tx1"/>
                </a:solidFill>
                <a:latin typeface="+mn-lt"/>
                <a:ea typeface="+mn-ea"/>
                <a:cs typeface="+mn-cs"/>
              </a:defRPr>
            </a:lvl3pPr>
            <a:lvl4pPr marL="914400" indent="-182880" algn="l" defTabSz="914400" rtl="0" eaLnBrk="1" latinLnBrk="0" hangingPunct="1">
              <a:lnSpc>
                <a:spcPct val="90000"/>
              </a:lnSpc>
              <a:spcBef>
                <a:spcPts val="600"/>
              </a:spcBef>
              <a:buFont typeface="Arial" panose="020B0604020202020204" pitchFamily="34" charset="0"/>
              <a:buChar char="•"/>
              <a:defRPr sz="1400" kern="1200">
                <a:solidFill>
                  <a:schemeClr val="tx1"/>
                </a:solidFill>
                <a:latin typeface="+mn-lt"/>
                <a:ea typeface="+mn-ea"/>
                <a:cs typeface="+mn-cs"/>
              </a:defRPr>
            </a:lvl4pPr>
            <a:lvl5pPr marL="1143000" indent="-182880" algn="l" defTabSz="914400" rtl="0" eaLnBrk="1" latinLnBrk="0" hangingPunct="1">
              <a:lnSpc>
                <a:spcPct val="90000"/>
              </a:lnSpc>
              <a:spcBef>
                <a:spcPts val="600"/>
              </a:spcBef>
              <a:buFont typeface="Arial" panose="020B0604020202020204" pitchFamily="34" charset="0"/>
              <a:buChar char="•"/>
              <a:defRPr sz="1400" kern="1200">
                <a:solidFill>
                  <a:schemeClr val="tx1"/>
                </a:solidFill>
                <a:latin typeface="+mn-lt"/>
                <a:ea typeface="+mn-ea"/>
                <a:cs typeface="+mn-cs"/>
              </a:defRPr>
            </a:lvl5pPr>
            <a:lvl6pPr marL="1371600" indent="-182880" algn="l" defTabSz="914400" rtl="0" eaLnBrk="1" latinLnBrk="0" hangingPunct="1">
              <a:lnSpc>
                <a:spcPct val="90000"/>
              </a:lnSpc>
              <a:spcBef>
                <a:spcPts val="600"/>
              </a:spcBef>
              <a:buFont typeface="Arial" panose="020B0604020202020204" pitchFamily="34" charset="0"/>
              <a:buChar char="•"/>
              <a:defRPr sz="1400" kern="1200">
                <a:solidFill>
                  <a:schemeClr val="tx1"/>
                </a:solidFill>
                <a:latin typeface="+mn-lt"/>
                <a:ea typeface="+mn-ea"/>
                <a:cs typeface="+mn-cs"/>
              </a:defRPr>
            </a:lvl6pPr>
            <a:lvl7pPr marL="1600200" indent="-182880" algn="l" defTabSz="914400" rtl="0" eaLnBrk="1" latinLnBrk="0" hangingPunct="1">
              <a:lnSpc>
                <a:spcPct val="90000"/>
              </a:lnSpc>
              <a:spcBef>
                <a:spcPts val="600"/>
              </a:spcBef>
              <a:buFont typeface="Arial" panose="020B0604020202020204" pitchFamily="34" charset="0"/>
              <a:buChar char="•"/>
              <a:defRPr sz="1400" kern="1200">
                <a:solidFill>
                  <a:schemeClr val="tx1"/>
                </a:solidFill>
                <a:latin typeface="+mn-lt"/>
                <a:ea typeface="+mn-ea"/>
                <a:cs typeface="+mn-cs"/>
              </a:defRPr>
            </a:lvl7pPr>
            <a:lvl8pPr marL="1828800" indent="-182880" algn="l" defTabSz="914400" rtl="0" eaLnBrk="1" latinLnBrk="0" hangingPunct="1">
              <a:lnSpc>
                <a:spcPct val="90000"/>
              </a:lnSpc>
              <a:spcBef>
                <a:spcPts val="600"/>
              </a:spcBef>
              <a:buFont typeface="Arial" panose="020B0604020202020204" pitchFamily="34" charset="0"/>
              <a:buChar char="•"/>
              <a:defRPr sz="1400" kern="1200">
                <a:solidFill>
                  <a:schemeClr val="tx1"/>
                </a:solidFill>
                <a:latin typeface="+mn-lt"/>
                <a:ea typeface="+mn-ea"/>
                <a:cs typeface="+mn-cs"/>
              </a:defRPr>
            </a:lvl8pPr>
            <a:lvl9pPr marL="2057400" indent="-182880" algn="l" defTabSz="914400" rtl="0" eaLnBrk="1" latinLnBrk="0" hangingPunct="1">
              <a:lnSpc>
                <a:spcPct val="90000"/>
              </a:lnSpc>
              <a:spcBef>
                <a:spcPts val="600"/>
              </a:spcBef>
              <a:buFont typeface="Arial" panose="020B0604020202020204" pitchFamily="34" charset="0"/>
              <a:buChar char="•"/>
              <a:defRPr sz="1400" kern="1200">
                <a:solidFill>
                  <a:schemeClr val="tx1"/>
                </a:solidFill>
                <a:latin typeface="+mn-lt"/>
                <a:ea typeface="+mn-ea"/>
                <a:cs typeface="+mn-cs"/>
              </a:defRPr>
            </a:lvl9pPr>
          </a:lstStyle>
          <a:p>
            <a:pPr indent="0">
              <a:lnSpc>
                <a:spcPct val="100000"/>
              </a:lnSpc>
              <a:spcBef>
                <a:spcPts val="0"/>
              </a:spcBef>
            </a:pPr>
            <a:endParaRPr lang="en-US" sz="2400" dirty="0">
              <a:latin typeface="Times New Roman" pitchFamily="18" charset="0"/>
              <a:cs typeface="Times New Roman" pitchFamily="18" charset="0"/>
            </a:endParaRPr>
          </a:p>
        </p:txBody>
      </p:sp>
    </p:spTree>
    <p:extLst>
      <p:ext uri="{BB962C8B-B14F-4D97-AF65-F5344CB8AC3E}">
        <p14:creationId xmlns:p14="http://schemas.microsoft.com/office/powerpoint/2010/main" xmlns="" val="3268080763"/>
      </p:ext>
    </p:extLst>
  </p:cSld>
  <p:clrMapOvr>
    <a:masterClrMapping/>
  </p:clrMapOvr>
  <mc:AlternateContent xmlns:mc="http://schemas.openxmlformats.org/markup-compatibility/2006">
    <mc:Choice xmlns:p14="http://schemas.microsoft.com/office/powerpoint/2010/main" xmlns="" Requires="p14">
      <p:transition spd="slow" p14:dur="1500">
        <p:split orient="vert"/>
      </p:transition>
    </mc:Choice>
    <mc:Fallback>
      <p:transition spd="slow">
        <p:split orient="vert"/>
      </p:transition>
    </mc:Fallback>
  </mc:AlternateContent>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0" y="1340768"/>
            <a:ext cx="9144000" cy="5112568"/>
          </a:xfrm>
        </p:spPr>
        <p:txBody>
          <a:bodyPr>
            <a:noAutofit/>
          </a:bodyPr>
          <a:lstStyle/>
          <a:p>
            <a:pPr marL="685800" indent="-457200">
              <a:lnSpc>
                <a:spcPct val="100000"/>
              </a:lnSpc>
              <a:spcBef>
                <a:spcPts val="0"/>
              </a:spcBef>
              <a:buNone/>
            </a:pPr>
            <a:r>
              <a:rPr lang="en-US" sz="3600" dirty="0" err="1" smtClean="0">
                <a:latin typeface="Times New Roman" pitchFamily="18" charset="0"/>
                <a:cs typeface="Times New Roman" pitchFamily="18" charset="0"/>
              </a:rPr>
              <a:t>Khám</a:t>
            </a:r>
            <a:r>
              <a:rPr lang="en-US" sz="3600" dirty="0" smtClean="0">
                <a:latin typeface="Times New Roman" pitchFamily="18" charset="0"/>
                <a:cs typeface="Times New Roman" pitchFamily="18" charset="0"/>
              </a:rPr>
              <a:t> </a:t>
            </a:r>
            <a:r>
              <a:rPr lang="en-US" sz="3600" dirty="0" err="1" smtClean="0">
                <a:latin typeface="Times New Roman" pitchFamily="18" charset="0"/>
                <a:cs typeface="Times New Roman" pitchFamily="18" charset="0"/>
              </a:rPr>
              <a:t>khi</a:t>
            </a:r>
            <a:r>
              <a:rPr lang="en-US" sz="3600" dirty="0" smtClean="0">
                <a:latin typeface="Times New Roman" pitchFamily="18" charset="0"/>
                <a:cs typeface="Times New Roman" pitchFamily="18" charset="0"/>
              </a:rPr>
              <a:t> </a:t>
            </a:r>
            <a:r>
              <a:rPr lang="en-US" sz="3600" dirty="0" err="1" smtClean="0">
                <a:latin typeface="Times New Roman" pitchFamily="18" charset="0"/>
                <a:cs typeface="Times New Roman" pitchFamily="18" charset="0"/>
              </a:rPr>
              <a:t>vào</a:t>
            </a:r>
            <a:r>
              <a:rPr lang="en-US" sz="3600" dirty="0" smtClean="0">
                <a:latin typeface="Times New Roman" pitchFamily="18" charset="0"/>
                <a:cs typeface="Times New Roman" pitchFamily="18" charset="0"/>
              </a:rPr>
              <a:t> </a:t>
            </a:r>
            <a:r>
              <a:rPr lang="en-US" sz="3600" dirty="0" err="1" smtClean="0">
                <a:latin typeface="Times New Roman" pitchFamily="18" charset="0"/>
                <a:cs typeface="Times New Roman" pitchFamily="18" charset="0"/>
              </a:rPr>
              <a:t>viện</a:t>
            </a:r>
            <a:r>
              <a:rPr lang="en-US" sz="3600" dirty="0" smtClean="0">
                <a:latin typeface="Times New Roman" pitchFamily="18" charset="0"/>
                <a:cs typeface="Times New Roman" pitchFamily="18" charset="0"/>
              </a:rPr>
              <a:t>:</a:t>
            </a:r>
          </a:p>
          <a:p>
            <a:pPr marL="685800" indent="-457200">
              <a:lnSpc>
                <a:spcPct val="100000"/>
              </a:lnSpc>
              <a:spcBef>
                <a:spcPts val="0"/>
              </a:spcBef>
              <a:buNone/>
            </a:pPr>
            <a:r>
              <a:rPr lang="en-US" sz="3600" dirty="0" smtClean="0">
                <a:latin typeface="Times New Roman" pitchFamily="18" charset="0"/>
                <a:cs typeface="Times New Roman" pitchFamily="18" charset="0"/>
              </a:rPr>
              <a:t> + </a:t>
            </a:r>
            <a:r>
              <a:rPr lang="en-US" sz="3600" dirty="0" err="1" smtClean="0">
                <a:latin typeface="Times New Roman" pitchFamily="18" charset="0"/>
                <a:cs typeface="Times New Roman" pitchFamily="18" charset="0"/>
              </a:rPr>
              <a:t>Trẻ</a:t>
            </a:r>
            <a:r>
              <a:rPr lang="en-US" sz="3600" dirty="0" smtClean="0">
                <a:latin typeface="Times New Roman" pitchFamily="18" charset="0"/>
                <a:cs typeface="Times New Roman" pitchFamily="18" charset="0"/>
              </a:rPr>
              <a:t> </a:t>
            </a:r>
            <a:r>
              <a:rPr lang="en-US" sz="3600" dirty="0" err="1" smtClean="0">
                <a:latin typeface="Times New Roman" pitchFamily="18" charset="0"/>
                <a:cs typeface="Times New Roman" pitchFamily="18" charset="0"/>
              </a:rPr>
              <a:t>ỉa</a:t>
            </a:r>
            <a:r>
              <a:rPr lang="en-US" sz="3600" dirty="0" smtClean="0">
                <a:latin typeface="Times New Roman" pitchFamily="18" charset="0"/>
                <a:cs typeface="Times New Roman" pitchFamily="18" charset="0"/>
              </a:rPr>
              <a:t> </a:t>
            </a:r>
            <a:r>
              <a:rPr lang="en-US" sz="3600" dirty="0" err="1">
                <a:latin typeface="Times New Roman" pitchFamily="18" charset="0"/>
                <a:cs typeface="Times New Roman" pitchFamily="18" charset="0"/>
              </a:rPr>
              <a:t>phân</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lỏng</a:t>
            </a:r>
            <a:r>
              <a:rPr lang="en-US" sz="3600" dirty="0">
                <a:latin typeface="Times New Roman" pitchFamily="18" charset="0"/>
                <a:cs typeface="Times New Roman" pitchFamily="18" charset="0"/>
              </a:rPr>
              <a:t> </a:t>
            </a:r>
            <a:r>
              <a:rPr lang="en-US" sz="3600" b="1" dirty="0">
                <a:latin typeface="Times New Roman" pitchFamily="18" charset="0"/>
                <a:cs typeface="Times New Roman" pitchFamily="18" charset="0"/>
              </a:rPr>
              <a:t>6-7 </a:t>
            </a:r>
            <a:r>
              <a:rPr lang="en-US" sz="3600" b="1" dirty="0" err="1">
                <a:latin typeface="Times New Roman" pitchFamily="18" charset="0"/>
                <a:cs typeface="Times New Roman" pitchFamily="18" charset="0"/>
              </a:rPr>
              <a:t>lần</a:t>
            </a:r>
            <a:r>
              <a:rPr lang="en-US" sz="3600" b="1" dirty="0">
                <a:latin typeface="Times New Roman" pitchFamily="18" charset="0"/>
                <a:cs typeface="Times New Roman" pitchFamily="18" charset="0"/>
              </a:rPr>
              <a:t>/</a:t>
            </a:r>
            <a:r>
              <a:rPr lang="en-US" sz="3600" b="1" dirty="0" err="1">
                <a:latin typeface="Times New Roman" pitchFamily="18" charset="0"/>
                <a:cs typeface="Times New Roman" pitchFamily="18" charset="0"/>
              </a:rPr>
              <a:t>ngày</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màu</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vàng</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kèm</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nhầy</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có</a:t>
            </a:r>
            <a:r>
              <a:rPr lang="en-US" sz="3600" dirty="0">
                <a:latin typeface="Times New Roman" pitchFamily="18" charset="0"/>
                <a:cs typeface="Times New Roman" pitchFamily="18" charset="0"/>
              </a:rPr>
              <a:t> </a:t>
            </a:r>
            <a:r>
              <a:rPr lang="en-US" sz="3600" b="1" dirty="0" err="1">
                <a:latin typeface="Times New Roman" pitchFamily="18" charset="0"/>
                <a:cs typeface="Times New Roman" pitchFamily="18" charset="0"/>
              </a:rPr>
              <a:t>hạt</a:t>
            </a:r>
            <a:r>
              <a:rPr lang="en-US" sz="3600" b="1" dirty="0">
                <a:latin typeface="Times New Roman" pitchFamily="18" charset="0"/>
                <a:cs typeface="Times New Roman" pitchFamily="18" charset="0"/>
              </a:rPr>
              <a:t> </a:t>
            </a:r>
            <a:r>
              <a:rPr lang="en-US" sz="3600" b="1" dirty="0" err="1">
                <a:latin typeface="Times New Roman" pitchFamily="18" charset="0"/>
                <a:cs typeface="Times New Roman" pitchFamily="18" charset="0"/>
              </a:rPr>
              <a:t>lợn</a:t>
            </a:r>
            <a:r>
              <a:rPr lang="en-US" sz="3600" b="1" dirty="0">
                <a:latin typeface="Times New Roman" pitchFamily="18" charset="0"/>
                <a:cs typeface="Times New Roman" pitchFamily="18" charset="0"/>
              </a:rPr>
              <a:t> </a:t>
            </a:r>
            <a:r>
              <a:rPr lang="en-US" sz="3600" b="1" dirty="0" err="1">
                <a:latin typeface="Times New Roman" pitchFamily="18" charset="0"/>
                <a:cs typeface="Times New Roman" pitchFamily="18" charset="0"/>
              </a:rPr>
              <a:t>cợn</a:t>
            </a:r>
            <a:r>
              <a:rPr lang="en-US" sz="3600" b="1" dirty="0">
                <a:latin typeface="Times New Roman" pitchFamily="18" charset="0"/>
                <a:cs typeface="Times New Roman" pitchFamily="18" charset="0"/>
              </a:rPr>
              <a:t> </a:t>
            </a:r>
            <a:r>
              <a:rPr lang="en-US" sz="3600" b="1" dirty="0" err="1">
                <a:latin typeface="Times New Roman" pitchFamily="18" charset="0"/>
                <a:cs typeface="Times New Roman" pitchFamily="18" charset="0"/>
              </a:rPr>
              <a:t>màu</a:t>
            </a:r>
            <a:r>
              <a:rPr lang="en-US" sz="3600" b="1" dirty="0">
                <a:latin typeface="Times New Roman" pitchFamily="18" charset="0"/>
                <a:cs typeface="Times New Roman" pitchFamily="18" charset="0"/>
              </a:rPr>
              <a:t> </a:t>
            </a:r>
            <a:r>
              <a:rPr lang="en-US" sz="3600" b="1" dirty="0" err="1">
                <a:latin typeface="Times New Roman" pitchFamily="18" charset="0"/>
                <a:cs typeface="Times New Roman" pitchFamily="18" charset="0"/>
              </a:rPr>
              <a:t>trắng</a:t>
            </a:r>
            <a:r>
              <a:rPr lang="en-US" sz="3600" b="1" dirty="0">
                <a:latin typeface="Times New Roman" pitchFamily="18" charset="0"/>
                <a:cs typeface="Times New Roman" pitchFamily="18" charset="0"/>
              </a:rPr>
              <a:t> </a:t>
            </a:r>
            <a:r>
              <a:rPr lang="en-US" sz="3600" b="1" dirty="0" err="1">
                <a:latin typeface="Times New Roman" pitchFamily="18" charset="0"/>
                <a:cs typeface="Times New Roman" pitchFamily="18" charset="0"/>
              </a:rPr>
              <a:t>đục</a:t>
            </a:r>
            <a:r>
              <a:rPr lang="en-US" sz="3600" dirty="0">
                <a:latin typeface="Times New Roman" pitchFamily="18" charset="0"/>
                <a:cs typeface="Times New Roman" pitchFamily="18" charset="0"/>
              </a:rPr>
              <a:t>. </a:t>
            </a:r>
          </a:p>
          <a:p>
            <a:pPr marL="685800" indent="-457200">
              <a:lnSpc>
                <a:spcPct val="100000"/>
              </a:lnSpc>
              <a:spcBef>
                <a:spcPts val="0"/>
              </a:spcBef>
              <a:buNone/>
            </a:pPr>
            <a:r>
              <a:rPr lang="en-US" sz="3600" dirty="0" smtClean="0">
                <a:latin typeface="Times New Roman" pitchFamily="18" charset="0"/>
                <a:cs typeface="Times New Roman" pitchFamily="18" charset="0"/>
              </a:rPr>
              <a:t> + </a:t>
            </a:r>
            <a:r>
              <a:rPr lang="en-US" sz="3600" dirty="0" err="1" smtClean="0">
                <a:latin typeface="Times New Roman" pitchFamily="18" charset="0"/>
                <a:cs typeface="Times New Roman" pitchFamily="18" charset="0"/>
              </a:rPr>
              <a:t>Trẻ</a:t>
            </a:r>
            <a:r>
              <a:rPr lang="en-US" sz="3600" dirty="0" smtClean="0">
                <a:latin typeface="Times New Roman" pitchFamily="18" charset="0"/>
                <a:cs typeface="Times New Roman" pitchFamily="18" charset="0"/>
              </a:rPr>
              <a:t> </a:t>
            </a:r>
            <a:r>
              <a:rPr lang="en-US" sz="3600" dirty="0" err="1">
                <a:latin typeface="Times New Roman" pitchFamily="18" charset="0"/>
                <a:cs typeface="Times New Roman" pitchFamily="18" charset="0"/>
              </a:rPr>
              <a:t>tỉnh</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linh</a:t>
            </a:r>
            <a:r>
              <a:rPr lang="en-US" sz="3600" dirty="0">
                <a:latin typeface="Times New Roman" pitchFamily="18" charset="0"/>
                <a:cs typeface="Times New Roman" pitchFamily="18" charset="0"/>
              </a:rPr>
              <a:t> </a:t>
            </a:r>
            <a:r>
              <a:rPr lang="en-US" sz="3600" dirty="0" err="1" smtClean="0">
                <a:latin typeface="Times New Roman" pitchFamily="18" charset="0"/>
                <a:cs typeface="Times New Roman" pitchFamily="18" charset="0"/>
              </a:rPr>
              <a:t>hoạt</a:t>
            </a:r>
            <a:endParaRPr lang="en-US" sz="3600" dirty="0">
              <a:latin typeface="Times New Roman" pitchFamily="18" charset="0"/>
              <a:cs typeface="Times New Roman" pitchFamily="18" charset="0"/>
            </a:endParaRPr>
          </a:p>
          <a:p>
            <a:pPr marL="685800" indent="-457200">
              <a:lnSpc>
                <a:spcPct val="100000"/>
              </a:lnSpc>
              <a:spcBef>
                <a:spcPts val="0"/>
              </a:spcBef>
              <a:buNone/>
            </a:pPr>
            <a:r>
              <a:rPr lang="en-US" sz="3600" dirty="0" smtClean="0">
                <a:latin typeface="Times New Roman" pitchFamily="18" charset="0"/>
                <a:cs typeface="Times New Roman" pitchFamily="18" charset="0"/>
              </a:rPr>
              <a:t> + </a:t>
            </a:r>
            <a:r>
              <a:rPr lang="en-US" sz="3600" dirty="0" err="1" smtClean="0">
                <a:latin typeface="Times New Roman" pitchFamily="18" charset="0"/>
                <a:cs typeface="Times New Roman" pitchFamily="18" charset="0"/>
              </a:rPr>
              <a:t>Dấu</a:t>
            </a:r>
            <a:r>
              <a:rPr lang="en-US" sz="3600" dirty="0" smtClean="0">
                <a:latin typeface="Times New Roman" pitchFamily="18" charset="0"/>
                <a:cs typeface="Times New Roman" pitchFamily="18" charset="0"/>
              </a:rPr>
              <a:t> </a:t>
            </a:r>
            <a:r>
              <a:rPr lang="en-US" sz="3600" dirty="0" err="1" smtClean="0">
                <a:latin typeface="Times New Roman" pitchFamily="18" charset="0"/>
                <a:cs typeface="Times New Roman" pitchFamily="18" charset="0"/>
              </a:rPr>
              <a:t>màng</a:t>
            </a:r>
            <a:r>
              <a:rPr lang="en-US" sz="3600" dirty="0" smtClean="0">
                <a:latin typeface="Times New Roman" pitchFamily="18" charset="0"/>
                <a:cs typeface="Times New Roman" pitchFamily="18" charset="0"/>
              </a:rPr>
              <a:t> </a:t>
            </a:r>
            <a:r>
              <a:rPr lang="en-US" sz="3600" dirty="0" err="1" smtClean="0">
                <a:latin typeface="Times New Roman" pitchFamily="18" charset="0"/>
                <a:cs typeface="Times New Roman" pitchFamily="18" charset="0"/>
              </a:rPr>
              <a:t>não</a:t>
            </a:r>
            <a:r>
              <a:rPr lang="en-US" sz="3600" dirty="0" smtClean="0">
                <a:latin typeface="Times New Roman" pitchFamily="18" charset="0"/>
                <a:cs typeface="Times New Roman" pitchFamily="18" charset="0"/>
              </a:rPr>
              <a:t> (-) </a:t>
            </a:r>
          </a:p>
          <a:p>
            <a:pPr marL="685800" indent="-457200">
              <a:lnSpc>
                <a:spcPct val="100000"/>
              </a:lnSpc>
              <a:spcBef>
                <a:spcPts val="0"/>
              </a:spcBef>
              <a:buNone/>
            </a:pPr>
            <a:r>
              <a:rPr lang="en-US" sz="3600" dirty="0" smtClean="0">
                <a:latin typeface="Times New Roman" pitchFamily="18" charset="0"/>
                <a:cs typeface="Times New Roman" pitchFamily="18" charset="0"/>
              </a:rPr>
              <a:t> + </a:t>
            </a:r>
            <a:r>
              <a:rPr lang="en-US" sz="3600" dirty="0" err="1" smtClean="0">
                <a:latin typeface="Times New Roman" pitchFamily="18" charset="0"/>
                <a:cs typeface="Times New Roman" pitchFamily="18" charset="0"/>
              </a:rPr>
              <a:t>Mắt</a:t>
            </a:r>
            <a:r>
              <a:rPr lang="en-US" sz="3600" dirty="0" smtClean="0">
                <a:latin typeface="Times New Roman" pitchFamily="18" charset="0"/>
                <a:cs typeface="Times New Roman" pitchFamily="18" charset="0"/>
              </a:rPr>
              <a:t> </a:t>
            </a:r>
            <a:r>
              <a:rPr lang="en-US" sz="3600" dirty="0" err="1">
                <a:latin typeface="Times New Roman" pitchFamily="18" charset="0"/>
                <a:cs typeface="Times New Roman" pitchFamily="18" charset="0"/>
              </a:rPr>
              <a:t>không</a:t>
            </a:r>
            <a:r>
              <a:rPr lang="en-US" sz="3600" dirty="0">
                <a:latin typeface="Times New Roman" pitchFamily="18" charset="0"/>
                <a:cs typeface="Times New Roman" pitchFamily="18" charset="0"/>
              </a:rPr>
              <a:t> </a:t>
            </a:r>
            <a:r>
              <a:rPr lang="en-US" sz="3600" dirty="0" err="1" smtClean="0">
                <a:latin typeface="Times New Roman" pitchFamily="18" charset="0"/>
                <a:cs typeface="Times New Roman" pitchFamily="18" charset="0"/>
              </a:rPr>
              <a:t>trũng</a:t>
            </a:r>
            <a:r>
              <a:rPr lang="en-US" sz="3600" dirty="0" smtClean="0">
                <a:latin typeface="Times New Roman" pitchFamily="18" charset="0"/>
                <a:cs typeface="Times New Roman" pitchFamily="18" charset="0"/>
              </a:rPr>
              <a:t>.</a:t>
            </a:r>
          </a:p>
          <a:p>
            <a:pPr marL="685800" indent="-457200">
              <a:lnSpc>
                <a:spcPct val="100000"/>
              </a:lnSpc>
              <a:spcBef>
                <a:spcPts val="0"/>
              </a:spcBef>
              <a:buNone/>
            </a:pPr>
            <a:r>
              <a:rPr lang="en-US" sz="3600" dirty="0" smtClean="0">
                <a:latin typeface="Times New Roman" pitchFamily="18" charset="0"/>
                <a:cs typeface="Times New Roman" pitchFamily="18" charset="0"/>
              </a:rPr>
              <a:t> + </a:t>
            </a:r>
            <a:r>
              <a:rPr lang="en-US" sz="3600" dirty="0" err="1" smtClean="0">
                <a:latin typeface="Times New Roman" pitchFamily="18" charset="0"/>
                <a:cs typeface="Times New Roman" pitchFamily="18" charset="0"/>
              </a:rPr>
              <a:t>Nếp</a:t>
            </a:r>
            <a:r>
              <a:rPr lang="en-US" sz="3600" dirty="0" smtClean="0">
                <a:latin typeface="Times New Roman" pitchFamily="18" charset="0"/>
                <a:cs typeface="Times New Roman" pitchFamily="18" charset="0"/>
              </a:rPr>
              <a:t> </a:t>
            </a:r>
            <a:r>
              <a:rPr lang="en-US" sz="3600" dirty="0" err="1">
                <a:latin typeface="Times New Roman" pitchFamily="18" charset="0"/>
                <a:cs typeface="Times New Roman" pitchFamily="18" charset="0"/>
              </a:rPr>
              <a:t>véo</a:t>
            </a:r>
            <a:r>
              <a:rPr lang="en-US" sz="3600" dirty="0">
                <a:latin typeface="Times New Roman" pitchFamily="18" charset="0"/>
                <a:cs typeface="Times New Roman" pitchFamily="18" charset="0"/>
              </a:rPr>
              <a:t> da </a:t>
            </a:r>
            <a:r>
              <a:rPr lang="en-US" sz="3600" dirty="0" err="1">
                <a:latin typeface="Times New Roman" pitchFamily="18" charset="0"/>
                <a:cs typeface="Times New Roman" pitchFamily="18" charset="0"/>
              </a:rPr>
              <a:t>bụng</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mất</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nhanh</a:t>
            </a:r>
            <a:r>
              <a:rPr lang="en-US" sz="3600" dirty="0">
                <a:latin typeface="Times New Roman" pitchFamily="18" charset="0"/>
                <a:cs typeface="Times New Roman" pitchFamily="18" charset="0"/>
              </a:rPr>
              <a:t> </a:t>
            </a:r>
            <a:r>
              <a:rPr lang="en-US" sz="3600" dirty="0" smtClean="0">
                <a:latin typeface="Times New Roman" pitchFamily="18" charset="0"/>
                <a:cs typeface="Times New Roman" pitchFamily="18" charset="0"/>
              </a:rPr>
              <a:t>.</a:t>
            </a:r>
          </a:p>
          <a:p>
            <a:pPr marL="685800" indent="-457200">
              <a:lnSpc>
                <a:spcPct val="100000"/>
              </a:lnSpc>
              <a:spcBef>
                <a:spcPts val="0"/>
              </a:spcBef>
              <a:buNone/>
            </a:pPr>
            <a:r>
              <a:rPr lang="en-US" sz="3600" dirty="0" smtClean="0">
                <a:latin typeface="Times New Roman" pitchFamily="18" charset="0"/>
                <a:cs typeface="Times New Roman" pitchFamily="18" charset="0"/>
              </a:rPr>
              <a:t> + </a:t>
            </a:r>
            <a:r>
              <a:rPr lang="en-US" sz="3600" dirty="0" err="1" smtClean="0">
                <a:latin typeface="Times New Roman" pitchFamily="18" charset="0"/>
                <a:cs typeface="Times New Roman" pitchFamily="18" charset="0"/>
              </a:rPr>
              <a:t>Không</a:t>
            </a:r>
            <a:r>
              <a:rPr lang="en-US" sz="3600" dirty="0" smtClean="0">
                <a:latin typeface="Times New Roman" pitchFamily="18" charset="0"/>
                <a:cs typeface="Times New Roman" pitchFamily="18" charset="0"/>
              </a:rPr>
              <a:t> </a:t>
            </a:r>
            <a:r>
              <a:rPr lang="en-US" sz="3600" dirty="0" err="1">
                <a:latin typeface="Times New Roman" pitchFamily="18" charset="0"/>
                <a:cs typeface="Times New Roman" pitchFamily="18" charset="0"/>
              </a:rPr>
              <a:t>suy</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dinh</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dưỡng</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cân</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năng</a:t>
            </a:r>
            <a:r>
              <a:rPr lang="en-US" sz="3600" dirty="0">
                <a:latin typeface="Times New Roman" pitchFamily="18" charset="0"/>
                <a:cs typeface="Times New Roman" pitchFamily="18" charset="0"/>
              </a:rPr>
              <a:t> 6,4 kg- 5 </a:t>
            </a:r>
            <a:r>
              <a:rPr lang="en-US" sz="3600" dirty="0" err="1">
                <a:latin typeface="Times New Roman" pitchFamily="18" charset="0"/>
                <a:cs typeface="Times New Roman" pitchFamily="18" charset="0"/>
              </a:rPr>
              <a:t>tháng</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tuổi</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không</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phù</a:t>
            </a:r>
            <a:r>
              <a:rPr lang="en-US" sz="3600" dirty="0">
                <a:latin typeface="Times New Roman" pitchFamily="18" charset="0"/>
                <a:cs typeface="Times New Roman" pitchFamily="18" charset="0"/>
              </a:rPr>
              <a:t> 2 mu </a:t>
            </a:r>
            <a:r>
              <a:rPr lang="en-US" sz="3600" dirty="0" err="1" smtClean="0">
                <a:latin typeface="Times New Roman" pitchFamily="18" charset="0"/>
                <a:cs typeface="Times New Roman" pitchFamily="18" charset="0"/>
              </a:rPr>
              <a:t>chân</a:t>
            </a:r>
            <a:endParaRPr lang="en-US" sz="3600" dirty="0">
              <a:latin typeface="Times New Roman" pitchFamily="18" charset="0"/>
              <a:cs typeface="Times New Roman" pitchFamily="18" charset="0"/>
            </a:endParaRPr>
          </a:p>
        </p:txBody>
      </p:sp>
    </p:spTree>
    <p:extLst>
      <p:ext uri="{BB962C8B-B14F-4D97-AF65-F5344CB8AC3E}">
        <p14:creationId xmlns:p14="http://schemas.microsoft.com/office/powerpoint/2010/main" xmlns="" val="3448880284"/>
      </p:ext>
    </p:extLst>
  </p:cSld>
  <p:clrMapOvr>
    <a:masterClrMapping/>
  </p:clrMapOvr>
  <mc:AlternateContent xmlns:mc="http://schemas.openxmlformats.org/markup-compatibility/2006">
    <mc:Choice xmlns:p14="http://schemas.microsoft.com/office/powerpoint/2010/main" xmlns="" Requires="p14">
      <p:transition spd="slow" p14:dur="1500">
        <p:split orient="vert"/>
      </p:transition>
    </mc:Choice>
    <mc:Fallback>
      <p:transition spd="slow">
        <p:split orient="vert"/>
      </p:transition>
    </mc:Fallback>
  </mc:AlternateContent>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395536" y="1196752"/>
            <a:ext cx="8496944" cy="5184576"/>
          </a:xfrm>
        </p:spPr>
        <p:txBody>
          <a:bodyPr>
            <a:noAutofit/>
          </a:bodyPr>
          <a:lstStyle/>
          <a:p>
            <a:pPr indent="0" algn="just">
              <a:lnSpc>
                <a:spcPct val="100000"/>
              </a:lnSpc>
              <a:spcBef>
                <a:spcPts val="0"/>
              </a:spcBef>
              <a:buNone/>
            </a:pPr>
            <a:r>
              <a:rPr lang="en-US" sz="3200" b="1" dirty="0" err="1">
                <a:latin typeface="Times New Roman" pitchFamily="18" charset="0"/>
                <a:cs typeface="Times New Roman" pitchFamily="18" charset="0"/>
              </a:rPr>
              <a:t>Cận</a:t>
            </a:r>
            <a:r>
              <a:rPr lang="en-US" sz="3200" b="1" dirty="0">
                <a:latin typeface="Times New Roman" pitchFamily="18" charset="0"/>
                <a:cs typeface="Times New Roman" pitchFamily="18" charset="0"/>
              </a:rPr>
              <a:t> </a:t>
            </a:r>
            <a:r>
              <a:rPr lang="en-US" sz="3200" b="1" dirty="0" err="1">
                <a:latin typeface="Times New Roman" pitchFamily="18" charset="0"/>
                <a:cs typeface="Times New Roman" pitchFamily="18" charset="0"/>
              </a:rPr>
              <a:t>lâm</a:t>
            </a:r>
            <a:r>
              <a:rPr lang="en-US" sz="3200" b="1" dirty="0">
                <a:latin typeface="Times New Roman" pitchFamily="18" charset="0"/>
                <a:cs typeface="Times New Roman" pitchFamily="18" charset="0"/>
              </a:rPr>
              <a:t> </a:t>
            </a:r>
            <a:r>
              <a:rPr lang="en-US" sz="3200" b="1" dirty="0" err="1">
                <a:latin typeface="Times New Roman" pitchFamily="18" charset="0"/>
                <a:cs typeface="Times New Roman" pitchFamily="18" charset="0"/>
              </a:rPr>
              <a:t>sàng</a:t>
            </a:r>
            <a:r>
              <a:rPr lang="en-US" sz="3200" b="1" dirty="0">
                <a:latin typeface="Times New Roman" pitchFamily="18" charset="0"/>
                <a:cs typeface="Times New Roman" pitchFamily="18" charset="0"/>
              </a:rPr>
              <a:t>:</a:t>
            </a:r>
          </a:p>
          <a:p>
            <a:pPr indent="0" algn="just">
              <a:lnSpc>
                <a:spcPct val="100000"/>
              </a:lnSpc>
              <a:spcBef>
                <a:spcPts val="0"/>
              </a:spcBef>
              <a:buNone/>
            </a:pPr>
            <a:r>
              <a:rPr lang="en-US" sz="2800" dirty="0" smtClean="0">
                <a:latin typeface="Times New Roman" pitchFamily="18" charset="0"/>
                <a:cs typeface="Times New Roman" pitchFamily="18" charset="0"/>
              </a:rPr>
              <a:t>	1</a:t>
            </a:r>
            <a:r>
              <a:rPr lang="en-US" sz="2800" dirty="0">
                <a:latin typeface="Times New Roman" pitchFamily="18" charset="0"/>
                <a:cs typeface="Times New Roman" pitchFamily="18" charset="0"/>
              </a:rPr>
              <a:t>. CRP : 0,9 mg/L </a:t>
            </a:r>
          </a:p>
          <a:p>
            <a:pPr indent="0" algn="just">
              <a:lnSpc>
                <a:spcPct val="100000"/>
              </a:lnSpc>
              <a:spcBef>
                <a:spcPts val="0"/>
              </a:spcBef>
              <a:buNone/>
            </a:pPr>
            <a:r>
              <a:rPr lang="en-US" sz="2800" dirty="0" smtClean="0">
                <a:latin typeface="Times New Roman" pitchFamily="18" charset="0"/>
                <a:cs typeface="Times New Roman" pitchFamily="18" charset="0"/>
              </a:rPr>
              <a:t>	2</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Công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thức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máu</a:t>
            </a:r>
            <a:r>
              <a:rPr lang="en-US" sz="2800" dirty="0">
                <a:latin typeface="Times New Roman" pitchFamily="18" charset="0"/>
                <a:cs typeface="Times New Roman" pitchFamily="18" charset="0"/>
              </a:rPr>
              <a:t> </a:t>
            </a:r>
          </a:p>
          <a:p>
            <a:pPr marL="1543050" indent="0" algn="just">
              <a:lnSpc>
                <a:spcPct val="100000"/>
              </a:lnSpc>
              <a:spcBef>
                <a:spcPts val="0"/>
              </a:spcBef>
              <a:buNone/>
            </a:pPr>
            <a:r>
              <a:rPr lang="en-US" sz="2800" dirty="0" smtClean="0">
                <a:latin typeface="Times New Roman" pitchFamily="18" charset="0"/>
                <a:cs typeface="Times New Roman" pitchFamily="18" charset="0"/>
              </a:rPr>
              <a:t>RBC </a:t>
            </a:r>
            <a:r>
              <a:rPr lang="en-US" sz="2800" dirty="0">
                <a:latin typeface="Times New Roman" pitchFamily="18" charset="0"/>
                <a:cs typeface="Times New Roman" pitchFamily="18" charset="0"/>
              </a:rPr>
              <a:t>: 4,69 </a:t>
            </a:r>
            <a:r>
              <a:rPr lang="en-US" sz="2800" dirty="0" smtClean="0">
                <a:latin typeface="Times New Roman" pitchFamily="18" charset="0"/>
                <a:cs typeface="Times New Roman" pitchFamily="18" charset="0"/>
              </a:rPr>
              <a:t>T/l</a:t>
            </a:r>
            <a:endParaRPr lang="en-US" sz="2800" dirty="0">
              <a:latin typeface="Times New Roman" pitchFamily="18" charset="0"/>
              <a:cs typeface="Times New Roman" pitchFamily="18" charset="0"/>
            </a:endParaRPr>
          </a:p>
          <a:p>
            <a:pPr marL="1543050" indent="0" algn="just">
              <a:lnSpc>
                <a:spcPct val="100000"/>
              </a:lnSpc>
              <a:spcBef>
                <a:spcPts val="0"/>
              </a:spcBef>
              <a:buNone/>
            </a:pPr>
            <a:r>
              <a:rPr lang="en-US" sz="2800" dirty="0" smtClean="0">
                <a:latin typeface="Times New Roman" pitchFamily="18" charset="0"/>
                <a:cs typeface="Times New Roman" pitchFamily="18" charset="0"/>
              </a:rPr>
              <a:t>HGB </a:t>
            </a:r>
            <a:r>
              <a:rPr lang="en-US" sz="2800" dirty="0">
                <a:latin typeface="Times New Roman" pitchFamily="18" charset="0"/>
                <a:cs typeface="Times New Roman" pitchFamily="18" charset="0"/>
              </a:rPr>
              <a:t>: 10,7 g/dl </a:t>
            </a:r>
          </a:p>
          <a:p>
            <a:pPr marL="1543050" indent="0" algn="just">
              <a:lnSpc>
                <a:spcPct val="100000"/>
              </a:lnSpc>
              <a:spcBef>
                <a:spcPts val="0"/>
              </a:spcBef>
              <a:buNone/>
            </a:pPr>
            <a:r>
              <a:rPr lang="en-US" sz="2800" dirty="0" smtClean="0">
                <a:latin typeface="Times New Roman" pitchFamily="18" charset="0"/>
                <a:cs typeface="Times New Roman" pitchFamily="18" charset="0"/>
              </a:rPr>
              <a:t>WBC </a:t>
            </a:r>
            <a:r>
              <a:rPr lang="en-US" sz="2800" dirty="0">
                <a:latin typeface="Times New Roman" pitchFamily="18" charset="0"/>
                <a:cs typeface="Times New Roman" pitchFamily="18" charset="0"/>
              </a:rPr>
              <a:t>: 6,93 </a:t>
            </a:r>
            <a:r>
              <a:rPr lang="en-US" sz="2800" dirty="0" smtClean="0">
                <a:latin typeface="Times New Roman" pitchFamily="18" charset="0"/>
                <a:cs typeface="Times New Roman" pitchFamily="18" charset="0"/>
              </a:rPr>
              <a:t>G/l</a:t>
            </a:r>
            <a:endParaRPr lang="en-US" sz="2800" dirty="0">
              <a:latin typeface="Times New Roman" pitchFamily="18" charset="0"/>
              <a:cs typeface="Times New Roman" pitchFamily="18" charset="0"/>
            </a:endParaRPr>
          </a:p>
          <a:p>
            <a:pPr marL="1543050" indent="0" algn="just">
              <a:lnSpc>
                <a:spcPct val="100000"/>
              </a:lnSpc>
              <a:spcBef>
                <a:spcPts val="0"/>
              </a:spcBef>
              <a:buNone/>
            </a:pPr>
            <a:r>
              <a:rPr lang="en-US" sz="2800" dirty="0" smtClean="0">
                <a:latin typeface="Times New Roman" pitchFamily="18" charset="0"/>
                <a:cs typeface="Times New Roman" pitchFamily="18" charset="0"/>
              </a:rPr>
              <a:t>LYMPH </a:t>
            </a:r>
            <a:r>
              <a:rPr lang="en-US" sz="2800" dirty="0">
                <a:latin typeface="Times New Roman" pitchFamily="18" charset="0"/>
                <a:cs typeface="Times New Roman" pitchFamily="18" charset="0"/>
              </a:rPr>
              <a:t>: 4,55 </a:t>
            </a:r>
            <a:r>
              <a:rPr lang="en-US" sz="2800" dirty="0" smtClean="0">
                <a:latin typeface="Times New Roman" pitchFamily="18" charset="0"/>
                <a:cs typeface="Times New Roman" pitchFamily="18" charset="0"/>
              </a:rPr>
              <a:t>G/l </a:t>
            </a:r>
            <a:r>
              <a:rPr lang="en-US" sz="2800" dirty="0">
                <a:latin typeface="Times New Roman" pitchFamily="18" charset="0"/>
                <a:cs typeface="Times New Roman" pitchFamily="18" charset="0"/>
              </a:rPr>
              <a:t>( 1 – 3,7 </a:t>
            </a:r>
            <a:r>
              <a:rPr lang="en-US" sz="2800" dirty="0" smtClean="0">
                <a:latin typeface="Times New Roman" pitchFamily="18" charset="0"/>
                <a:cs typeface="Times New Roman" pitchFamily="18" charset="0"/>
              </a:rPr>
              <a:t>G/l) </a:t>
            </a:r>
            <a:endParaRPr lang="en-US" sz="2800" dirty="0">
              <a:latin typeface="Times New Roman" pitchFamily="18" charset="0"/>
              <a:cs typeface="Times New Roman" pitchFamily="18" charset="0"/>
            </a:endParaRPr>
          </a:p>
          <a:p>
            <a:pPr marL="1543050" indent="0" algn="just">
              <a:lnSpc>
                <a:spcPct val="100000"/>
              </a:lnSpc>
              <a:spcBef>
                <a:spcPts val="0"/>
              </a:spcBef>
              <a:buNone/>
            </a:pPr>
            <a:r>
              <a:rPr lang="en-US" sz="2800" dirty="0" smtClean="0">
                <a:latin typeface="Times New Roman" pitchFamily="18" charset="0"/>
                <a:cs typeface="Times New Roman" pitchFamily="18" charset="0"/>
              </a:rPr>
              <a:t>LYMPH </a:t>
            </a:r>
            <a:r>
              <a:rPr lang="en-US" sz="2800" dirty="0">
                <a:latin typeface="Times New Roman" pitchFamily="18" charset="0"/>
                <a:cs typeface="Times New Roman" pitchFamily="18" charset="0"/>
              </a:rPr>
              <a:t>% : 65,7 % ( 20-50 %)</a:t>
            </a:r>
          </a:p>
          <a:p>
            <a:pPr indent="0" algn="just">
              <a:lnSpc>
                <a:spcPct val="100000"/>
              </a:lnSpc>
              <a:spcBef>
                <a:spcPts val="0"/>
              </a:spcBef>
              <a:buNone/>
            </a:pPr>
            <a:r>
              <a:rPr lang="en-US" sz="2800" dirty="0" smtClean="0">
                <a:latin typeface="Times New Roman" pitchFamily="18" charset="0"/>
                <a:cs typeface="Times New Roman" pitchFamily="18" charset="0"/>
              </a:rPr>
              <a:t>	3</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Soi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phân</a:t>
            </a:r>
            <a:r>
              <a:rPr lang="en-US" sz="2800" dirty="0">
                <a:latin typeface="Times New Roman" pitchFamily="18" charset="0"/>
                <a:cs typeface="Times New Roman" pitchFamily="18" charset="0"/>
              </a:rPr>
              <a:t> </a:t>
            </a:r>
          </a:p>
          <a:p>
            <a:pPr marL="1543050" indent="0" algn="just">
              <a:lnSpc>
                <a:spcPct val="100000"/>
              </a:lnSpc>
              <a:spcBef>
                <a:spcPts val="0"/>
              </a:spcBef>
              <a:buNone/>
            </a:pPr>
            <a:r>
              <a:rPr lang="en-US" sz="2800" dirty="0" err="1" smtClean="0">
                <a:latin typeface="Times New Roman" pitchFamily="18" charset="0"/>
                <a:cs typeface="Times New Roman" pitchFamily="18" charset="0"/>
              </a:rPr>
              <a:t>Bạch</a:t>
            </a:r>
            <a:r>
              <a:rPr lang="en-US" sz="2800" dirty="0" smtClean="0">
                <a:latin typeface="Times New Roman" pitchFamily="18" charset="0"/>
                <a:cs typeface="Times New Roman" pitchFamily="18" charset="0"/>
              </a:rPr>
              <a:t> </a:t>
            </a:r>
            <a:r>
              <a:rPr lang="en-US" sz="2800" dirty="0" err="1">
                <a:latin typeface="Times New Roman" pitchFamily="18" charset="0"/>
                <a:cs typeface="Times New Roman" pitchFamily="18" charset="0"/>
              </a:rPr>
              <a:t>cầu</a:t>
            </a:r>
            <a:r>
              <a:rPr lang="en-US" sz="2800" dirty="0">
                <a:latin typeface="Times New Roman" pitchFamily="18" charset="0"/>
                <a:cs typeface="Times New Roman" pitchFamily="18" charset="0"/>
              </a:rPr>
              <a:t> (+)</a:t>
            </a:r>
          </a:p>
          <a:p>
            <a:pPr marL="1543050" indent="0" algn="just">
              <a:lnSpc>
                <a:spcPct val="100000"/>
              </a:lnSpc>
              <a:spcBef>
                <a:spcPts val="0"/>
              </a:spcBef>
              <a:buNone/>
            </a:pPr>
            <a:r>
              <a:rPr lang="en-US" sz="2800" dirty="0" err="1" smtClean="0">
                <a:latin typeface="Times New Roman" pitchFamily="18" charset="0"/>
                <a:cs typeface="Times New Roman" pitchFamily="18" charset="0"/>
              </a:rPr>
              <a:t>Hồng</a:t>
            </a:r>
            <a:r>
              <a:rPr lang="en-US" sz="2800" dirty="0" smtClean="0">
                <a:latin typeface="Times New Roman" pitchFamily="18" charset="0"/>
                <a:cs typeface="Times New Roman" pitchFamily="18" charset="0"/>
              </a:rPr>
              <a:t> </a:t>
            </a:r>
            <a:r>
              <a:rPr lang="en-US" sz="2800" dirty="0" err="1">
                <a:latin typeface="Times New Roman" pitchFamily="18" charset="0"/>
                <a:cs typeface="Times New Roman" pitchFamily="18" charset="0"/>
              </a:rPr>
              <a:t>cầu</a:t>
            </a:r>
            <a:r>
              <a:rPr lang="en-US" sz="2800" dirty="0">
                <a:latin typeface="Times New Roman" pitchFamily="18" charset="0"/>
                <a:cs typeface="Times New Roman" pitchFamily="18" charset="0"/>
              </a:rPr>
              <a:t> (-)</a:t>
            </a:r>
          </a:p>
          <a:p>
            <a:pPr marL="1543050" indent="0" algn="just">
              <a:lnSpc>
                <a:spcPct val="100000"/>
              </a:lnSpc>
              <a:spcBef>
                <a:spcPts val="0"/>
              </a:spcBef>
              <a:buNone/>
            </a:pPr>
            <a:r>
              <a:rPr lang="en-US" sz="2800" dirty="0" err="1" smtClean="0">
                <a:latin typeface="Times New Roman" pitchFamily="18" charset="0"/>
                <a:cs typeface="Times New Roman" pitchFamily="18" charset="0"/>
              </a:rPr>
              <a:t>Không</a:t>
            </a:r>
            <a:r>
              <a:rPr lang="en-US" sz="2800" dirty="0" smtClean="0">
                <a:latin typeface="Times New Roman" pitchFamily="18" charset="0"/>
                <a:cs typeface="Times New Roman" pitchFamily="18" charset="0"/>
              </a:rPr>
              <a:t> </a:t>
            </a:r>
            <a:r>
              <a:rPr lang="en-US" sz="2800" dirty="0" err="1">
                <a:latin typeface="Times New Roman" pitchFamily="18" charset="0"/>
                <a:cs typeface="Times New Roman" pitchFamily="18" charset="0"/>
              </a:rPr>
              <a:t>có</a:t>
            </a:r>
            <a:r>
              <a:rPr lang="en-US" sz="2800" dirty="0">
                <a:latin typeface="Times New Roman" pitchFamily="18" charset="0"/>
                <a:cs typeface="Times New Roman" pitchFamily="18" charset="0"/>
              </a:rPr>
              <a:t> vi </a:t>
            </a:r>
            <a:r>
              <a:rPr lang="en-US" sz="2800" dirty="0" err="1">
                <a:latin typeface="Times New Roman" pitchFamily="18" charset="0"/>
                <a:cs typeface="Times New Roman" pitchFamily="18" charset="0"/>
              </a:rPr>
              <a:t>khuẩn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gây</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bệnh</a:t>
            </a:r>
            <a:r>
              <a:rPr lang="en-US" sz="2800" dirty="0">
                <a:latin typeface="Times New Roman" pitchFamily="18" charset="0"/>
                <a:cs typeface="Times New Roman" pitchFamily="18" charset="0"/>
              </a:rPr>
              <a:t>.</a:t>
            </a:r>
          </a:p>
          <a:p>
            <a:pPr indent="0" algn="just">
              <a:lnSpc>
                <a:spcPct val="100000"/>
              </a:lnSpc>
              <a:spcBef>
                <a:spcPts val="0"/>
              </a:spcBef>
            </a:pPr>
            <a:endParaRPr lang="en-US" sz="2800" dirty="0">
              <a:latin typeface="Times New Roman" pitchFamily="18" charset="0"/>
              <a:cs typeface="Times New Roman" pitchFamily="18" charset="0"/>
            </a:endParaRPr>
          </a:p>
        </p:txBody>
      </p:sp>
    </p:spTree>
    <p:extLst>
      <p:ext uri="{BB962C8B-B14F-4D97-AF65-F5344CB8AC3E}">
        <p14:creationId xmlns:p14="http://schemas.microsoft.com/office/powerpoint/2010/main" xmlns="" val="3649017370"/>
      </p:ext>
    </p:extLst>
  </p:cSld>
  <p:clrMapOvr>
    <a:masterClrMapping/>
  </p:clrMapOvr>
  <mc:AlternateContent xmlns:mc="http://schemas.openxmlformats.org/markup-compatibility/2006">
    <mc:Choice xmlns:p14="http://schemas.microsoft.com/office/powerpoint/2010/main" xmlns="" Requires="p14">
      <p:transition spd="slow" p14:dur="1500">
        <p:split orient="vert"/>
      </p:transition>
    </mc:Choice>
    <mc:Fallback>
      <p:transition spd="slow">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fade">
                                      <p:cBhvr>
                                        <p:cTn id="42" dur="500"/>
                                        <p:tgtEl>
                                          <p:spTgt spid="3">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3">
                                            <p:txEl>
                                              <p:pRg st="8" end="8"/>
                                            </p:txEl>
                                          </p:spTgt>
                                        </p:tgtEl>
                                        <p:attrNameLst>
                                          <p:attrName>style.visibility</p:attrName>
                                        </p:attrNameLst>
                                      </p:cBhvr>
                                      <p:to>
                                        <p:strVal val="visible"/>
                                      </p:to>
                                    </p:set>
                                    <p:animEffect transition="in" filter="fade">
                                      <p:cBhvr>
                                        <p:cTn id="47" dur="500"/>
                                        <p:tgtEl>
                                          <p:spTgt spid="3">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3">
                                            <p:txEl>
                                              <p:pRg st="9" end="9"/>
                                            </p:txEl>
                                          </p:spTgt>
                                        </p:tgtEl>
                                        <p:attrNameLst>
                                          <p:attrName>style.visibility</p:attrName>
                                        </p:attrNameLst>
                                      </p:cBhvr>
                                      <p:to>
                                        <p:strVal val="visible"/>
                                      </p:to>
                                    </p:set>
                                    <p:animEffect transition="in" filter="fade">
                                      <p:cBhvr>
                                        <p:cTn id="52" dur="500"/>
                                        <p:tgtEl>
                                          <p:spTgt spid="3">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3">
                                            <p:txEl>
                                              <p:pRg st="10" end="10"/>
                                            </p:txEl>
                                          </p:spTgt>
                                        </p:tgtEl>
                                        <p:attrNameLst>
                                          <p:attrName>style.visibility</p:attrName>
                                        </p:attrNameLst>
                                      </p:cBhvr>
                                      <p:to>
                                        <p:strVal val="visible"/>
                                      </p:to>
                                    </p:set>
                                    <p:animEffect transition="in" filter="fade">
                                      <p:cBhvr>
                                        <p:cTn id="57" dur="500"/>
                                        <p:tgtEl>
                                          <p:spTgt spid="3">
                                            <p:txEl>
                                              <p:pRg st="10" end="10"/>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grpId="0" nodeType="clickEffect">
                                  <p:stCondLst>
                                    <p:cond delay="0"/>
                                  </p:stCondLst>
                                  <p:childTnLst>
                                    <p:set>
                                      <p:cBhvr>
                                        <p:cTn id="61" dur="1" fill="hold">
                                          <p:stCondLst>
                                            <p:cond delay="0"/>
                                          </p:stCondLst>
                                        </p:cTn>
                                        <p:tgtEl>
                                          <p:spTgt spid="3">
                                            <p:txEl>
                                              <p:pRg st="11" end="11"/>
                                            </p:txEl>
                                          </p:spTgt>
                                        </p:tgtEl>
                                        <p:attrNameLst>
                                          <p:attrName>style.visibility</p:attrName>
                                        </p:attrNameLst>
                                      </p:cBhvr>
                                      <p:to>
                                        <p:strVal val="visible"/>
                                      </p:to>
                                    </p:set>
                                    <p:animEffect transition="in" filter="fade">
                                      <p:cBhvr>
                                        <p:cTn id="62" dur="500"/>
                                        <p:tgtEl>
                                          <p:spTgt spid="3">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type="body" sz="quarter" idx="14"/>
          </p:nvPr>
        </p:nvSpPr>
        <p:spPr>
          <a:xfrm>
            <a:off x="1043608" y="2492896"/>
            <a:ext cx="6932912" cy="1296144"/>
          </a:xfrm>
        </p:spPr>
        <p:txBody>
          <a:bodyPr>
            <a:noAutofit/>
          </a:bodyPr>
          <a:lstStyle/>
          <a:p>
            <a:pPr marL="0" lvl="0" indent="0" algn="ctr">
              <a:buNone/>
            </a:pPr>
            <a:r>
              <a:rPr lang="en-US" sz="8800" b="1" dirty="0" err="1" smtClean="0">
                <a:solidFill>
                  <a:srgbClr val="FF0000"/>
                </a:solidFill>
                <a:latin typeface="Times New Roman" pitchFamily="18" charset="0"/>
                <a:cs typeface="Times New Roman" pitchFamily="18" charset="0"/>
              </a:rPr>
              <a:t>Chẩn</a:t>
            </a:r>
            <a:r>
              <a:rPr lang="en-US" sz="8800" b="1" dirty="0" smtClean="0">
                <a:solidFill>
                  <a:srgbClr val="FF0000"/>
                </a:solidFill>
                <a:latin typeface="Times New Roman" pitchFamily="18" charset="0"/>
                <a:cs typeface="Times New Roman" pitchFamily="18" charset="0"/>
              </a:rPr>
              <a:t> </a:t>
            </a:r>
            <a:r>
              <a:rPr lang="en-US" sz="8800" b="1" dirty="0" err="1" smtClean="0">
                <a:solidFill>
                  <a:srgbClr val="FF0000"/>
                </a:solidFill>
                <a:latin typeface="Times New Roman" pitchFamily="18" charset="0"/>
                <a:cs typeface="Times New Roman" pitchFamily="18" charset="0"/>
              </a:rPr>
              <a:t>đoán</a:t>
            </a:r>
            <a:r>
              <a:rPr lang="en-US" sz="8800" b="1" dirty="0" smtClean="0">
                <a:solidFill>
                  <a:srgbClr val="FF0000"/>
                </a:solidFill>
                <a:latin typeface="Times New Roman" pitchFamily="18" charset="0"/>
                <a:cs typeface="Times New Roman" pitchFamily="18" charset="0"/>
              </a:rPr>
              <a:t>?</a:t>
            </a:r>
            <a:endParaRPr lang="en-US" sz="8800" b="1" dirty="0">
              <a:solidFill>
                <a:srgbClr val="FF0000"/>
              </a:solidFill>
              <a:latin typeface="Times New Roman" pitchFamily="18" charset="0"/>
              <a:cs typeface="Times New Roman" pitchFamily="18" charset="0"/>
            </a:endParaRPr>
          </a:p>
        </p:txBody>
      </p:sp>
    </p:spTree>
    <p:extLst>
      <p:ext uri="{BB962C8B-B14F-4D97-AF65-F5344CB8AC3E}">
        <p14:creationId xmlns:p14="http://schemas.microsoft.com/office/powerpoint/2010/main" xmlns="" val="1110686246"/>
      </p:ext>
    </p:extLst>
  </p:cSld>
  <p:clrMapOvr>
    <a:masterClrMapping/>
  </p:clrMapOvr>
  <mc:AlternateContent xmlns:mc="http://schemas.openxmlformats.org/markup-compatibility/2006">
    <mc:Choice xmlns:p14="http://schemas.microsoft.com/office/powerpoint/2010/main" xmlns="" Requires="p14">
      <p:transition spd="slow" p14:dur="1500">
        <p:split orient="vert"/>
      </p:transition>
    </mc:Choice>
    <mc:Fallback>
      <p:transition spd="slow">
        <p:split orient="vert"/>
      </p:transition>
    </mc:Fallback>
  </mc:AlternateContent>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100012" y="1124744"/>
            <a:ext cx="9124820" cy="648072"/>
          </a:xfrm>
        </p:spPr>
        <p:txBody>
          <a:bodyPr>
            <a:noAutofit/>
          </a:bodyPr>
          <a:lstStyle/>
          <a:p>
            <a:pPr marL="0" indent="0">
              <a:spcBef>
                <a:spcPts val="0"/>
              </a:spcBef>
              <a:buNone/>
            </a:pPr>
            <a:r>
              <a:rPr lang="en-US" sz="4400" b="1" dirty="0" err="1" smtClean="0">
                <a:solidFill>
                  <a:srgbClr val="FF0000"/>
                </a:solidFill>
                <a:latin typeface="Times New Roman" pitchFamily="18" charset="0"/>
                <a:cs typeface="Times New Roman" pitchFamily="18" charset="0"/>
              </a:rPr>
              <a:t>Tiêu</a:t>
            </a:r>
            <a:r>
              <a:rPr lang="en-US" sz="4400" b="1" dirty="0" smtClean="0">
                <a:solidFill>
                  <a:srgbClr val="FF0000"/>
                </a:solidFill>
                <a:latin typeface="Times New Roman" pitchFamily="18" charset="0"/>
                <a:cs typeface="Times New Roman" pitchFamily="18" charset="0"/>
              </a:rPr>
              <a:t> </a:t>
            </a:r>
            <a:r>
              <a:rPr lang="en-US" sz="4400" b="1" dirty="0" err="1" smtClean="0">
                <a:solidFill>
                  <a:srgbClr val="FF0000"/>
                </a:solidFill>
                <a:latin typeface="Times New Roman" pitchFamily="18" charset="0"/>
                <a:cs typeface="Times New Roman" pitchFamily="18" charset="0"/>
              </a:rPr>
              <a:t>chảy</a:t>
            </a:r>
            <a:r>
              <a:rPr lang="en-US" sz="4400" b="1" dirty="0" smtClean="0">
                <a:solidFill>
                  <a:srgbClr val="FF0000"/>
                </a:solidFill>
                <a:latin typeface="Times New Roman" pitchFamily="18" charset="0"/>
                <a:cs typeface="Times New Roman" pitchFamily="18" charset="0"/>
              </a:rPr>
              <a:t> </a:t>
            </a:r>
            <a:r>
              <a:rPr lang="en-US" sz="4400" b="1" dirty="0" err="1" smtClean="0">
                <a:solidFill>
                  <a:srgbClr val="FF0000"/>
                </a:solidFill>
                <a:latin typeface="Times New Roman" pitchFamily="18" charset="0"/>
                <a:cs typeface="Times New Roman" pitchFamily="18" charset="0"/>
              </a:rPr>
              <a:t>kéo</a:t>
            </a:r>
            <a:r>
              <a:rPr lang="en-US" sz="4400" b="1" dirty="0" smtClean="0">
                <a:solidFill>
                  <a:srgbClr val="FF0000"/>
                </a:solidFill>
                <a:latin typeface="Times New Roman" pitchFamily="18" charset="0"/>
                <a:cs typeface="Times New Roman" pitchFamily="18" charset="0"/>
              </a:rPr>
              <a:t> </a:t>
            </a:r>
            <a:r>
              <a:rPr lang="en-US" sz="4400" b="1" dirty="0" err="1" smtClean="0">
                <a:solidFill>
                  <a:srgbClr val="FF0000"/>
                </a:solidFill>
                <a:latin typeface="Times New Roman" pitchFamily="18" charset="0"/>
                <a:cs typeface="Times New Roman" pitchFamily="18" charset="0"/>
              </a:rPr>
              <a:t>dài</a:t>
            </a:r>
            <a:r>
              <a:rPr lang="en-US" sz="4400" b="1" dirty="0" smtClean="0">
                <a:solidFill>
                  <a:srgbClr val="FF0000"/>
                </a:solidFill>
                <a:latin typeface="Times New Roman" pitchFamily="18" charset="0"/>
                <a:cs typeface="Times New Roman" pitchFamily="18" charset="0"/>
              </a:rPr>
              <a:t> </a:t>
            </a:r>
            <a:r>
              <a:rPr lang="en-US" sz="4400" b="1" dirty="0" err="1" smtClean="0">
                <a:solidFill>
                  <a:srgbClr val="FF0000"/>
                </a:solidFill>
                <a:latin typeface="Times New Roman" pitchFamily="18" charset="0"/>
                <a:cs typeface="Times New Roman" pitchFamily="18" charset="0"/>
              </a:rPr>
              <a:t>không</a:t>
            </a:r>
            <a:r>
              <a:rPr lang="en-US" sz="4400" b="1" dirty="0" smtClean="0">
                <a:solidFill>
                  <a:srgbClr val="FF0000"/>
                </a:solidFill>
                <a:latin typeface="Times New Roman" pitchFamily="18" charset="0"/>
                <a:cs typeface="Times New Roman" pitchFamily="18" charset="0"/>
              </a:rPr>
              <a:t> </a:t>
            </a:r>
            <a:r>
              <a:rPr lang="en-US" sz="4400" b="1" dirty="0" err="1" smtClean="0">
                <a:solidFill>
                  <a:srgbClr val="FF0000"/>
                </a:solidFill>
                <a:latin typeface="Times New Roman" pitchFamily="18" charset="0"/>
                <a:cs typeface="Times New Roman" pitchFamily="18" charset="0"/>
              </a:rPr>
              <a:t>mất</a:t>
            </a:r>
            <a:r>
              <a:rPr lang="en-US" sz="4400" b="1" dirty="0" smtClean="0">
                <a:solidFill>
                  <a:srgbClr val="FF0000"/>
                </a:solidFill>
                <a:latin typeface="Times New Roman" pitchFamily="18" charset="0"/>
                <a:cs typeface="Times New Roman" pitchFamily="18" charset="0"/>
              </a:rPr>
              <a:t> </a:t>
            </a:r>
            <a:r>
              <a:rPr lang="en-US" sz="4400" b="1" dirty="0" err="1" smtClean="0">
                <a:solidFill>
                  <a:srgbClr val="FF0000"/>
                </a:solidFill>
                <a:latin typeface="Times New Roman" pitchFamily="18" charset="0"/>
                <a:cs typeface="Times New Roman" pitchFamily="18" charset="0"/>
              </a:rPr>
              <a:t>nước</a:t>
            </a:r>
            <a:endParaRPr lang="en-US" sz="4400" b="1" dirty="0" smtClean="0">
              <a:solidFill>
                <a:srgbClr val="FF0000"/>
              </a:solidFill>
              <a:latin typeface="Times New Roman" pitchFamily="18" charset="0"/>
              <a:cs typeface="Times New Roman" pitchFamily="18" charset="0"/>
            </a:endParaRPr>
          </a:p>
          <a:p>
            <a:pPr marL="0" lvl="0" indent="0">
              <a:lnSpc>
                <a:spcPct val="100000"/>
              </a:lnSpc>
              <a:spcBef>
                <a:spcPts val="0"/>
              </a:spcBef>
              <a:buNone/>
            </a:pPr>
            <a:endParaRPr lang="en-US" sz="4400" dirty="0" smtClean="0">
              <a:solidFill>
                <a:srgbClr val="0070C0"/>
              </a:solidFill>
              <a:latin typeface="Times New Roman" pitchFamily="18" charset="0"/>
              <a:cs typeface="Times New Roman" pitchFamily="18" charset="0"/>
            </a:endParaRPr>
          </a:p>
        </p:txBody>
      </p:sp>
      <p:sp>
        <p:nvSpPr>
          <p:cNvPr id="4" name="Content Placeholder 2"/>
          <p:cNvSpPr txBox="1">
            <a:spLocks/>
          </p:cNvSpPr>
          <p:nvPr/>
        </p:nvSpPr>
        <p:spPr>
          <a:xfrm>
            <a:off x="243520" y="1988840"/>
            <a:ext cx="8432936" cy="381568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800"/>
              </a:spcBef>
              <a:buFont typeface="Arial" panose="020B0604020202020204" pitchFamily="34" charset="0"/>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1200"/>
              </a:spcBef>
              <a:buFont typeface="Arial" panose="020B0604020202020204" pitchFamily="34" charset="0"/>
              <a:buChar char="•"/>
              <a:defRPr sz="1800" kern="1200">
                <a:solidFill>
                  <a:schemeClr val="tx1"/>
                </a:solidFill>
                <a:latin typeface="+mn-lt"/>
                <a:ea typeface="+mn-ea"/>
                <a:cs typeface="+mn-cs"/>
              </a:defRPr>
            </a:lvl2pPr>
            <a:lvl3pPr marL="685800" indent="-182880" algn="l" defTabSz="914400" rtl="0" eaLnBrk="1" latinLnBrk="0" hangingPunct="1">
              <a:lnSpc>
                <a:spcPct val="90000"/>
              </a:lnSpc>
              <a:spcBef>
                <a:spcPts val="600"/>
              </a:spcBef>
              <a:buFont typeface="Arial" panose="020B0604020202020204" pitchFamily="34" charset="0"/>
              <a:buChar char="•"/>
              <a:defRPr sz="1600" kern="1200">
                <a:solidFill>
                  <a:schemeClr val="tx1"/>
                </a:solidFill>
                <a:latin typeface="+mn-lt"/>
                <a:ea typeface="+mn-ea"/>
                <a:cs typeface="+mn-cs"/>
              </a:defRPr>
            </a:lvl3pPr>
            <a:lvl4pPr marL="914400" indent="-182880" algn="l" defTabSz="914400" rtl="0" eaLnBrk="1" latinLnBrk="0" hangingPunct="1">
              <a:lnSpc>
                <a:spcPct val="90000"/>
              </a:lnSpc>
              <a:spcBef>
                <a:spcPts val="600"/>
              </a:spcBef>
              <a:buFont typeface="Arial" panose="020B0604020202020204" pitchFamily="34" charset="0"/>
              <a:buChar char="•"/>
              <a:defRPr sz="1400" kern="1200">
                <a:solidFill>
                  <a:schemeClr val="tx1"/>
                </a:solidFill>
                <a:latin typeface="+mn-lt"/>
                <a:ea typeface="+mn-ea"/>
                <a:cs typeface="+mn-cs"/>
              </a:defRPr>
            </a:lvl4pPr>
            <a:lvl5pPr marL="1143000" indent="-182880" algn="l" defTabSz="914400" rtl="0" eaLnBrk="1" latinLnBrk="0" hangingPunct="1">
              <a:lnSpc>
                <a:spcPct val="90000"/>
              </a:lnSpc>
              <a:spcBef>
                <a:spcPts val="600"/>
              </a:spcBef>
              <a:buFont typeface="Arial" panose="020B0604020202020204" pitchFamily="34" charset="0"/>
              <a:buChar char="•"/>
              <a:defRPr sz="1400" kern="1200">
                <a:solidFill>
                  <a:schemeClr val="tx1"/>
                </a:solidFill>
                <a:latin typeface="+mn-lt"/>
                <a:ea typeface="+mn-ea"/>
                <a:cs typeface="+mn-cs"/>
              </a:defRPr>
            </a:lvl5pPr>
            <a:lvl6pPr marL="1371600" indent="-182880" algn="l" defTabSz="914400" rtl="0" eaLnBrk="1" latinLnBrk="0" hangingPunct="1">
              <a:lnSpc>
                <a:spcPct val="90000"/>
              </a:lnSpc>
              <a:spcBef>
                <a:spcPts val="600"/>
              </a:spcBef>
              <a:buFont typeface="Arial" panose="020B0604020202020204" pitchFamily="34" charset="0"/>
              <a:buChar char="•"/>
              <a:defRPr sz="1400" kern="1200">
                <a:solidFill>
                  <a:schemeClr val="tx1"/>
                </a:solidFill>
                <a:latin typeface="+mn-lt"/>
                <a:ea typeface="+mn-ea"/>
                <a:cs typeface="+mn-cs"/>
              </a:defRPr>
            </a:lvl6pPr>
            <a:lvl7pPr marL="1600200" indent="-182880" algn="l" defTabSz="914400" rtl="0" eaLnBrk="1" latinLnBrk="0" hangingPunct="1">
              <a:lnSpc>
                <a:spcPct val="90000"/>
              </a:lnSpc>
              <a:spcBef>
                <a:spcPts val="600"/>
              </a:spcBef>
              <a:buFont typeface="Arial" panose="020B0604020202020204" pitchFamily="34" charset="0"/>
              <a:buChar char="•"/>
              <a:defRPr sz="1400" kern="1200">
                <a:solidFill>
                  <a:schemeClr val="tx1"/>
                </a:solidFill>
                <a:latin typeface="+mn-lt"/>
                <a:ea typeface="+mn-ea"/>
                <a:cs typeface="+mn-cs"/>
              </a:defRPr>
            </a:lvl7pPr>
            <a:lvl8pPr marL="1828800" indent="-182880" algn="l" defTabSz="914400" rtl="0" eaLnBrk="1" latinLnBrk="0" hangingPunct="1">
              <a:lnSpc>
                <a:spcPct val="90000"/>
              </a:lnSpc>
              <a:spcBef>
                <a:spcPts val="600"/>
              </a:spcBef>
              <a:buFont typeface="Arial" panose="020B0604020202020204" pitchFamily="34" charset="0"/>
              <a:buChar char="•"/>
              <a:defRPr sz="1400" kern="1200">
                <a:solidFill>
                  <a:schemeClr val="tx1"/>
                </a:solidFill>
                <a:latin typeface="+mn-lt"/>
                <a:ea typeface="+mn-ea"/>
                <a:cs typeface="+mn-cs"/>
              </a:defRPr>
            </a:lvl8pPr>
            <a:lvl9pPr marL="2057400" indent="-182880" algn="l" defTabSz="914400" rtl="0" eaLnBrk="1" latinLnBrk="0" hangingPunct="1">
              <a:lnSpc>
                <a:spcPct val="90000"/>
              </a:lnSpc>
              <a:spcBef>
                <a:spcPts val="600"/>
              </a:spcBef>
              <a:buFont typeface="Arial" panose="020B0604020202020204" pitchFamily="34" charset="0"/>
              <a:buChar char="•"/>
              <a:defRPr sz="1400" kern="1200">
                <a:solidFill>
                  <a:schemeClr val="tx1"/>
                </a:solidFill>
                <a:latin typeface="+mn-lt"/>
                <a:ea typeface="+mn-ea"/>
                <a:cs typeface="+mn-cs"/>
              </a:defRPr>
            </a:lvl9pPr>
          </a:lstStyle>
          <a:p>
            <a:pPr marL="0" indent="0" algn="just">
              <a:lnSpc>
                <a:spcPct val="100000"/>
              </a:lnSpc>
              <a:spcBef>
                <a:spcPts val="0"/>
              </a:spcBef>
            </a:pPr>
            <a:r>
              <a:rPr lang="en-US" sz="3000" dirty="0" err="1" smtClean="0">
                <a:latin typeface="Times New Roman" pitchFamily="18" charset="0"/>
                <a:cs typeface="Times New Roman" pitchFamily="18" charset="0"/>
              </a:rPr>
              <a:t>Đánh</a:t>
            </a:r>
            <a:r>
              <a:rPr lang="en-US" sz="3000" dirty="0" smtClean="0">
                <a:latin typeface="Times New Roman" pitchFamily="18" charset="0"/>
                <a:cs typeface="Times New Roman" pitchFamily="18" charset="0"/>
              </a:rPr>
              <a:t> </a:t>
            </a:r>
            <a:r>
              <a:rPr lang="en-US" sz="3000" dirty="0" err="1" smtClean="0">
                <a:latin typeface="Times New Roman" pitchFamily="18" charset="0"/>
                <a:cs typeface="Times New Roman" pitchFamily="18" charset="0"/>
              </a:rPr>
              <a:t>giá</a:t>
            </a:r>
            <a:r>
              <a:rPr lang="en-US" sz="3000" dirty="0" smtClean="0">
                <a:latin typeface="Times New Roman" pitchFamily="18" charset="0"/>
                <a:cs typeface="Times New Roman" pitchFamily="18" charset="0"/>
              </a:rPr>
              <a:t> ban </a:t>
            </a:r>
            <a:r>
              <a:rPr lang="en-US" sz="3000" dirty="0" err="1" smtClean="0">
                <a:latin typeface="Times New Roman" pitchFamily="18" charset="0"/>
                <a:cs typeface="Times New Roman" pitchFamily="18" charset="0"/>
              </a:rPr>
              <a:t>đầu</a:t>
            </a:r>
            <a:r>
              <a:rPr lang="en-US" sz="3000" dirty="0" smtClean="0">
                <a:latin typeface="Times New Roman" pitchFamily="18" charset="0"/>
                <a:cs typeface="Times New Roman" pitchFamily="18" charset="0"/>
              </a:rPr>
              <a:t> </a:t>
            </a:r>
            <a:r>
              <a:rPr lang="en-US" sz="3000" dirty="0" err="1" smtClean="0">
                <a:latin typeface="Times New Roman" pitchFamily="18" charset="0"/>
                <a:cs typeface="Times New Roman" pitchFamily="18" charset="0"/>
              </a:rPr>
              <a:t>theo</a:t>
            </a:r>
            <a:r>
              <a:rPr lang="en-US" sz="3000" dirty="0" smtClean="0">
                <a:latin typeface="Times New Roman" pitchFamily="18" charset="0"/>
                <a:cs typeface="Times New Roman" pitchFamily="18" charset="0"/>
              </a:rPr>
              <a:t> IMCI: </a:t>
            </a:r>
            <a:r>
              <a:rPr lang="en-US" sz="3000" dirty="0" err="1" smtClean="0">
                <a:latin typeface="Times New Roman" pitchFamily="18" charset="0"/>
                <a:cs typeface="Times New Roman" pitchFamily="18" charset="0"/>
              </a:rPr>
              <a:t>trẻ</a:t>
            </a:r>
            <a:r>
              <a:rPr lang="en-US" sz="3000" dirty="0" smtClean="0">
                <a:latin typeface="Times New Roman" pitchFamily="18" charset="0"/>
                <a:cs typeface="Times New Roman" pitchFamily="18" charset="0"/>
              </a:rPr>
              <a:t> </a:t>
            </a:r>
            <a:r>
              <a:rPr lang="en-US" sz="3000" dirty="0" err="1" smtClean="0">
                <a:latin typeface="Times New Roman" pitchFamily="18" charset="0"/>
                <a:cs typeface="Times New Roman" pitchFamily="18" charset="0"/>
              </a:rPr>
              <a:t>đại</a:t>
            </a:r>
            <a:r>
              <a:rPr lang="en-US" sz="3000" dirty="0" smtClean="0">
                <a:latin typeface="Times New Roman" pitchFamily="18" charset="0"/>
                <a:cs typeface="Times New Roman" pitchFamily="18" charset="0"/>
              </a:rPr>
              <a:t> </a:t>
            </a:r>
            <a:r>
              <a:rPr lang="en-US" sz="3000" dirty="0" err="1" smtClean="0">
                <a:latin typeface="Times New Roman" pitchFamily="18" charset="0"/>
                <a:cs typeface="Times New Roman" pitchFamily="18" charset="0"/>
              </a:rPr>
              <a:t>tiện</a:t>
            </a:r>
            <a:r>
              <a:rPr lang="en-US" sz="3000" dirty="0" smtClean="0">
                <a:latin typeface="Times New Roman" pitchFamily="18" charset="0"/>
                <a:cs typeface="Times New Roman" pitchFamily="18" charset="0"/>
              </a:rPr>
              <a:t> </a:t>
            </a:r>
            <a:r>
              <a:rPr lang="en-US" sz="3000" dirty="0" err="1" smtClean="0">
                <a:latin typeface="Times New Roman" pitchFamily="18" charset="0"/>
                <a:cs typeface="Times New Roman" pitchFamily="18" charset="0"/>
              </a:rPr>
              <a:t>phân</a:t>
            </a:r>
            <a:r>
              <a:rPr lang="en-US" sz="3000" dirty="0" smtClean="0">
                <a:latin typeface="Times New Roman" pitchFamily="18" charset="0"/>
                <a:cs typeface="Times New Roman" pitchFamily="18" charset="0"/>
              </a:rPr>
              <a:t> </a:t>
            </a:r>
            <a:r>
              <a:rPr lang="en-US" sz="3000" dirty="0" err="1" smtClean="0">
                <a:latin typeface="Times New Roman" pitchFamily="18" charset="0"/>
                <a:cs typeface="Times New Roman" pitchFamily="18" charset="0"/>
              </a:rPr>
              <a:t>lỏng</a:t>
            </a:r>
            <a:r>
              <a:rPr lang="en-US" sz="3000" dirty="0" smtClean="0">
                <a:latin typeface="Times New Roman" pitchFamily="18" charset="0"/>
                <a:cs typeface="Times New Roman" pitchFamily="18" charset="0"/>
              </a:rPr>
              <a:t> </a:t>
            </a:r>
            <a:r>
              <a:rPr lang="en-US" sz="3000" dirty="0" err="1" smtClean="0">
                <a:latin typeface="Times New Roman" pitchFamily="18" charset="0"/>
                <a:cs typeface="Times New Roman" pitchFamily="18" charset="0"/>
              </a:rPr>
              <a:t>tóe</a:t>
            </a:r>
            <a:r>
              <a:rPr lang="en-US" sz="3000" dirty="0" smtClean="0">
                <a:latin typeface="Times New Roman" pitchFamily="18" charset="0"/>
                <a:cs typeface="Times New Roman" pitchFamily="18" charset="0"/>
              </a:rPr>
              <a:t> </a:t>
            </a:r>
            <a:r>
              <a:rPr lang="en-US" sz="3000" dirty="0" err="1" smtClean="0">
                <a:latin typeface="Times New Roman" pitchFamily="18" charset="0"/>
                <a:cs typeface="Times New Roman" pitchFamily="18" charset="0"/>
              </a:rPr>
              <a:t>nước</a:t>
            </a:r>
            <a:r>
              <a:rPr lang="en-US" sz="3000" dirty="0" smtClean="0">
                <a:latin typeface="Times New Roman" pitchFamily="18" charset="0"/>
                <a:cs typeface="Times New Roman" pitchFamily="18" charset="0"/>
              </a:rPr>
              <a:t>, 10 </a:t>
            </a:r>
            <a:r>
              <a:rPr lang="en-US" sz="3000" dirty="0" err="1" smtClean="0">
                <a:latin typeface="Times New Roman" pitchFamily="18" charset="0"/>
                <a:cs typeface="Times New Roman" pitchFamily="18" charset="0"/>
              </a:rPr>
              <a:t>lần</a:t>
            </a:r>
            <a:r>
              <a:rPr lang="en-US" sz="3000" dirty="0" smtClean="0">
                <a:latin typeface="Times New Roman" pitchFamily="18" charset="0"/>
                <a:cs typeface="Times New Roman" pitchFamily="18" charset="0"/>
              </a:rPr>
              <a:t>/ </a:t>
            </a:r>
            <a:r>
              <a:rPr lang="en-US" sz="3000" dirty="0" err="1" smtClean="0">
                <a:latin typeface="Times New Roman" pitchFamily="18" charset="0"/>
                <a:cs typeface="Times New Roman" pitchFamily="18" charset="0"/>
              </a:rPr>
              <a:t>ngày</a:t>
            </a:r>
            <a:r>
              <a:rPr lang="en-US" sz="3000" dirty="0" smtClean="0">
                <a:latin typeface="Times New Roman" pitchFamily="18" charset="0"/>
                <a:cs typeface="Times New Roman" pitchFamily="18" charset="0"/>
              </a:rPr>
              <a:t>, </a:t>
            </a:r>
            <a:r>
              <a:rPr lang="en-US" sz="3000" dirty="0" err="1" smtClean="0">
                <a:latin typeface="Times New Roman" pitchFamily="18" charset="0"/>
                <a:cs typeface="Times New Roman" pitchFamily="18" charset="0"/>
              </a:rPr>
              <a:t>kéo</a:t>
            </a:r>
            <a:r>
              <a:rPr lang="en-US" sz="3000" dirty="0" smtClean="0">
                <a:latin typeface="Times New Roman" pitchFamily="18" charset="0"/>
                <a:cs typeface="Times New Roman" pitchFamily="18" charset="0"/>
              </a:rPr>
              <a:t> </a:t>
            </a:r>
            <a:r>
              <a:rPr lang="en-US" sz="3000" dirty="0" err="1" smtClean="0">
                <a:latin typeface="Times New Roman" pitchFamily="18" charset="0"/>
                <a:cs typeface="Times New Roman" pitchFamily="18" charset="0"/>
              </a:rPr>
              <a:t>dài</a:t>
            </a:r>
            <a:r>
              <a:rPr lang="en-US" sz="3000" dirty="0" smtClean="0">
                <a:latin typeface="Times New Roman" pitchFamily="18" charset="0"/>
                <a:cs typeface="Times New Roman" pitchFamily="18" charset="0"/>
              </a:rPr>
              <a:t> 14 </a:t>
            </a:r>
            <a:r>
              <a:rPr lang="en-US" sz="3000" dirty="0" err="1" smtClean="0">
                <a:latin typeface="Times New Roman" pitchFamily="18" charset="0"/>
                <a:cs typeface="Times New Roman" pitchFamily="18" charset="0"/>
              </a:rPr>
              <a:t>ngày</a:t>
            </a:r>
            <a:r>
              <a:rPr lang="en-US" sz="3000" dirty="0" smtClean="0">
                <a:latin typeface="Times New Roman" pitchFamily="18" charset="0"/>
                <a:cs typeface="Times New Roman" pitchFamily="18" charset="0"/>
              </a:rPr>
              <a:t> </a:t>
            </a:r>
            <a:r>
              <a:rPr lang="en-US" sz="3000" dirty="0" err="1" smtClean="0">
                <a:latin typeface="Times New Roman" pitchFamily="18" charset="0"/>
                <a:cs typeface="Times New Roman" pitchFamily="18" charset="0"/>
              </a:rPr>
              <a:t>chưa</a:t>
            </a:r>
            <a:r>
              <a:rPr lang="en-US" sz="3000" dirty="0" smtClean="0">
                <a:latin typeface="Times New Roman" pitchFamily="18" charset="0"/>
                <a:cs typeface="Times New Roman" pitchFamily="18" charset="0"/>
              </a:rPr>
              <a:t> </a:t>
            </a:r>
            <a:r>
              <a:rPr lang="en-US" sz="3000" dirty="0" err="1" smtClean="0">
                <a:latin typeface="Times New Roman" pitchFamily="18" charset="0"/>
                <a:cs typeface="Times New Roman" pitchFamily="18" charset="0"/>
              </a:rPr>
              <a:t>đỡ</a:t>
            </a:r>
            <a:endParaRPr lang="en-US" sz="3000" dirty="0" smtClean="0">
              <a:latin typeface="Times New Roman" pitchFamily="18" charset="0"/>
              <a:cs typeface="Times New Roman" pitchFamily="18" charset="0"/>
            </a:endParaRPr>
          </a:p>
          <a:p>
            <a:pPr marL="0" indent="0" algn="just">
              <a:lnSpc>
                <a:spcPct val="100000"/>
              </a:lnSpc>
              <a:spcBef>
                <a:spcPts val="0"/>
              </a:spcBef>
            </a:pPr>
            <a:r>
              <a:rPr lang="en-US" sz="3000" dirty="0" err="1" smtClean="0">
                <a:latin typeface="Times New Roman" pitchFamily="18" charset="0"/>
                <a:cs typeface="Times New Roman" pitchFamily="18" charset="0"/>
              </a:rPr>
              <a:t>Đánh</a:t>
            </a:r>
            <a:r>
              <a:rPr lang="en-US" sz="3000" dirty="0" smtClean="0">
                <a:latin typeface="Times New Roman" pitchFamily="18" charset="0"/>
                <a:cs typeface="Times New Roman" pitchFamily="18" charset="0"/>
              </a:rPr>
              <a:t> </a:t>
            </a:r>
            <a:r>
              <a:rPr lang="en-US" sz="3000" dirty="0" err="1" smtClean="0">
                <a:latin typeface="Times New Roman" pitchFamily="18" charset="0"/>
                <a:cs typeface="Times New Roman" pitchFamily="18" charset="0"/>
              </a:rPr>
              <a:t>giá</a:t>
            </a:r>
            <a:r>
              <a:rPr lang="en-US" sz="3000" dirty="0" smtClean="0">
                <a:latin typeface="Times New Roman" pitchFamily="18" charset="0"/>
                <a:cs typeface="Times New Roman" pitchFamily="18" charset="0"/>
              </a:rPr>
              <a:t> </a:t>
            </a:r>
            <a:r>
              <a:rPr lang="en-US" sz="3000" dirty="0" err="1" smtClean="0">
                <a:latin typeface="Times New Roman" pitchFamily="18" charset="0"/>
                <a:cs typeface="Times New Roman" pitchFamily="18" charset="0"/>
              </a:rPr>
              <a:t>mất</a:t>
            </a:r>
            <a:r>
              <a:rPr lang="en-US" sz="3000" dirty="0" smtClean="0">
                <a:latin typeface="Times New Roman" pitchFamily="18" charset="0"/>
                <a:cs typeface="Times New Roman" pitchFamily="18" charset="0"/>
              </a:rPr>
              <a:t> </a:t>
            </a:r>
            <a:r>
              <a:rPr lang="en-US" sz="3000" dirty="0" err="1" smtClean="0">
                <a:latin typeface="Times New Roman" pitchFamily="18" charset="0"/>
                <a:cs typeface="Times New Roman" pitchFamily="18" charset="0"/>
              </a:rPr>
              <a:t>nước</a:t>
            </a:r>
            <a:r>
              <a:rPr lang="en-US" sz="3000" dirty="0" smtClean="0">
                <a:latin typeface="Times New Roman" pitchFamily="18" charset="0"/>
                <a:cs typeface="Times New Roman" pitchFamily="18" charset="0"/>
              </a:rPr>
              <a:t>: </a:t>
            </a:r>
            <a:r>
              <a:rPr lang="en-US" sz="3000" dirty="0" err="1" smtClean="0">
                <a:latin typeface="Times New Roman" pitchFamily="18" charset="0"/>
                <a:cs typeface="Times New Roman" pitchFamily="18" charset="0"/>
              </a:rPr>
              <a:t>Mắt</a:t>
            </a:r>
            <a:r>
              <a:rPr lang="en-US" sz="3000" dirty="0" smtClean="0">
                <a:latin typeface="Times New Roman" pitchFamily="18" charset="0"/>
                <a:cs typeface="Times New Roman" pitchFamily="18" charset="0"/>
              </a:rPr>
              <a:t> </a:t>
            </a:r>
            <a:r>
              <a:rPr lang="en-US" sz="3000" dirty="0" err="1" smtClean="0">
                <a:latin typeface="Times New Roman" pitchFamily="18" charset="0"/>
                <a:cs typeface="Times New Roman" pitchFamily="18" charset="0"/>
              </a:rPr>
              <a:t>không</a:t>
            </a:r>
            <a:r>
              <a:rPr lang="en-US" sz="3000" dirty="0" smtClean="0">
                <a:latin typeface="Times New Roman" pitchFamily="18" charset="0"/>
                <a:cs typeface="Times New Roman" pitchFamily="18" charset="0"/>
              </a:rPr>
              <a:t> </a:t>
            </a:r>
            <a:r>
              <a:rPr lang="en-US" sz="3000" dirty="0" err="1" smtClean="0">
                <a:latin typeface="Times New Roman" pitchFamily="18" charset="0"/>
                <a:cs typeface="Times New Roman" pitchFamily="18" charset="0"/>
              </a:rPr>
              <a:t>trũng</a:t>
            </a:r>
            <a:r>
              <a:rPr lang="en-US" sz="3000" dirty="0" smtClean="0">
                <a:latin typeface="Times New Roman" pitchFamily="18" charset="0"/>
                <a:cs typeface="Times New Roman" pitchFamily="18" charset="0"/>
              </a:rPr>
              <a:t>, </a:t>
            </a:r>
            <a:r>
              <a:rPr lang="en-US" sz="3000" dirty="0" err="1" smtClean="0">
                <a:latin typeface="Times New Roman" pitchFamily="18" charset="0"/>
                <a:cs typeface="Times New Roman" pitchFamily="18" charset="0"/>
              </a:rPr>
              <a:t>Nếp</a:t>
            </a:r>
            <a:r>
              <a:rPr lang="en-US" sz="3000" dirty="0" smtClean="0">
                <a:latin typeface="Times New Roman" pitchFamily="18" charset="0"/>
                <a:cs typeface="Times New Roman" pitchFamily="18" charset="0"/>
              </a:rPr>
              <a:t> </a:t>
            </a:r>
            <a:r>
              <a:rPr lang="en-US" sz="3000" dirty="0" err="1" smtClean="0">
                <a:latin typeface="Times New Roman" pitchFamily="18" charset="0"/>
                <a:cs typeface="Times New Roman" pitchFamily="18" charset="0"/>
              </a:rPr>
              <a:t>véo</a:t>
            </a:r>
            <a:r>
              <a:rPr lang="en-US" sz="3000" dirty="0" smtClean="0">
                <a:latin typeface="Times New Roman" pitchFamily="18" charset="0"/>
                <a:cs typeface="Times New Roman" pitchFamily="18" charset="0"/>
              </a:rPr>
              <a:t> da </a:t>
            </a:r>
            <a:r>
              <a:rPr lang="en-US" sz="3000" dirty="0" err="1" smtClean="0">
                <a:latin typeface="Times New Roman" pitchFamily="18" charset="0"/>
                <a:cs typeface="Times New Roman" pitchFamily="18" charset="0"/>
              </a:rPr>
              <a:t>bụng</a:t>
            </a:r>
            <a:r>
              <a:rPr lang="en-US" sz="3000" dirty="0" smtClean="0">
                <a:latin typeface="Times New Roman" pitchFamily="18" charset="0"/>
                <a:cs typeface="Times New Roman" pitchFamily="18" charset="0"/>
              </a:rPr>
              <a:t> </a:t>
            </a:r>
            <a:r>
              <a:rPr lang="en-US" sz="3000" dirty="0" err="1" smtClean="0">
                <a:latin typeface="Times New Roman" pitchFamily="18" charset="0"/>
                <a:cs typeface="Times New Roman" pitchFamily="18" charset="0"/>
              </a:rPr>
              <a:t>mất</a:t>
            </a:r>
            <a:r>
              <a:rPr lang="en-US" sz="3000" dirty="0" smtClean="0">
                <a:latin typeface="Times New Roman" pitchFamily="18" charset="0"/>
                <a:cs typeface="Times New Roman" pitchFamily="18" charset="0"/>
              </a:rPr>
              <a:t> </a:t>
            </a:r>
            <a:r>
              <a:rPr lang="en-US" sz="3000" dirty="0" err="1" smtClean="0">
                <a:latin typeface="Times New Roman" pitchFamily="18" charset="0"/>
                <a:cs typeface="Times New Roman" pitchFamily="18" charset="0"/>
              </a:rPr>
              <a:t>nhanh</a:t>
            </a:r>
            <a:r>
              <a:rPr lang="en-US" sz="3000" dirty="0" smtClean="0">
                <a:latin typeface="Times New Roman" pitchFamily="18" charset="0"/>
                <a:cs typeface="Times New Roman" pitchFamily="18" charset="0"/>
              </a:rPr>
              <a:t> .</a:t>
            </a:r>
          </a:p>
          <a:p>
            <a:pPr marL="0" indent="0" algn="just">
              <a:lnSpc>
                <a:spcPct val="100000"/>
              </a:lnSpc>
              <a:spcBef>
                <a:spcPts val="0"/>
              </a:spcBef>
            </a:pPr>
            <a:r>
              <a:rPr lang="en-US" sz="3000" dirty="0" err="1" smtClean="0">
                <a:latin typeface="Times New Roman" pitchFamily="18" charset="0"/>
                <a:cs typeface="Times New Roman" pitchFamily="18" charset="0"/>
              </a:rPr>
              <a:t>Hướng</a:t>
            </a:r>
            <a:r>
              <a:rPr lang="en-US" sz="3000" dirty="0" smtClean="0">
                <a:latin typeface="Times New Roman" pitchFamily="18" charset="0"/>
                <a:cs typeface="Times New Roman" pitchFamily="18" charset="0"/>
              </a:rPr>
              <a:t> </a:t>
            </a:r>
            <a:r>
              <a:rPr lang="en-US" sz="3000" dirty="0" err="1" smtClean="0">
                <a:latin typeface="Times New Roman" pitchFamily="18" charset="0"/>
                <a:cs typeface="Times New Roman" pitchFamily="18" charset="0"/>
              </a:rPr>
              <a:t>đến</a:t>
            </a:r>
            <a:r>
              <a:rPr lang="en-US" sz="3000" dirty="0" smtClean="0">
                <a:latin typeface="Times New Roman" pitchFamily="18" charset="0"/>
                <a:cs typeface="Times New Roman" pitchFamily="18" charset="0"/>
              </a:rPr>
              <a:t> </a:t>
            </a:r>
            <a:r>
              <a:rPr lang="en-US" sz="3000" dirty="0" err="1" smtClean="0">
                <a:latin typeface="Times New Roman" pitchFamily="18" charset="0"/>
                <a:cs typeface="Times New Roman" pitchFamily="18" charset="0"/>
              </a:rPr>
              <a:t>nguyên</a:t>
            </a:r>
            <a:r>
              <a:rPr lang="en-US" sz="3000" dirty="0" smtClean="0">
                <a:latin typeface="Times New Roman" pitchFamily="18" charset="0"/>
                <a:cs typeface="Times New Roman" pitchFamily="18" charset="0"/>
              </a:rPr>
              <a:t> </a:t>
            </a:r>
            <a:r>
              <a:rPr lang="en-US" sz="3000" dirty="0" err="1" smtClean="0">
                <a:latin typeface="Times New Roman" pitchFamily="18" charset="0"/>
                <a:cs typeface="Times New Roman" pitchFamily="18" charset="0"/>
              </a:rPr>
              <a:t>nhân</a:t>
            </a:r>
            <a:r>
              <a:rPr lang="en-US" sz="3000" dirty="0" smtClean="0">
                <a:latin typeface="Times New Roman" pitchFamily="18" charset="0"/>
                <a:cs typeface="Times New Roman" pitchFamily="18" charset="0"/>
              </a:rPr>
              <a:t>: </a:t>
            </a:r>
            <a:r>
              <a:rPr lang="en-US" sz="3000" dirty="0" err="1" smtClean="0">
                <a:latin typeface="Times New Roman" pitchFamily="18" charset="0"/>
                <a:cs typeface="Times New Roman" pitchFamily="18" charset="0"/>
              </a:rPr>
              <a:t>Bệnh</a:t>
            </a:r>
            <a:r>
              <a:rPr lang="en-US" sz="3000" dirty="0" smtClean="0">
                <a:latin typeface="Times New Roman" pitchFamily="18" charset="0"/>
                <a:cs typeface="Times New Roman" pitchFamily="18" charset="0"/>
              </a:rPr>
              <a:t> </a:t>
            </a:r>
            <a:r>
              <a:rPr lang="en-US" sz="3000" dirty="0" err="1" smtClean="0">
                <a:latin typeface="Times New Roman" pitchFamily="18" charset="0"/>
                <a:cs typeface="Times New Roman" pitchFamily="18" charset="0"/>
              </a:rPr>
              <a:t>nhân</a:t>
            </a:r>
            <a:r>
              <a:rPr lang="en-US" sz="3000" dirty="0" smtClean="0">
                <a:latin typeface="Times New Roman" pitchFamily="18" charset="0"/>
                <a:cs typeface="Times New Roman" pitchFamily="18" charset="0"/>
              </a:rPr>
              <a:t> ban </a:t>
            </a:r>
            <a:r>
              <a:rPr lang="en-US" sz="3000" dirty="0" err="1" smtClean="0">
                <a:latin typeface="Times New Roman" pitchFamily="18" charset="0"/>
                <a:cs typeface="Times New Roman" pitchFamily="18" charset="0"/>
              </a:rPr>
              <a:t>đầu</a:t>
            </a:r>
            <a:r>
              <a:rPr lang="en-US" sz="3000" dirty="0" smtClean="0">
                <a:latin typeface="Times New Roman" pitchFamily="18" charset="0"/>
                <a:cs typeface="Times New Roman" pitchFamily="18" charset="0"/>
              </a:rPr>
              <a:t> </a:t>
            </a:r>
            <a:r>
              <a:rPr lang="en-US" sz="3000" dirty="0" err="1" smtClean="0">
                <a:latin typeface="Times New Roman" pitchFamily="18" charset="0"/>
                <a:cs typeface="Times New Roman" pitchFamily="18" charset="0"/>
              </a:rPr>
              <a:t>có</a:t>
            </a:r>
            <a:r>
              <a:rPr lang="en-US" sz="3000" dirty="0" smtClean="0">
                <a:latin typeface="Times New Roman" pitchFamily="18" charset="0"/>
                <a:cs typeface="Times New Roman" pitchFamily="18" charset="0"/>
              </a:rPr>
              <a:t> </a:t>
            </a:r>
            <a:r>
              <a:rPr lang="en-US" sz="3000" dirty="0" err="1" smtClean="0">
                <a:latin typeface="Times New Roman" pitchFamily="18" charset="0"/>
                <a:cs typeface="Times New Roman" pitchFamily="18" charset="0"/>
              </a:rPr>
              <a:t>sốt</a:t>
            </a:r>
            <a:r>
              <a:rPr lang="en-US" sz="3000" dirty="0" smtClean="0">
                <a:latin typeface="Times New Roman" pitchFamily="18" charset="0"/>
                <a:cs typeface="Times New Roman" pitchFamily="18" charset="0"/>
              </a:rPr>
              <a:t> 38</a:t>
            </a:r>
            <a:r>
              <a:rPr lang="en-US" sz="3000" baseline="30000" dirty="0" smtClean="0">
                <a:latin typeface="Times New Roman" pitchFamily="18" charset="0"/>
                <a:cs typeface="Times New Roman" pitchFamily="18" charset="0"/>
              </a:rPr>
              <a:t>0</a:t>
            </a:r>
            <a:r>
              <a:rPr lang="en-US" sz="3000" dirty="0" smtClean="0">
                <a:latin typeface="Times New Roman" pitchFamily="18" charset="0"/>
                <a:cs typeface="Times New Roman" pitchFamily="18" charset="0"/>
              </a:rPr>
              <a:t>C, </a:t>
            </a:r>
            <a:r>
              <a:rPr lang="en-US" sz="3000" dirty="0" err="1" smtClean="0">
                <a:latin typeface="Times New Roman" pitchFamily="18" charset="0"/>
                <a:cs typeface="Times New Roman" pitchFamily="18" charset="0"/>
              </a:rPr>
              <a:t>kèm</a:t>
            </a:r>
            <a:r>
              <a:rPr lang="en-US" sz="3000" dirty="0" smtClean="0">
                <a:latin typeface="Times New Roman" pitchFamily="18" charset="0"/>
                <a:cs typeface="Times New Roman" pitchFamily="18" charset="0"/>
              </a:rPr>
              <a:t> </a:t>
            </a:r>
            <a:r>
              <a:rPr lang="en-US" sz="3000" dirty="0" err="1" smtClean="0">
                <a:latin typeface="Times New Roman" pitchFamily="18" charset="0"/>
                <a:cs typeface="Times New Roman" pitchFamily="18" charset="0"/>
              </a:rPr>
              <a:t>với</a:t>
            </a:r>
            <a:r>
              <a:rPr lang="en-US" sz="3000" dirty="0" smtClean="0">
                <a:latin typeface="Times New Roman" pitchFamily="18" charset="0"/>
                <a:cs typeface="Times New Roman" pitchFamily="18" charset="0"/>
              </a:rPr>
              <a:t> </a:t>
            </a:r>
            <a:r>
              <a:rPr lang="en-US" sz="3000" dirty="0" err="1" smtClean="0">
                <a:latin typeface="Times New Roman" pitchFamily="18" charset="0"/>
                <a:cs typeface="Times New Roman" pitchFamily="18" charset="0"/>
              </a:rPr>
              <a:t>đại</a:t>
            </a:r>
            <a:r>
              <a:rPr lang="en-US" sz="3000" dirty="0" smtClean="0">
                <a:latin typeface="Times New Roman" pitchFamily="18" charset="0"/>
                <a:cs typeface="Times New Roman" pitchFamily="18" charset="0"/>
              </a:rPr>
              <a:t> </a:t>
            </a:r>
            <a:r>
              <a:rPr lang="en-US" sz="3000" dirty="0" err="1" smtClean="0">
                <a:latin typeface="Times New Roman" pitchFamily="18" charset="0"/>
                <a:cs typeface="Times New Roman" pitchFamily="18" charset="0"/>
              </a:rPr>
              <a:t>tiện</a:t>
            </a:r>
            <a:r>
              <a:rPr lang="en-US" sz="3000" dirty="0" smtClean="0">
                <a:latin typeface="Times New Roman" pitchFamily="18" charset="0"/>
                <a:cs typeface="Times New Roman" pitchFamily="18" charset="0"/>
              </a:rPr>
              <a:t> </a:t>
            </a:r>
            <a:r>
              <a:rPr lang="en-US" sz="3000" dirty="0" err="1" smtClean="0">
                <a:latin typeface="Times New Roman" pitchFamily="18" charset="0"/>
                <a:cs typeface="Times New Roman" pitchFamily="18" charset="0"/>
              </a:rPr>
              <a:t>nhiều</a:t>
            </a:r>
            <a:r>
              <a:rPr lang="en-US" sz="3000" dirty="0" smtClean="0">
                <a:latin typeface="Times New Roman" pitchFamily="18" charset="0"/>
                <a:cs typeface="Times New Roman" pitchFamily="18" charset="0"/>
              </a:rPr>
              <a:t> </a:t>
            </a:r>
            <a:r>
              <a:rPr lang="en-US" sz="3000" dirty="0" err="1" smtClean="0">
                <a:latin typeface="Times New Roman" pitchFamily="18" charset="0"/>
                <a:cs typeface="Times New Roman" pitchFamily="18" charset="0"/>
              </a:rPr>
              <a:t>lần</a:t>
            </a:r>
            <a:r>
              <a:rPr lang="en-US" sz="3000" dirty="0" smtClean="0">
                <a:latin typeface="Times New Roman" pitchFamily="18" charset="0"/>
                <a:cs typeface="Times New Roman" pitchFamily="18" charset="0"/>
              </a:rPr>
              <a:t> </a:t>
            </a:r>
            <a:r>
              <a:rPr lang="en-US" sz="3000" dirty="0" err="1" smtClean="0">
                <a:latin typeface="Times New Roman" pitchFamily="18" charset="0"/>
                <a:cs typeface="Times New Roman" pitchFamily="18" charset="0"/>
              </a:rPr>
              <a:t>tóe</a:t>
            </a:r>
            <a:r>
              <a:rPr lang="en-US" sz="3000" dirty="0" smtClean="0">
                <a:latin typeface="Times New Roman" pitchFamily="18" charset="0"/>
                <a:cs typeface="Times New Roman" pitchFamily="18" charset="0"/>
              </a:rPr>
              <a:t> </a:t>
            </a:r>
            <a:r>
              <a:rPr lang="en-US" sz="3000" dirty="0" err="1" smtClean="0">
                <a:latin typeface="Times New Roman" pitchFamily="18" charset="0"/>
                <a:cs typeface="Times New Roman" pitchFamily="18" charset="0"/>
              </a:rPr>
              <a:t>nước</a:t>
            </a:r>
            <a:r>
              <a:rPr lang="en-US" sz="3000" dirty="0" smtClean="0">
                <a:latin typeface="Times New Roman" pitchFamily="18" charset="0"/>
                <a:cs typeface="Times New Roman" pitchFamily="18" charset="0"/>
              </a:rPr>
              <a:t>, CRP </a:t>
            </a:r>
            <a:r>
              <a:rPr lang="en-US" sz="3000" dirty="0" err="1" smtClean="0">
                <a:latin typeface="Times New Roman" pitchFamily="18" charset="0"/>
                <a:cs typeface="Times New Roman" pitchFamily="18" charset="0"/>
              </a:rPr>
              <a:t>không</a:t>
            </a:r>
            <a:r>
              <a:rPr lang="en-US" sz="3000" dirty="0" smtClean="0">
                <a:latin typeface="Times New Roman" pitchFamily="18" charset="0"/>
                <a:cs typeface="Times New Roman" pitchFamily="18" charset="0"/>
              </a:rPr>
              <a:t> </a:t>
            </a:r>
            <a:r>
              <a:rPr lang="en-US" sz="3000" dirty="0" err="1" smtClean="0">
                <a:latin typeface="Times New Roman" pitchFamily="18" charset="0"/>
                <a:cs typeface="Times New Roman" pitchFamily="18" charset="0"/>
              </a:rPr>
              <a:t>tăng</a:t>
            </a:r>
            <a:r>
              <a:rPr lang="en-US" sz="3000" dirty="0" smtClean="0">
                <a:latin typeface="Times New Roman" pitchFamily="18" charset="0"/>
                <a:cs typeface="Times New Roman" pitchFamily="18" charset="0"/>
              </a:rPr>
              <a:t>, </a:t>
            </a:r>
            <a:r>
              <a:rPr lang="en-US" sz="3000" dirty="0" err="1" smtClean="0">
                <a:latin typeface="Times New Roman" pitchFamily="18" charset="0"/>
                <a:cs typeface="Times New Roman" pitchFamily="18" charset="0"/>
              </a:rPr>
              <a:t>bạch</a:t>
            </a:r>
            <a:r>
              <a:rPr lang="en-US" sz="3000" dirty="0" smtClean="0">
                <a:latin typeface="Times New Roman" pitchFamily="18" charset="0"/>
                <a:cs typeface="Times New Roman" pitchFamily="18" charset="0"/>
              </a:rPr>
              <a:t> </a:t>
            </a:r>
            <a:r>
              <a:rPr lang="en-US" sz="3000" dirty="0" err="1" smtClean="0">
                <a:latin typeface="Times New Roman" pitchFamily="18" charset="0"/>
                <a:cs typeface="Times New Roman" pitchFamily="18" charset="0"/>
              </a:rPr>
              <a:t>cầu</a:t>
            </a:r>
            <a:r>
              <a:rPr lang="en-US" sz="3000" dirty="0" smtClean="0">
                <a:latin typeface="Times New Roman" pitchFamily="18" charset="0"/>
                <a:cs typeface="Times New Roman" pitchFamily="18" charset="0"/>
              </a:rPr>
              <a:t> </a:t>
            </a:r>
            <a:r>
              <a:rPr lang="en-US" sz="3000" dirty="0" err="1" smtClean="0">
                <a:latin typeface="Times New Roman" pitchFamily="18" charset="0"/>
                <a:cs typeface="Times New Roman" pitchFamily="18" charset="0"/>
              </a:rPr>
              <a:t>không</a:t>
            </a:r>
            <a:r>
              <a:rPr lang="en-US" sz="3000" dirty="0" smtClean="0">
                <a:latin typeface="Times New Roman" pitchFamily="18" charset="0"/>
                <a:cs typeface="Times New Roman" pitchFamily="18" charset="0"/>
              </a:rPr>
              <a:t> </a:t>
            </a:r>
            <a:r>
              <a:rPr lang="en-US" sz="3000" dirty="0" err="1" smtClean="0">
                <a:latin typeface="Times New Roman" pitchFamily="18" charset="0"/>
                <a:cs typeface="Times New Roman" pitchFamily="18" charset="0"/>
              </a:rPr>
              <a:t>tăng</a:t>
            </a:r>
            <a:r>
              <a:rPr lang="en-US" sz="3000" dirty="0" smtClean="0">
                <a:latin typeface="Times New Roman" pitchFamily="18" charset="0"/>
                <a:cs typeface="Times New Roman" pitchFamily="18" charset="0"/>
              </a:rPr>
              <a:t>, </a:t>
            </a:r>
            <a:r>
              <a:rPr lang="en-US" sz="3000" dirty="0" err="1" smtClean="0">
                <a:latin typeface="Times New Roman" pitchFamily="18" charset="0"/>
                <a:cs typeface="Times New Roman" pitchFamily="18" charset="0"/>
              </a:rPr>
              <a:t>soi</a:t>
            </a:r>
            <a:r>
              <a:rPr lang="en-US" sz="3000" dirty="0" smtClean="0">
                <a:latin typeface="Times New Roman" pitchFamily="18" charset="0"/>
                <a:cs typeface="Times New Roman" pitchFamily="18" charset="0"/>
              </a:rPr>
              <a:t> </a:t>
            </a:r>
            <a:r>
              <a:rPr lang="en-US" sz="3000" dirty="0" err="1" smtClean="0">
                <a:latin typeface="Times New Roman" pitchFamily="18" charset="0"/>
                <a:cs typeface="Times New Roman" pitchFamily="18" charset="0"/>
              </a:rPr>
              <a:t>phân</a:t>
            </a:r>
            <a:r>
              <a:rPr lang="en-US" sz="3000" dirty="0" smtClean="0">
                <a:latin typeface="Times New Roman" pitchFamily="18" charset="0"/>
                <a:cs typeface="Times New Roman" pitchFamily="18" charset="0"/>
              </a:rPr>
              <a:t> </a:t>
            </a:r>
            <a:r>
              <a:rPr lang="en-US" sz="3000" dirty="0" err="1" smtClean="0">
                <a:latin typeface="Times New Roman" pitchFamily="18" charset="0"/>
                <a:cs typeface="Times New Roman" pitchFamily="18" charset="0"/>
              </a:rPr>
              <a:t>không</a:t>
            </a:r>
            <a:r>
              <a:rPr lang="en-US" sz="3000" dirty="0" smtClean="0">
                <a:latin typeface="Times New Roman" pitchFamily="18" charset="0"/>
                <a:cs typeface="Times New Roman" pitchFamily="18" charset="0"/>
              </a:rPr>
              <a:t> </a:t>
            </a:r>
            <a:r>
              <a:rPr lang="en-US" sz="3000" dirty="0" err="1" smtClean="0">
                <a:latin typeface="Times New Roman" pitchFamily="18" charset="0"/>
                <a:cs typeface="Times New Roman" pitchFamily="18" charset="0"/>
              </a:rPr>
              <a:t>tìm</a:t>
            </a:r>
            <a:r>
              <a:rPr lang="en-US" sz="3000" dirty="0" smtClean="0">
                <a:latin typeface="Times New Roman" pitchFamily="18" charset="0"/>
                <a:cs typeface="Times New Roman" pitchFamily="18" charset="0"/>
              </a:rPr>
              <a:t> </a:t>
            </a:r>
            <a:r>
              <a:rPr lang="en-US" sz="3000" dirty="0" err="1" smtClean="0">
                <a:latin typeface="Times New Roman" pitchFamily="18" charset="0"/>
                <a:cs typeface="Times New Roman" pitchFamily="18" charset="0"/>
              </a:rPr>
              <a:t>thấy</a:t>
            </a:r>
            <a:r>
              <a:rPr lang="en-US" sz="3000" dirty="0" smtClean="0">
                <a:latin typeface="Times New Roman" pitchFamily="18" charset="0"/>
                <a:cs typeface="Times New Roman" pitchFamily="18" charset="0"/>
              </a:rPr>
              <a:t> vi </a:t>
            </a:r>
            <a:r>
              <a:rPr lang="en-US" sz="3000" dirty="0" err="1" smtClean="0">
                <a:latin typeface="Times New Roman" pitchFamily="18" charset="0"/>
                <a:cs typeface="Times New Roman" pitchFamily="18" charset="0"/>
              </a:rPr>
              <a:t>trùng</a:t>
            </a:r>
            <a:r>
              <a:rPr lang="en-US" sz="3000" dirty="0" smtClean="0">
                <a:latin typeface="Times New Roman" pitchFamily="18" charset="0"/>
                <a:cs typeface="Times New Roman" pitchFamily="18" charset="0"/>
              </a:rPr>
              <a:t>, </a:t>
            </a:r>
            <a:r>
              <a:rPr lang="en-US" sz="3000" dirty="0" err="1" smtClean="0">
                <a:latin typeface="Times New Roman" pitchFamily="18" charset="0"/>
                <a:cs typeface="Times New Roman" pitchFamily="18" charset="0"/>
              </a:rPr>
              <a:t>hông</a:t>
            </a:r>
            <a:r>
              <a:rPr lang="en-US" sz="3000" dirty="0" smtClean="0">
                <a:latin typeface="Times New Roman" pitchFamily="18" charset="0"/>
                <a:cs typeface="Times New Roman" pitchFamily="18" charset="0"/>
              </a:rPr>
              <a:t> </a:t>
            </a:r>
            <a:r>
              <a:rPr lang="en-US" sz="3000" dirty="0" err="1" smtClean="0">
                <a:latin typeface="Times New Roman" pitchFamily="18" charset="0"/>
                <a:cs typeface="Times New Roman" pitchFamily="18" charset="0"/>
              </a:rPr>
              <a:t>cầu</a:t>
            </a:r>
            <a:r>
              <a:rPr lang="en-US" sz="3000" dirty="0" smtClean="0">
                <a:latin typeface="Times New Roman" pitchFamily="18" charset="0"/>
                <a:cs typeface="Times New Roman" pitchFamily="18" charset="0"/>
              </a:rPr>
              <a:t>(-), </a:t>
            </a:r>
            <a:r>
              <a:rPr lang="en-US" sz="3000" dirty="0" err="1" smtClean="0">
                <a:latin typeface="Times New Roman" pitchFamily="18" charset="0"/>
                <a:cs typeface="Times New Roman" pitchFamily="18" charset="0"/>
              </a:rPr>
              <a:t>bạch</a:t>
            </a:r>
            <a:r>
              <a:rPr lang="en-US" sz="3000" dirty="0" smtClean="0">
                <a:latin typeface="Times New Roman" pitchFamily="18" charset="0"/>
                <a:cs typeface="Times New Roman" pitchFamily="18" charset="0"/>
              </a:rPr>
              <a:t> </a:t>
            </a:r>
            <a:r>
              <a:rPr lang="en-US" sz="3000" dirty="0" err="1" smtClean="0">
                <a:latin typeface="Times New Roman" pitchFamily="18" charset="0"/>
                <a:cs typeface="Times New Roman" pitchFamily="18" charset="0"/>
              </a:rPr>
              <a:t>cầu</a:t>
            </a:r>
            <a:r>
              <a:rPr lang="en-US" sz="3000" dirty="0" smtClean="0">
                <a:latin typeface="Times New Roman" pitchFamily="18" charset="0"/>
                <a:cs typeface="Times New Roman" pitchFamily="18" charset="0"/>
              </a:rPr>
              <a:t>(+) </a:t>
            </a:r>
            <a:r>
              <a:rPr lang="en-US" sz="3000" dirty="0" err="1" smtClean="0">
                <a:latin typeface="Times New Roman" pitchFamily="18" charset="0"/>
                <a:cs typeface="Times New Roman" pitchFamily="18" charset="0"/>
              </a:rPr>
              <a:t>nên</a:t>
            </a:r>
            <a:r>
              <a:rPr lang="en-US" sz="3000" dirty="0" smtClean="0">
                <a:latin typeface="Times New Roman" pitchFamily="18" charset="0"/>
                <a:cs typeface="Times New Roman" pitchFamily="18" charset="0"/>
              </a:rPr>
              <a:t>  </a:t>
            </a:r>
            <a:r>
              <a:rPr lang="en-US" sz="3000" dirty="0" err="1" smtClean="0">
                <a:latin typeface="Times New Roman" pitchFamily="18" charset="0"/>
                <a:cs typeface="Times New Roman" pitchFamily="18" charset="0"/>
              </a:rPr>
              <a:t>hướng</a:t>
            </a:r>
            <a:r>
              <a:rPr lang="en-US" sz="3000" dirty="0" smtClean="0">
                <a:latin typeface="Times New Roman" pitchFamily="18" charset="0"/>
                <a:cs typeface="Times New Roman" pitchFamily="18" charset="0"/>
              </a:rPr>
              <a:t> </a:t>
            </a:r>
            <a:r>
              <a:rPr lang="en-US" sz="3000" dirty="0" err="1" smtClean="0">
                <a:latin typeface="Times New Roman" pitchFamily="18" charset="0"/>
                <a:cs typeface="Times New Roman" pitchFamily="18" charset="0"/>
              </a:rPr>
              <a:t>đến</a:t>
            </a:r>
            <a:r>
              <a:rPr lang="en-US" sz="3000" dirty="0" smtClean="0">
                <a:latin typeface="Times New Roman" pitchFamily="18" charset="0"/>
                <a:cs typeface="Times New Roman" pitchFamily="18" charset="0"/>
              </a:rPr>
              <a:t> </a:t>
            </a:r>
            <a:r>
              <a:rPr lang="en-US" sz="3000" dirty="0" err="1" smtClean="0">
                <a:latin typeface="Times New Roman" pitchFamily="18" charset="0"/>
                <a:cs typeface="Times New Roman" pitchFamily="18" charset="0"/>
              </a:rPr>
              <a:t>nguyên</a:t>
            </a:r>
            <a:r>
              <a:rPr lang="en-US" sz="3000" dirty="0" smtClean="0">
                <a:latin typeface="Times New Roman" pitchFamily="18" charset="0"/>
                <a:cs typeface="Times New Roman" pitchFamily="18" charset="0"/>
              </a:rPr>
              <a:t> </a:t>
            </a:r>
            <a:r>
              <a:rPr lang="en-US" sz="3000" dirty="0" err="1" smtClean="0">
                <a:latin typeface="Times New Roman" pitchFamily="18" charset="0"/>
                <a:cs typeface="Times New Roman" pitchFamily="18" charset="0"/>
              </a:rPr>
              <a:t>nhân</a:t>
            </a:r>
            <a:r>
              <a:rPr lang="en-US" sz="3000" dirty="0" smtClean="0">
                <a:latin typeface="Times New Roman" pitchFamily="18" charset="0"/>
                <a:cs typeface="Times New Roman" pitchFamily="18" charset="0"/>
              </a:rPr>
              <a:t> do Rotavirus. </a:t>
            </a:r>
          </a:p>
          <a:p>
            <a:pPr>
              <a:lnSpc>
                <a:spcPct val="100000"/>
              </a:lnSpc>
              <a:spcBef>
                <a:spcPts val="0"/>
              </a:spcBef>
            </a:pPr>
            <a:endParaRPr lang="en-US" sz="3000" dirty="0">
              <a:latin typeface="Times New Roman" pitchFamily="18" charset="0"/>
              <a:cs typeface="Times New Roman" pitchFamily="18" charset="0"/>
            </a:endParaRPr>
          </a:p>
        </p:txBody>
      </p:sp>
    </p:spTree>
    <p:extLst>
      <p:ext uri="{BB962C8B-B14F-4D97-AF65-F5344CB8AC3E}">
        <p14:creationId xmlns:p14="http://schemas.microsoft.com/office/powerpoint/2010/main" xmlns="" val="1739024570"/>
      </p:ext>
    </p:extLst>
  </p:cSld>
  <p:clrMapOvr>
    <a:masterClrMapping/>
  </p:clrMapOvr>
  <mc:AlternateContent xmlns:mc="http://schemas.openxmlformats.org/markup-compatibility/2006">
    <mc:Choice xmlns:p14="http://schemas.microsoft.com/office/powerpoint/2010/main" xmlns="" Requires="p14">
      <p:transition spd="slow" p14:dur="1500">
        <p:split orient="vert"/>
      </p:transition>
    </mc:Choice>
    <mc:Fallback>
      <p:transition spd="slow">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box(in)">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box(in)">
                                      <p:cBhvr>
                                        <p:cTn id="12" dur="500"/>
                                        <p:tgtEl>
                                          <p:spTgt spid="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Effect transition="in" filter="box(in)">
                                      <p:cBhvr>
                                        <p:cTn id="17" dur="500"/>
                                        <p:tgtEl>
                                          <p:spTgt spid="4">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3528" y="116632"/>
            <a:ext cx="8586954" cy="6490259"/>
          </a:xfrm>
        </p:spPr>
        <p:txBody>
          <a:bodyPr>
            <a:noAutofit/>
          </a:bodyPr>
          <a:lstStyle/>
          <a:p>
            <a:pPr>
              <a:tabLst>
                <a:tab pos="395288" algn="l"/>
              </a:tabLst>
            </a:pPr>
            <a:r>
              <a:rPr lang="en-US" sz="2800" b="1" dirty="0" smtClean="0">
                <a:solidFill>
                  <a:schemeClr val="tx1"/>
                </a:solidFill>
                <a:latin typeface="Times New Roman" pitchFamily="18" charset="0"/>
                <a:cs typeface="Times New Roman" pitchFamily="18" charset="0"/>
              </a:rPr>
              <a:t/>
            </a:r>
            <a:br>
              <a:rPr lang="en-US" sz="2800" b="1" dirty="0" smtClean="0">
                <a:solidFill>
                  <a:schemeClr val="tx1"/>
                </a:solidFill>
                <a:latin typeface="Times New Roman" pitchFamily="18" charset="0"/>
                <a:cs typeface="Times New Roman" pitchFamily="18" charset="0"/>
              </a:rPr>
            </a:br>
            <a:r>
              <a:rPr lang="en-US" sz="2800" b="1" dirty="0" smtClean="0">
                <a:solidFill>
                  <a:schemeClr val="tx1"/>
                </a:solidFill>
                <a:latin typeface="Times New Roman" pitchFamily="18" charset="0"/>
                <a:cs typeface="Times New Roman" pitchFamily="18" charset="0"/>
              </a:rPr>
              <a:t>	 </a:t>
            </a:r>
            <a:br>
              <a:rPr lang="en-US" sz="2800" b="1" dirty="0" smtClean="0">
                <a:solidFill>
                  <a:schemeClr val="tx1"/>
                </a:solidFill>
                <a:latin typeface="Times New Roman" pitchFamily="18" charset="0"/>
                <a:cs typeface="Times New Roman" pitchFamily="18" charset="0"/>
              </a:rPr>
            </a:br>
            <a:r>
              <a:rPr lang="en-US" sz="2800" b="1" dirty="0">
                <a:solidFill>
                  <a:schemeClr val="tx1"/>
                </a:solidFill>
                <a:latin typeface="Times New Roman" pitchFamily="18" charset="0"/>
                <a:cs typeface="Times New Roman" pitchFamily="18" charset="0"/>
              </a:rPr>
              <a:t/>
            </a:r>
            <a:br>
              <a:rPr lang="en-US" sz="2800" b="1" dirty="0">
                <a:solidFill>
                  <a:schemeClr val="tx1"/>
                </a:solidFill>
                <a:latin typeface="Times New Roman" pitchFamily="18" charset="0"/>
                <a:cs typeface="Times New Roman" pitchFamily="18" charset="0"/>
              </a:rPr>
            </a:br>
            <a:r>
              <a:rPr lang="en-US" sz="4000" b="1" dirty="0" smtClean="0">
                <a:latin typeface="Times New Roman" pitchFamily="18" charset="0"/>
                <a:cs typeface="Times New Roman" pitchFamily="18" charset="0"/>
              </a:rPr>
              <a:t>KẾT LUẬN</a:t>
            </a:r>
            <a:br>
              <a:rPr lang="en-US" sz="4000" b="1" dirty="0" smtClean="0">
                <a:latin typeface="Times New Roman" pitchFamily="18" charset="0"/>
                <a:cs typeface="Times New Roman" pitchFamily="18" charset="0"/>
              </a:rPr>
            </a:br>
            <a:r>
              <a:rPr lang="en-US" sz="2800" b="1" dirty="0" smtClean="0">
                <a:solidFill>
                  <a:schemeClr val="tx1"/>
                </a:solidFill>
                <a:latin typeface="Times New Roman" pitchFamily="18" charset="0"/>
                <a:cs typeface="Times New Roman" pitchFamily="18" charset="0"/>
              </a:rPr>
              <a:t>+ </a:t>
            </a:r>
            <a:r>
              <a:rPr lang="en-US" sz="2800" dirty="0" smtClean="0">
                <a:solidFill>
                  <a:schemeClr val="tx1"/>
                </a:solidFill>
                <a:latin typeface="Times New Roman" pitchFamily="18" charset="0"/>
                <a:cs typeface="Times New Roman" pitchFamily="18" charset="0"/>
              </a:rPr>
              <a:t>Sốt </a:t>
            </a:r>
            <a:r>
              <a:rPr lang="en-US" sz="2800" dirty="0" err="1" smtClean="0">
                <a:solidFill>
                  <a:schemeClr val="tx1"/>
                </a:solidFill>
                <a:latin typeface="Times New Roman" pitchFamily="18" charset="0"/>
                <a:cs typeface="Times New Roman" pitchFamily="18" charset="0"/>
              </a:rPr>
              <a:t>là</a:t>
            </a:r>
            <a:r>
              <a:rPr lang="en-US" sz="2800" dirty="0" smtClean="0">
                <a:solidFill>
                  <a:schemeClr val="tx1"/>
                </a:solidFill>
                <a:latin typeface="Times New Roman" pitchFamily="18" charset="0"/>
                <a:cs typeface="Times New Roman" pitchFamily="18" charset="0"/>
              </a:rPr>
              <a:t> </a:t>
            </a:r>
            <a:r>
              <a:rPr lang="en-US" sz="2800" dirty="0" err="1" smtClean="0">
                <a:solidFill>
                  <a:schemeClr val="tx1"/>
                </a:solidFill>
                <a:latin typeface="Times New Roman" pitchFamily="18" charset="0"/>
                <a:cs typeface="Times New Roman" pitchFamily="18" charset="0"/>
              </a:rPr>
              <a:t>sự</a:t>
            </a:r>
            <a:r>
              <a:rPr lang="en-US" sz="2800" dirty="0" smtClean="0">
                <a:solidFill>
                  <a:schemeClr val="tx1"/>
                </a:solidFill>
                <a:latin typeface="Times New Roman" pitchFamily="18" charset="0"/>
                <a:cs typeface="Times New Roman" pitchFamily="18" charset="0"/>
              </a:rPr>
              <a:t> </a:t>
            </a:r>
            <a:r>
              <a:rPr lang="en-US" sz="2800" dirty="0" err="1" smtClean="0">
                <a:solidFill>
                  <a:schemeClr val="tx1"/>
                </a:solidFill>
                <a:latin typeface="Times New Roman" pitchFamily="18" charset="0"/>
                <a:cs typeface="Times New Roman" pitchFamily="18" charset="0"/>
              </a:rPr>
              <a:t>tăng</a:t>
            </a:r>
            <a:r>
              <a:rPr lang="en-US" sz="2800" dirty="0" smtClean="0">
                <a:solidFill>
                  <a:schemeClr val="tx1"/>
                </a:solidFill>
                <a:latin typeface="Times New Roman" pitchFamily="18" charset="0"/>
                <a:cs typeface="Times New Roman" pitchFamily="18" charset="0"/>
              </a:rPr>
              <a:t> </a:t>
            </a:r>
            <a:r>
              <a:rPr lang="en-US" sz="2800" dirty="0" err="1" smtClean="0">
                <a:solidFill>
                  <a:schemeClr val="tx1"/>
                </a:solidFill>
                <a:latin typeface="Times New Roman" pitchFamily="18" charset="0"/>
                <a:cs typeface="Times New Roman" pitchFamily="18" charset="0"/>
              </a:rPr>
              <a:t>nhiệt</a:t>
            </a:r>
            <a:r>
              <a:rPr lang="en-US" sz="2800" dirty="0" smtClean="0">
                <a:solidFill>
                  <a:schemeClr val="tx1"/>
                </a:solidFill>
                <a:latin typeface="Times New Roman" pitchFamily="18" charset="0"/>
                <a:cs typeface="Times New Roman" pitchFamily="18" charset="0"/>
              </a:rPr>
              <a:t> </a:t>
            </a:r>
            <a:r>
              <a:rPr lang="en-US" sz="2800" dirty="0" err="1" smtClean="0">
                <a:solidFill>
                  <a:schemeClr val="tx1"/>
                </a:solidFill>
                <a:latin typeface="Times New Roman" pitchFamily="18" charset="0"/>
                <a:cs typeface="Times New Roman" pitchFamily="18" charset="0"/>
              </a:rPr>
              <a:t>độ</a:t>
            </a:r>
            <a:r>
              <a:rPr lang="en-US" sz="2800" dirty="0" smtClean="0">
                <a:solidFill>
                  <a:schemeClr val="tx1"/>
                </a:solidFill>
                <a:latin typeface="Times New Roman" pitchFamily="18" charset="0"/>
                <a:cs typeface="Times New Roman" pitchFamily="18" charset="0"/>
              </a:rPr>
              <a:t> </a:t>
            </a:r>
            <a:r>
              <a:rPr lang="en-US" sz="2800" dirty="0" err="1" smtClean="0">
                <a:solidFill>
                  <a:schemeClr val="tx1"/>
                </a:solidFill>
                <a:latin typeface="Times New Roman" pitchFamily="18" charset="0"/>
                <a:cs typeface="Times New Roman" pitchFamily="18" charset="0"/>
              </a:rPr>
              <a:t>cơ</a:t>
            </a:r>
            <a:r>
              <a:rPr lang="en-US" sz="2800" dirty="0" smtClean="0">
                <a:solidFill>
                  <a:schemeClr val="tx1"/>
                </a:solidFill>
                <a:latin typeface="Times New Roman" pitchFamily="18" charset="0"/>
                <a:cs typeface="Times New Roman" pitchFamily="18" charset="0"/>
              </a:rPr>
              <a:t> </a:t>
            </a:r>
            <a:r>
              <a:rPr lang="en-US" sz="2800" dirty="0" err="1" smtClean="0">
                <a:solidFill>
                  <a:schemeClr val="tx1"/>
                </a:solidFill>
                <a:latin typeface="Times New Roman" pitchFamily="18" charset="0"/>
                <a:cs typeface="Times New Roman" pitchFamily="18" charset="0"/>
              </a:rPr>
              <a:t>thể</a:t>
            </a:r>
            <a:r>
              <a:rPr lang="en-US" sz="2800" dirty="0" smtClean="0">
                <a:solidFill>
                  <a:schemeClr val="tx1"/>
                </a:solidFill>
                <a:latin typeface="Times New Roman" pitchFamily="18" charset="0"/>
                <a:cs typeface="Times New Roman" pitchFamily="18" charset="0"/>
              </a:rPr>
              <a:t> do </a:t>
            </a:r>
            <a:r>
              <a:rPr lang="en-US" sz="2800" b="1" dirty="0" err="1" smtClean="0">
                <a:solidFill>
                  <a:schemeClr val="tx1"/>
                </a:solidFill>
                <a:latin typeface="Times New Roman" pitchFamily="18" charset="0"/>
                <a:cs typeface="Times New Roman" pitchFamily="18" charset="0"/>
              </a:rPr>
              <a:t>thay</a:t>
            </a:r>
            <a:r>
              <a:rPr lang="en-US" sz="2800" b="1" dirty="0" smtClean="0">
                <a:solidFill>
                  <a:schemeClr val="tx1"/>
                </a:solidFill>
                <a:latin typeface="Times New Roman" pitchFamily="18" charset="0"/>
                <a:cs typeface="Times New Roman" pitchFamily="18" charset="0"/>
              </a:rPr>
              <a:t> </a:t>
            </a:r>
            <a:r>
              <a:rPr lang="en-US" sz="2800" b="1" dirty="0" err="1" smtClean="0">
                <a:solidFill>
                  <a:schemeClr val="tx1"/>
                </a:solidFill>
                <a:latin typeface="Times New Roman" pitchFamily="18" charset="0"/>
                <a:cs typeface="Times New Roman" pitchFamily="18" charset="0"/>
              </a:rPr>
              <a:t>đổi</a:t>
            </a:r>
            <a:r>
              <a:rPr lang="en-US" sz="2800" b="1" dirty="0" smtClean="0">
                <a:solidFill>
                  <a:schemeClr val="tx1"/>
                </a:solidFill>
                <a:latin typeface="Times New Roman" pitchFamily="18" charset="0"/>
                <a:cs typeface="Times New Roman" pitchFamily="18" charset="0"/>
              </a:rPr>
              <a:t> </a:t>
            </a:r>
            <a:r>
              <a:rPr lang="en-US" sz="2800" b="1" dirty="0" err="1" smtClean="0">
                <a:solidFill>
                  <a:schemeClr val="tx1"/>
                </a:solidFill>
                <a:latin typeface="Times New Roman" pitchFamily="18" charset="0"/>
                <a:cs typeface="Times New Roman" pitchFamily="18" charset="0"/>
              </a:rPr>
              <a:t>điểm</a:t>
            </a:r>
            <a:r>
              <a:rPr lang="en-US" sz="2800" b="1" dirty="0" smtClean="0">
                <a:solidFill>
                  <a:schemeClr val="tx1"/>
                </a:solidFill>
                <a:latin typeface="Times New Roman" pitchFamily="18" charset="0"/>
                <a:cs typeface="Times New Roman" pitchFamily="18" charset="0"/>
              </a:rPr>
              <a:t> </a:t>
            </a:r>
            <a:r>
              <a:rPr lang="en-US" sz="2800" b="1" dirty="0" err="1" smtClean="0">
                <a:solidFill>
                  <a:schemeClr val="tx1"/>
                </a:solidFill>
                <a:latin typeface="Times New Roman" pitchFamily="18" charset="0"/>
                <a:cs typeface="Times New Roman" pitchFamily="18" charset="0"/>
              </a:rPr>
              <a:t>điều</a:t>
            </a:r>
            <a:r>
              <a:rPr lang="en-US" sz="2800" b="1" dirty="0" smtClean="0">
                <a:solidFill>
                  <a:schemeClr val="tx1"/>
                </a:solidFill>
                <a:latin typeface="Times New Roman" pitchFamily="18" charset="0"/>
                <a:cs typeface="Times New Roman" pitchFamily="18" charset="0"/>
              </a:rPr>
              <a:t> </a:t>
            </a:r>
            <a:r>
              <a:rPr lang="en-US" sz="2800" b="1" dirty="0" err="1" smtClean="0">
                <a:solidFill>
                  <a:schemeClr val="tx1"/>
                </a:solidFill>
                <a:latin typeface="Times New Roman" pitchFamily="18" charset="0"/>
                <a:cs typeface="Times New Roman" pitchFamily="18" charset="0"/>
              </a:rPr>
              <a:t>nhiệt</a:t>
            </a:r>
            <a:r>
              <a:rPr lang="en-US" sz="2800" b="1" dirty="0" smtClean="0">
                <a:solidFill>
                  <a:schemeClr val="tx1"/>
                </a:solidFill>
                <a:latin typeface="Times New Roman" pitchFamily="18" charset="0"/>
                <a:cs typeface="Times New Roman" pitchFamily="18" charset="0"/>
              </a:rPr>
              <a:t> </a:t>
            </a:r>
            <a:r>
              <a:rPr lang="en-US" sz="2800" dirty="0" smtClean="0">
                <a:solidFill>
                  <a:schemeClr val="tx1"/>
                </a:solidFill>
                <a:latin typeface="Times New Roman" pitchFamily="18" charset="0"/>
                <a:cs typeface="Times New Roman" pitchFamily="18" charset="0"/>
              </a:rPr>
              <a:t>ờ </a:t>
            </a:r>
            <a:r>
              <a:rPr lang="en-US" sz="2800" dirty="0" err="1" smtClean="0">
                <a:solidFill>
                  <a:schemeClr val="tx1"/>
                </a:solidFill>
                <a:latin typeface="Times New Roman" pitchFamily="18" charset="0"/>
                <a:cs typeface="Times New Roman" pitchFamily="18" charset="0"/>
              </a:rPr>
              <a:t>vùng</a:t>
            </a:r>
            <a:r>
              <a:rPr lang="en-US" sz="2800" dirty="0" smtClean="0">
                <a:solidFill>
                  <a:schemeClr val="tx1"/>
                </a:solidFill>
                <a:latin typeface="Times New Roman" pitchFamily="18" charset="0"/>
                <a:cs typeface="Times New Roman" pitchFamily="18" charset="0"/>
              </a:rPr>
              <a:t> </a:t>
            </a:r>
            <a:r>
              <a:rPr lang="en-US" sz="2800" dirty="0" err="1" smtClean="0">
                <a:solidFill>
                  <a:schemeClr val="tx1"/>
                </a:solidFill>
                <a:latin typeface="Times New Roman" pitchFamily="18" charset="0"/>
                <a:cs typeface="Times New Roman" pitchFamily="18" charset="0"/>
              </a:rPr>
              <a:t>dưới</a:t>
            </a:r>
            <a:r>
              <a:rPr lang="en-US" sz="2800" dirty="0" smtClean="0">
                <a:solidFill>
                  <a:schemeClr val="tx1"/>
                </a:solidFill>
                <a:latin typeface="Times New Roman" pitchFamily="18" charset="0"/>
                <a:cs typeface="Times New Roman" pitchFamily="18" charset="0"/>
              </a:rPr>
              <a:t> </a:t>
            </a:r>
            <a:r>
              <a:rPr lang="en-US" sz="2800" dirty="0" err="1" smtClean="0">
                <a:solidFill>
                  <a:schemeClr val="tx1"/>
                </a:solidFill>
                <a:latin typeface="Times New Roman" pitchFamily="18" charset="0"/>
                <a:cs typeface="Times New Roman" pitchFamily="18" charset="0"/>
              </a:rPr>
              <a:t>đồi</a:t>
            </a:r>
            <a:r>
              <a:rPr lang="en-US" sz="2800" dirty="0" smtClean="0">
                <a:solidFill>
                  <a:schemeClr val="tx1"/>
                </a:solidFill>
                <a:latin typeface="Times New Roman" pitchFamily="18" charset="0"/>
                <a:cs typeface="Times New Roman" pitchFamily="18" charset="0"/>
              </a:rPr>
              <a:t/>
            </a:r>
            <a:br>
              <a:rPr lang="en-US" sz="2800" dirty="0" smtClean="0">
                <a:solidFill>
                  <a:schemeClr val="tx1"/>
                </a:solidFill>
                <a:latin typeface="Times New Roman" pitchFamily="18" charset="0"/>
                <a:cs typeface="Times New Roman" pitchFamily="18" charset="0"/>
              </a:rPr>
            </a:br>
            <a:r>
              <a:rPr lang="en-US" sz="2800" dirty="0" smtClean="0">
                <a:solidFill>
                  <a:schemeClr val="tx1"/>
                </a:solidFill>
                <a:latin typeface="Times New Roman" pitchFamily="18" charset="0"/>
                <a:cs typeface="Times New Roman" pitchFamily="18" charset="0"/>
              </a:rPr>
              <a:t>	+ Sốt </a:t>
            </a:r>
            <a:r>
              <a:rPr lang="en-US" sz="2800" dirty="0" err="1" smtClean="0">
                <a:solidFill>
                  <a:schemeClr val="tx1"/>
                </a:solidFill>
                <a:latin typeface="Times New Roman" pitchFamily="18" charset="0"/>
                <a:cs typeface="Times New Roman" pitchFamily="18" charset="0"/>
              </a:rPr>
              <a:t>gặp</a:t>
            </a:r>
            <a:r>
              <a:rPr lang="en-US" sz="2800" dirty="0" smtClean="0">
                <a:solidFill>
                  <a:schemeClr val="tx1"/>
                </a:solidFill>
                <a:latin typeface="Times New Roman" pitchFamily="18" charset="0"/>
                <a:cs typeface="Times New Roman" pitchFamily="18" charset="0"/>
              </a:rPr>
              <a:t> </a:t>
            </a:r>
            <a:r>
              <a:rPr lang="en-US" sz="2800" dirty="0" err="1" smtClean="0">
                <a:solidFill>
                  <a:schemeClr val="tx1"/>
                </a:solidFill>
                <a:latin typeface="Times New Roman" pitchFamily="18" charset="0"/>
                <a:cs typeface="Times New Roman" pitchFamily="18" charset="0"/>
              </a:rPr>
              <a:t>trong</a:t>
            </a:r>
            <a:r>
              <a:rPr lang="en-US" sz="2800" dirty="0" smtClean="0">
                <a:solidFill>
                  <a:schemeClr val="tx1"/>
                </a:solidFill>
                <a:latin typeface="Times New Roman" pitchFamily="18" charset="0"/>
                <a:cs typeface="Times New Roman" pitchFamily="18" charset="0"/>
              </a:rPr>
              <a:t> </a:t>
            </a:r>
            <a:r>
              <a:rPr lang="en-US" sz="2800" dirty="0" err="1" smtClean="0">
                <a:solidFill>
                  <a:schemeClr val="tx1"/>
                </a:solidFill>
                <a:latin typeface="Times New Roman" pitchFamily="18" charset="0"/>
                <a:cs typeface="Times New Roman" pitchFamily="18" charset="0"/>
              </a:rPr>
              <a:t>nhiều</a:t>
            </a:r>
            <a:r>
              <a:rPr lang="en-US" sz="2800" dirty="0" smtClean="0">
                <a:solidFill>
                  <a:schemeClr val="tx1"/>
                </a:solidFill>
                <a:latin typeface="Times New Roman" pitchFamily="18" charset="0"/>
                <a:cs typeface="Times New Roman" pitchFamily="18" charset="0"/>
              </a:rPr>
              <a:t> </a:t>
            </a:r>
            <a:r>
              <a:rPr lang="en-US" sz="2800" dirty="0" err="1" smtClean="0">
                <a:solidFill>
                  <a:schemeClr val="tx1"/>
                </a:solidFill>
                <a:latin typeface="Times New Roman" pitchFamily="18" charset="0"/>
                <a:cs typeface="Times New Roman" pitchFamily="18" charset="0"/>
              </a:rPr>
              <a:t>bệnh</a:t>
            </a:r>
            <a:r>
              <a:rPr lang="en-US" sz="2800" dirty="0" smtClean="0">
                <a:solidFill>
                  <a:schemeClr val="tx1"/>
                </a:solidFill>
                <a:latin typeface="Times New Roman" pitchFamily="18" charset="0"/>
                <a:cs typeface="Times New Roman" pitchFamily="18" charset="0"/>
              </a:rPr>
              <a:t> </a:t>
            </a:r>
            <a:r>
              <a:rPr lang="en-US" sz="2800" dirty="0" err="1" smtClean="0">
                <a:solidFill>
                  <a:schemeClr val="tx1"/>
                </a:solidFill>
                <a:latin typeface="Times New Roman" pitchFamily="18" charset="0"/>
                <a:cs typeface="Times New Roman" pitchFamily="18" charset="0"/>
              </a:rPr>
              <a:t>lý</a:t>
            </a:r>
            <a:r>
              <a:rPr lang="en-US" sz="2800" dirty="0" smtClean="0">
                <a:solidFill>
                  <a:schemeClr val="tx1"/>
                </a:solidFill>
                <a:latin typeface="Times New Roman" pitchFamily="18" charset="0"/>
                <a:cs typeface="Times New Roman" pitchFamily="18" charset="0"/>
              </a:rPr>
              <a:t>, </a:t>
            </a:r>
            <a:r>
              <a:rPr lang="en-US" sz="2800" dirty="0" err="1" smtClean="0">
                <a:solidFill>
                  <a:schemeClr val="tx1"/>
                </a:solidFill>
                <a:latin typeface="Times New Roman" pitchFamily="18" charset="0"/>
                <a:cs typeface="Times New Roman" pitchFamily="18" charset="0"/>
              </a:rPr>
              <a:t>cần</a:t>
            </a:r>
            <a:r>
              <a:rPr lang="en-US" sz="2800" dirty="0" smtClean="0">
                <a:solidFill>
                  <a:schemeClr val="tx1"/>
                </a:solidFill>
                <a:latin typeface="Times New Roman" pitchFamily="18" charset="0"/>
                <a:cs typeface="Times New Roman" pitchFamily="18" charset="0"/>
              </a:rPr>
              <a:t> </a:t>
            </a:r>
            <a:r>
              <a:rPr lang="en-US" sz="2800" b="1" dirty="0" err="1" smtClean="0">
                <a:solidFill>
                  <a:schemeClr val="tx1"/>
                </a:solidFill>
                <a:latin typeface="Times New Roman" pitchFamily="18" charset="0"/>
                <a:cs typeface="Times New Roman" pitchFamily="18" charset="0"/>
              </a:rPr>
              <a:t>thăm</a:t>
            </a:r>
            <a:r>
              <a:rPr lang="en-US" sz="2800" b="1" dirty="0" smtClean="0">
                <a:solidFill>
                  <a:schemeClr val="tx1"/>
                </a:solidFill>
                <a:latin typeface="Times New Roman" pitchFamily="18" charset="0"/>
                <a:cs typeface="Times New Roman" pitchFamily="18" charset="0"/>
              </a:rPr>
              <a:t> </a:t>
            </a:r>
            <a:r>
              <a:rPr lang="en-US" sz="2800" b="1" dirty="0" err="1" smtClean="0">
                <a:solidFill>
                  <a:schemeClr val="tx1"/>
                </a:solidFill>
                <a:latin typeface="Times New Roman" pitchFamily="18" charset="0"/>
                <a:cs typeface="Times New Roman" pitchFamily="18" charset="0"/>
              </a:rPr>
              <a:t>khám</a:t>
            </a:r>
            <a:r>
              <a:rPr lang="en-US" sz="2800" b="1" dirty="0" smtClean="0">
                <a:solidFill>
                  <a:schemeClr val="tx1"/>
                </a:solidFill>
                <a:latin typeface="Times New Roman" pitchFamily="18" charset="0"/>
                <a:cs typeface="Times New Roman" pitchFamily="18" charset="0"/>
              </a:rPr>
              <a:t> </a:t>
            </a:r>
            <a:r>
              <a:rPr lang="en-US" sz="2800" b="1" dirty="0" err="1" smtClean="0">
                <a:solidFill>
                  <a:schemeClr val="tx1"/>
                </a:solidFill>
                <a:latin typeface="Times New Roman" pitchFamily="18" charset="0"/>
                <a:cs typeface="Times New Roman" pitchFamily="18" charset="0"/>
              </a:rPr>
              <a:t>đầy</a:t>
            </a:r>
            <a:r>
              <a:rPr lang="en-US" sz="2800" b="1" dirty="0" smtClean="0">
                <a:solidFill>
                  <a:schemeClr val="tx1"/>
                </a:solidFill>
                <a:latin typeface="Times New Roman" pitchFamily="18" charset="0"/>
                <a:cs typeface="Times New Roman" pitchFamily="18" charset="0"/>
              </a:rPr>
              <a:t> </a:t>
            </a:r>
            <a:r>
              <a:rPr lang="en-US" sz="2800" b="1" dirty="0" err="1" smtClean="0">
                <a:solidFill>
                  <a:schemeClr val="tx1"/>
                </a:solidFill>
                <a:latin typeface="Times New Roman" pitchFamily="18" charset="0"/>
                <a:cs typeface="Times New Roman" pitchFamily="18" charset="0"/>
              </a:rPr>
              <a:t>đủ</a:t>
            </a:r>
            <a:r>
              <a:rPr lang="en-US" sz="2800" dirty="0" smtClean="0">
                <a:solidFill>
                  <a:schemeClr val="tx1"/>
                </a:solidFill>
                <a:latin typeface="Times New Roman" pitchFamily="18" charset="0"/>
                <a:cs typeface="Times New Roman" pitchFamily="18" charset="0"/>
              </a:rPr>
              <a:t>, </a:t>
            </a:r>
            <a:r>
              <a:rPr lang="en-US" sz="2800" dirty="0" err="1" smtClean="0">
                <a:solidFill>
                  <a:schemeClr val="tx1"/>
                </a:solidFill>
                <a:latin typeface="Times New Roman" pitchFamily="18" charset="0"/>
                <a:cs typeface="Times New Roman" pitchFamily="18" charset="0"/>
              </a:rPr>
              <a:t>đặc</a:t>
            </a:r>
            <a:r>
              <a:rPr lang="en-US" sz="2800" dirty="0" smtClean="0">
                <a:solidFill>
                  <a:schemeClr val="tx1"/>
                </a:solidFill>
                <a:latin typeface="Times New Roman" pitchFamily="18" charset="0"/>
                <a:cs typeface="Times New Roman" pitchFamily="18" charset="0"/>
              </a:rPr>
              <a:t> </a:t>
            </a:r>
            <a:r>
              <a:rPr lang="en-US" sz="2800" dirty="0" err="1" smtClean="0">
                <a:solidFill>
                  <a:schemeClr val="tx1"/>
                </a:solidFill>
                <a:latin typeface="Times New Roman" pitchFamily="18" charset="0"/>
                <a:cs typeface="Times New Roman" pitchFamily="18" charset="0"/>
              </a:rPr>
              <a:t>biệt</a:t>
            </a:r>
            <a:r>
              <a:rPr lang="en-US" sz="2800" dirty="0" smtClean="0">
                <a:solidFill>
                  <a:schemeClr val="tx1"/>
                </a:solidFill>
                <a:latin typeface="Times New Roman" pitchFamily="18" charset="0"/>
                <a:cs typeface="Times New Roman" pitchFamily="18" charset="0"/>
              </a:rPr>
              <a:t> </a:t>
            </a:r>
            <a:r>
              <a:rPr lang="en-US" sz="2800" dirty="0" err="1" smtClean="0">
                <a:solidFill>
                  <a:schemeClr val="tx1"/>
                </a:solidFill>
                <a:latin typeface="Times New Roman" pitchFamily="18" charset="0"/>
                <a:cs typeface="Times New Roman" pitchFamily="18" charset="0"/>
              </a:rPr>
              <a:t>là</a:t>
            </a:r>
            <a:r>
              <a:rPr lang="en-US" sz="2800" dirty="0" smtClean="0">
                <a:solidFill>
                  <a:schemeClr val="tx1"/>
                </a:solidFill>
                <a:latin typeface="Times New Roman" pitchFamily="18" charset="0"/>
                <a:cs typeface="Times New Roman" pitchFamily="18" charset="0"/>
              </a:rPr>
              <a:t> </a:t>
            </a:r>
            <a:r>
              <a:rPr lang="en-US" sz="2800" dirty="0" err="1" smtClean="0">
                <a:solidFill>
                  <a:schemeClr val="tx1"/>
                </a:solidFill>
                <a:latin typeface="Times New Roman" pitchFamily="18" charset="0"/>
                <a:cs typeface="Times New Roman" pitchFamily="18" charset="0"/>
              </a:rPr>
              <a:t>với</a:t>
            </a:r>
            <a:r>
              <a:rPr lang="en-US" sz="2800" dirty="0" smtClean="0">
                <a:solidFill>
                  <a:schemeClr val="tx1"/>
                </a:solidFill>
                <a:latin typeface="Times New Roman" pitchFamily="18" charset="0"/>
                <a:cs typeface="Times New Roman" pitchFamily="18" charset="0"/>
              </a:rPr>
              <a:t> </a:t>
            </a:r>
            <a:r>
              <a:rPr lang="en-US" sz="2800" dirty="0" err="1" smtClean="0">
                <a:solidFill>
                  <a:schemeClr val="tx1"/>
                </a:solidFill>
                <a:latin typeface="Times New Roman" pitchFamily="18" charset="0"/>
                <a:cs typeface="Times New Roman" pitchFamily="18" charset="0"/>
              </a:rPr>
              <a:t>trẻ</a:t>
            </a:r>
            <a:r>
              <a:rPr lang="en-US" sz="2800" dirty="0" smtClean="0">
                <a:solidFill>
                  <a:schemeClr val="tx1"/>
                </a:solidFill>
                <a:latin typeface="Times New Roman" pitchFamily="18" charset="0"/>
                <a:cs typeface="Times New Roman" pitchFamily="18" charset="0"/>
              </a:rPr>
              <a:t> &lt; 3 </a:t>
            </a:r>
            <a:r>
              <a:rPr lang="en-US" sz="2800" dirty="0" err="1" smtClean="0">
                <a:solidFill>
                  <a:schemeClr val="tx1"/>
                </a:solidFill>
                <a:latin typeface="Times New Roman" pitchFamily="18" charset="0"/>
                <a:cs typeface="Times New Roman" pitchFamily="18" charset="0"/>
              </a:rPr>
              <a:t>tháng</a:t>
            </a:r>
            <a:r>
              <a:rPr lang="en-US" sz="2800" dirty="0" smtClean="0">
                <a:solidFill>
                  <a:schemeClr val="tx1"/>
                </a:solidFill>
                <a:latin typeface="Times New Roman" pitchFamily="18" charset="0"/>
                <a:cs typeface="Times New Roman" pitchFamily="18" charset="0"/>
              </a:rPr>
              <a:t>.</a:t>
            </a:r>
            <a:br>
              <a:rPr lang="en-US" sz="2800" dirty="0" smtClean="0">
                <a:solidFill>
                  <a:schemeClr val="tx1"/>
                </a:solidFill>
                <a:latin typeface="Times New Roman" pitchFamily="18" charset="0"/>
                <a:cs typeface="Times New Roman" pitchFamily="18" charset="0"/>
              </a:rPr>
            </a:br>
            <a:r>
              <a:rPr lang="en-US" sz="2800" dirty="0" smtClean="0">
                <a:solidFill>
                  <a:schemeClr val="tx1"/>
                </a:solidFill>
                <a:latin typeface="Times New Roman" pitchFamily="18" charset="0"/>
                <a:cs typeface="Times New Roman" pitchFamily="18" charset="0"/>
              </a:rPr>
              <a:t>	+ </a:t>
            </a:r>
            <a:r>
              <a:rPr lang="en-US" sz="2800" b="1" dirty="0" smtClean="0">
                <a:solidFill>
                  <a:schemeClr val="tx1"/>
                </a:solidFill>
                <a:latin typeface="Times New Roman" pitchFamily="18" charset="0"/>
                <a:cs typeface="Times New Roman" pitchFamily="18" charset="0"/>
              </a:rPr>
              <a:t>Sốt </a:t>
            </a:r>
            <a:r>
              <a:rPr lang="en-US" sz="2800" b="1" dirty="0" err="1" smtClean="0">
                <a:solidFill>
                  <a:schemeClr val="tx1"/>
                </a:solidFill>
                <a:latin typeface="Times New Roman" pitchFamily="18" charset="0"/>
                <a:cs typeface="Times New Roman" pitchFamily="18" charset="0"/>
              </a:rPr>
              <a:t>cao</a:t>
            </a:r>
            <a:r>
              <a:rPr lang="en-US" sz="2800" b="1" dirty="0" smtClean="0">
                <a:solidFill>
                  <a:schemeClr val="tx1"/>
                </a:solidFill>
                <a:latin typeface="Times New Roman" pitchFamily="18" charset="0"/>
                <a:cs typeface="Times New Roman" pitchFamily="18" charset="0"/>
              </a:rPr>
              <a:t> co </a:t>
            </a:r>
            <a:r>
              <a:rPr lang="en-US" sz="2800" b="1" dirty="0" err="1" smtClean="0">
                <a:solidFill>
                  <a:schemeClr val="tx1"/>
                </a:solidFill>
                <a:latin typeface="Times New Roman" pitchFamily="18" charset="0"/>
                <a:cs typeface="Times New Roman" pitchFamily="18" charset="0"/>
              </a:rPr>
              <a:t>giật</a:t>
            </a:r>
            <a:r>
              <a:rPr lang="en-US" sz="2800" b="1" dirty="0" smtClean="0">
                <a:solidFill>
                  <a:schemeClr val="tx1"/>
                </a:solidFill>
                <a:latin typeface="Times New Roman" pitchFamily="18" charset="0"/>
                <a:cs typeface="Times New Roman" pitchFamily="18" charset="0"/>
              </a:rPr>
              <a:t> </a:t>
            </a:r>
            <a:r>
              <a:rPr lang="en-US" sz="2800" dirty="0" err="1" smtClean="0">
                <a:solidFill>
                  <a:schemeClr val="tx1"/>
                </a:solidFill>
                <a:latin typeface="Times New Roman" pitchFamily="18" charset="0"/>
                <a:cs typeface="Times New Roman" pitchFamily="18" charset="0"/>
              </a:rPr>
              <a:t>là</a:t>
            </a:r>
            <a:r>
              <a:rPr lang="en-US" sz="2800" dirty="0" smtClean="0">
                <a:solidFill>
                  <a:schemeClr val="tx1"/>
                </a:solidFill>
                <a:latin typeface="Times New Roman" pitchFamily="18" charset="0"/>
                <a:cs typeface="Times New Roman" pitchFamily="18" charset="0"/>
              </a:rPr>
              <a:t> </a:t>
            </a:r>
            <a:r>
              <a:rPr lang="en-US" sz="2800" dirty="0" err="1" smtClean="0">
                <a:solidFill>
                  <a:schemeClr val="tx1"/>
                </a:solidFill>
                <a:latin typeface="Times New Roman" pitchFamily="18" charset="0"/>
                <a:cs typeface="Times New Roman" pitchFamily="18" charset="0"/>
              </a:rPr>
              <a:t>lành</a:t>
            </a:r>
            <a:r>
              <a:rPr lang="en-US" sz="2800" dirty="0" smtClean="0">
                <a:solidFill>
                  <a:schemeClr val="tx1"/>
                </a:solidFill>
                <a:latin typeface="Times New Roman" pitchFamily="18" charset="0"/>
                <a:cs typeface="Times New Roman" pitchFamily="18" charset="0"/>
              </a:rPr>
              <a:t> </a:t>
            </a:r>
            <a:r>
              <a:rPr lang="en-US" sz="2800" dirty="0" err="1" smtClean="0">
                <a:solidFill>
                  <a:schemeClr val="tx1"/>
                </a:solidFill>
                <a:latin typeface="Times New Roman" pitchFamily="18" charset="0"/>
                <a:cs typeface="Times New Roman" pitchFamily="18" charset="0"/>
              </a:rPr>
              <a:t>tính</a:t>
            </a:r>
            <a:r>
              <a:rPr lang="en-US" sz="2800" dirty="0" smtClean="0">
                <a:solidFill>
                  <a:schemeClr val="tx1"/>
                </a:solidFill>
                <a:latin typeface="Times New Roman" pitchFamily="18" charset="0"/>
                <a:cs typeface="Times New Roman" pitchFamily="18" charset="0"/>
              </a:rPr>
              <a:t> </a:t>
            </a:r>
            <a:r>
              <a:rPr lang="en-US" sz="2800" dirty="0" err="1" smtClean="0">
                <a:solidFill>
                  <a:schemeClr val="tx1"/>
                </a:solidFill>
                <a:latin typeface="Times New Roman" pitchFamily="18" charset="0"/>
                <a:cs typeface="Times New Roman" pitchFamily="18" charset="0"/>
              </a:rPr>
              <a:t>và</a:t>
            </a:r>
            <a:r>
              <a:rPr lang="en-US" sz="2800" dirty="0" smtClean="0">
                <a:solidFill>
                  <a:schemeClr val="tx1"/>
                </a:solidFill>
                <a:latin typeface="Times New Roman" pitchFamily="18" charset="0"/>
                <a:cs typeface="Times New Roman" pitchFamily="18" charset="0"/>
              </a:rPr>
              <a:t> </a:t>
            </a:r>
            <a:r>
              <a:rPr lang="en-US" sz="2800" dirty="0" err="1" smtClean="0">
                <a:solidFill>
                  <a:schemeClr val="tx1"/>
                </a:solidFill>
                <a:latin typeface="Times New Roman" pitchFamily="18" charset="0"/>
                <a:cs typeface="Times New Roman" pitchFamily="18" charset="0"/>
              </a:rPr>
              <a:t>tiên</a:t>
            </a:r>
            <a:r>
              <a:rPr lang="en-US" sz="2800" dirty="0" smtClean="0">
                <a:solidFill>
                  <a:schemeClr val="tx1"/>
                </a:solidFill>
                <a:latin typeface="Times New Roman" pitchFamily="18" charset="0"/>
                <a:cs typeface="Times New Roman" pitchFamily="18" charset="0"/>
              </a:rPr>
              <a:t> </a:t>
            </a:r>
            <a:r>
              <a:rPr lang="en-US" sz="2800" dirty="0" err="1" smtClean="0">
                <a:solidFill>
                  <a:schemeClr val="tx1"/>
                </a:solidFill>
                <a:latin typeface="Times New Roman" pitchFamily="18" charset="0"/>
                <a:cs typeface="Times New Roman" pitchFamily="18" charset="0"/>
              </a:rPr>
              <a:t>lượng</a:t>
            </a:r>
            <a:r>
              <a:rPr lang="en-US" sz="2800" dirty="0" smtClean="0">
                <a:solidFill>
                  <a:schemeClr val="tx1"/>
                </a:solidFill>
                <a:latin typeface="Times New Roman" pitchFamily="18" charset="0"/>
                <a:cs typeface="Times New Roman" pitchFamily="18" charset="0"/>
              </a:rPr>
              <a:t> </a:t>
            </a:r>
            <a:r>
              <a:rPr lang="en-US" sz="2800" dirty="0" err="1" smtClean="0">
                <a:solidFill>
                  <a:schemeClr val="tx1"/>
                </a:solidFill>
                <a:latin typeface="Times New Roman" pitchFamily="18" charset="0"/>
                <a:cs typeface="Times New Roman" pitchFamily="18" charset="0"/>
              </a:rPr>
              <a:t>tốt</a:t>
            </a:r>
            <a:r>
              <a:rPr lang="en-US" sz="2800" dirty="0" smtClean="0">
                <a:solidFill>
                  <a:schemeClr val="tx1"/>
                </a:solidFill>
                <a:latin typeface="Times New Roman" pitchFamily="18" charset="0"/>
                <a:cs typeface="Times New Roman" pitchFamily="18" charset="0"/>
              </a:rPr>
              <a:t>, </a:t>
            </a:r>
            <a:r>
              <a:rPr lang="en-US" sz="2800" dirty="0" err="1" smtClean="0">
                <a:solidFill>
                  <a:schemeClr val="tx1"/>
                </a:solidFill>
                <a:latin typeface="Times New Roman" pitchFamily="18" charset="0"/>
                <a:cs typeface="Times New Roman" pitchFamily="18" charset="0"/>
              </a:rPr>
              <a:t>thường</a:t>
            </a:r>
            <a:r>
              <a:rPr lang="en-US" sz="2800" dirty="0" smtClean="0">
                <a:solidFill>
                  <a:schemeClr val="tx1"/>
                </a:solidFill>
                <a:latin typeface="Times New Roman" pitchFamily="18" charset="0"/>
                <a:cs typeface="Times New Roman" pitchFamily="18" charset="0"/>
              </a:rPr>
              <a:t> </a:t>
            </a:r>
            <a:r>
              <a:rPr lang="en-US" sz="2800" dirty="0" err="1" smtClean="0">
                <a:solidFill>
                  <a:schemeClr val="tx1"/>
                </a:solidFill>
                <a:latin typeface="Times New Roman" pitchFamily="18" charset="0"/>
                <a:cs typeface="Times New Roman" pitchFamily="18" charset="0"/>
              </a:rPr>
              <a:t>tự</a:t>
            </a:r>
            <a:r>
              <a:rPr lang="en-US" sz="2800" dirty="0" smtClean="0">
                <a:solidFill>
                  <a:schemeClr val="tx1"/>
                </a:solidFill>
                <a:latin typeface="Times New Roman" pitchFamily="18" charset="0"/>
                <a:cs typeface="Times New Roman" pitchFamily="18" charset="0"/>
              </a:rPr>
              <a:t> </a:t>
            </a:r>
            <a:r>
              <a:rPr lang="en-US" sz="2800" dirty="0" err="1" smtClean="0">
                <a:solidFill>
                  <a:schemeClr val="tx1"/>
                </a:solidFill>
                <a:latin typeface="Times New Roman" pitchFamily="18" charset="0"/>
                <a:cs typeface="Times New Roman" pitchFamily="18" charset="0"/>
              </a:rPr>
              <a:t>giới</a:t>
            </a:r>
            <a:r>
              <a:rPr lang="en-US" sz="2800" dirty="0" smtClean="0">
                <a:solidFill>
                  <a:schemeClr val="tx1"/>
                </a:solidFill>
                <a:latin typeface="Times New Roman" pitchFamily="18" charset="0"/>
                <a:cs typeface="Times New Roman" pitchFamily="18" charset="0"/>
              </a:rPr>
              <a:t> </a:t>
            </a:r>
            <a:r>
              <a:rPr lang="en-US" sz="2800" dirty="0" err="1" smtClean="0">
                <a:solidFill>
                  <a:schemeClr val="tx1"/>
                </a:solidFill>
                <a:latin typeface="Times New Roman" pitchFamily="18" charset="0"/>
                <a:cs typeface="Times New Roman" pitchFamily="18" charset="0"/>
              </a:rPr>
              <a:t>hạn</a:t>
            </a:r>
            <a:r>
              <a:rPr lang="en-US" sz="2800" dirty="0" smtClean="0">
                <a:solidFill>
                  <a:schemeClr val="tx1"/>
                </a:solidFill>
                <a:latin typeface="Times New Roman" pitchFamily="18" charset="0"/>
                <a:cs typeface="Times New Roman" pitchFamily="18" charset="0"/>
              </a:rPr>
              <a:t> </a:t>
            </a:r>
            <a:r>
              <a:rPr lang="en-US" sz="2800" dirty="0" err="1" smtClean="0">
                <a:solidFill>
                  <a:schemeClr val="tx1"/>
                </a:solidFill>
                <a:latin typeface="Times New Roman" pitchFamily="18" charset="0"/>
                <a:cs typeface="Times New Roman" pitchFamily="18" charset="0"/>
              </a:rPr>
              <a:t>và</a:t>
            </a:r>
            <a:r>
              <a:rPr lang="en-US" sz="2800" dirty="0" smtClean="0">
                <a:solidFill>
                  <a:schemeClr val="tx1"/>
                </a:solidFill>
                <a:latin typeface="Times New Roman" pitchFamily="18" charset="0"/>
                <a:cs typeface="Times New Roman" pitchFamily="18" charset="0"/>
              </a:rPr>
              <a:t> </a:t>
            </a:r>
            <a:r>
              <a:rPr lang="en-US" sz="2800" dirty="0" err="1" smtClean="0">
                <a:solidFill>
                  <a:schemeClr val="tx1"/>
                </a:solidFill>
                <a:latin typeface="Times New Roman" pitchFamily="18" charset="0"/>
                <a:cs typeface="Times New Roman" pitchFamily="18" charset="0"/>
              </a:rPr>
              <a:t>không</a:t>
            </a:r>
            <a:r>
              <a:rPr lang="en-US" sz="2800" dirty="0" smtClean="0">
                <a:solidFill>
                  <a:schemeClr val="tx1"/>
                </a:solidFill>
                <a:latin typeface="Times New Roman" pitchFamily="18" charset="0"/>
                <a:cs typeface="Times New Roman" pitchFamily="18" charset="0"/>
              </a:rPr>
              <a:t> </a:t>
            </a:r>
            <a:r>
              <a:rPr lang="en-US" sz="2800" dirty="0" err="1" smtClean="0">
                <a:solidFill>
                  <a:schemeClr val="tx1"/>
                </a:solidFill>
                <a:latin typeface="Times New Roman" pitchFamily="18" charset="0"/>
                <a:cs typeface="Times New Roman" pitchFamily="18" charset="0"/>
              </a:rPr>
              <a:t>để</a:t>
            </a:r>
            <a:r>
              <a:rPr lang="en-US" sz="2800" dirty="0" smtClean="0">
                <a:solidFill>
                  <a:schemeClr val="tx1"/>
                </a:solidFill>
                <a:latin typeface="Times New Roman" pitchFamily="18" charset="0"/>
                <a:cs typeface="Times New Roman" pitchFamily="18" charset="0"/>
              </a:rPr>
              <a:t> </a:t>
            </a:r>
            <a:r>
              <a:rPr lang="en-US" sz="2800" dirty="0" err="1" smtClean="0">
                <a:solidFill>
                  <a:schemeClr val="tx1"/>
                </a:solidFill>
                <a:latin typeface="Times New Roman" pitchFamily="18" charset="0"/>
                <a:cs typeface="Times New Roman" pitchFamily="18" charset="0"/>
              </a:rPr>
              <a:t>lại</a:t>
            </a:r>
            <a:r>
              <a:rPr lang="en-US" sz="2800" dirty="0" smtClean="0">
                <a:solidFill>
                  <a:schemeClr val="tx1"/>
                </a:solidFill>
                <a:latin typeface="Times New Roman" pitchFamily="18" charset="0"/>
                <a:cs typeface="Times New Roman" pitchFamily="18" charset="0"/>
              </a:rPr>
              <a:t> di </a:t>
            </a:r>
            <a:r>
              <a:rPr lang="en-US" sz="2800" dirty="0" err="1" smtClean="0">
                <a:solidFill>
                  <a:schemeClr val="tx1"/>
                </a:solidFill>
                <a:latin typeface="Times New Roman" pitchFamily="18" charset="0"/>
                <a:cs typeface="Times New Roman" pitchFamily="18" charset="0"/>
              </a:rPr>
              <a:t>chứng</a:t>
            </a:r>
            <a:r>
              <a:rPr lang="en-US" sz="2800" dirty="0" smtClean="0">
                <a:solidFill>
                  <a:schemeClr val="tx1"/>
                </a:solidFill>
                <a:latin typeface="Times New Roman" pitchFamily="18" charset="0"/>
                <a:cs typeface="Times New Roman" pitchFamily="18" charset="0"/>
              </a:rPr>
              <a:t>. </a:t>
            </a:r>
            <a:r>
              <a:rPr lang="en-US" sz="2800" dirty="0" err="1" smtClean="0">
                <a:solidFill>
                  <a:schemeClr val="tx1"/>
                </a:solidFill>
                <a:latin typeface="Times New Roman" pitchFamily="18" charset="0"/>
                <a:cs typeface="Times New Roman" pitchFamily="18" charset="0"/>
              </a:rPr>
              <a:t>Tuy</a:t>
            </a:r>
            <a:r>
              <a:rPr lang="en-US" sz="2800" dirty="0" smtClean="0">
                <a:solidFill>
                  <a:schemeClr val="tx1"/>
                </a:solidFill>
                <a:latin typeface="Times New Roman" pitchFamily="18" charset="0"/>
                <a:cs typeface="Times New Roman" pitchFamily="18" charset="0"/>
              </a:rPr>
              <a:t> </a:t>
            </a:r>
            <a:r>
              <a:rPr lang="en-US" sz="2800" dirty="0" err="1" smtClean="0">
                <a:solidFill>
                  <a:schemeClr val="tx1"/>
                </a:solidFill>
                <a:latin typeface="Times New Roman" pitchFamily="18" charset="0"/>
                <a:cs typeface="Times New Roman" pitchFamily="18" charset="0"/>
              </a:rPr>
              <a:t>nhiên</a:t>
            </a:r>
            <a:r>
              <a:rPr lang="en-US" sz="2800" dirty="0" smtClean="0">
                <a:solidFill>
                  <a:schemeClr val="tx1"/>
                </a:solidFill>
                <a:latin typeface="Times New Roman" pitchFamily="18" charset="0"/>
                <a:cs typeface="Times New Roman" pitchFamily="18" charset="0"/>
              </a:rPr>
              <a:t> </a:t>
            </a:r>
            <a:r>
              <a:rPr lang="en-US" sz="2800" b="1" dirty="0" err="1" smtClean="0">
                <a:solidFill>
                  <a:schemeClr val="tx1"/>
                </a:solidFill>
                <a:latin typeface="Times New Roman" pitchFamily="18" charset="0"/>
                <a:cs typeface="Times New Roman" pitchFamily="18" charset="0"/>
              </a:rPr>
              <a:t>dễ</a:t>
            </a:r>
            <a:r>
              <a:rPr lang="en-US" sz="2800" b="1" dirty="0" smtClean="0">
                <a:solidFill>
                  <a:schemeClr val="tx1"/>
                </a:solidFill>
                <a:latin typeface="Times New Roman" pitchFamily="18" charset="0"/>
                <a:cs typeface="Times New Roman" pitchFamily="18" charset="0"/>
              </a:rPr>
              <a:t> </a:t>
            </a:r>
            <a:r>
              <a:rPr lang="en-US" sz="2800" b="1" dirty="0" err="1" smtClean="0">
                <a:solidFill>
                  <a:schemeClr val="tx1"/>
                </a:solidFill>
                <a:latin typeface="Times New Roman" pitchFamily="18" charset="0"/>
                <a:cs typeface="Times New Roman" pitchFamily="18" charset="0"/>
              </a:rPr>
              <a:t>nhầm</a:t>
            </a:r>
            <a:r>
              <a:rPr lang="en-US" sz="2800" b="1" dirty="0" smtClean="0">
                <a:solidFill>
                  <a:schemeClr val="tx1"/>
                </a:solidFill>
                <a:latin typeface="Times New Roman" pitchFamily="18" charset="0"/>
                <a:cs typeface="Times New Roman" pitchFamily="18" charset="0"/>
              </a:rPr>
              <a:t> </a:t>
            </a:r>
            <a:r>
              <a:rPr lang="en-US" sz="2800" b="1" dirty="0" err="1" smtClean="0">
                <a:solidFill>
                  <a:schemeClr val="tx1"/>
                </a:solidFill>
                <a:latin typeface="Times New Roman" pitchFamily="18" charset="0"/>
                <a:cs typeface="Times New Roman" pitchFamily="18" charset="0"/>
              </a:rPr>
              <a:t>lẫn</a:t>
            </a:r>
            <a:r>
              <a:rPr lang="en-US" sz="2800" b="1" dirty="0" smtClean="0">
                <a:solidFill>
                  <a:schemeClr val="tx1"/>
                </a:solidFill>
                <a:latin typeface="Times New Roman" pitchFamily="18" charset="0"/>
                <a:cs typeface="Times New Roman" pitchFamily="18" charset="0"/>
              </a:rPr>
              <a:t> </a:t>
            </a:r>
            <a:r>
              <a:rPr lang="en-US" sz="2800" dirty="0" err="1" smtClean="0">
                <a:solidFill>
                  <a:schemeClr val="tx1"/>
                </a:solidFill>
                <a:latin typeface="Times New Roman" pitchFamily="18" charset="0"/>
                <a:cs typeface="Times New Roman" pitchFamily="18" charset="0"/>
              </a:rPr>
              <a:t>với</a:t>
            </a:r>
            <a:r>
              <a:rPr lang="en-US" sz="2800" dirty="0" smtClean="0">
                <a:solidFill>
                  <a:schemeClr val="tx1"/>
                </a:solidFill>
                <a:latin typeface="Times New Roman" pitchFamily="18" charset="0"/>
                <a:cs typeface="Times New Roman" pitchFamily="18" charset="0"/>
              </a:rPr>
              <a:t> </a:t>
            </a:r>
            <a:r>
              <a:rPr lang="en-US" sz="2800" dirty="0" err="1" smtClean="0">
                <a:solidFill>
                  <a:schemeClr val="tx1"/>
                </a:solidFill>
                <a:latin typeface="Times New Roman" pitchFamily="18" charset="0"/>
                <a:cs typeface="Times New Roman" pitchFamily="18" charset="0"/>
              </a:rPr>
              <a:t>các</a:t>
            </a:r>
            <a:r>
              <a:rPr lang="en-US" sz="2800" dirty="0" smtClean="0">
                <a:solidFill>
                  <a:schemeClr val="tx1"/>
                </a:solidFill>
                <a:latin typeface="Times New Roman" pitchFamily="18" charset="0"/>
                <a:cs typeface="Times New Roman" pitchFamily="18" charset="0"/>
              </a:rPr>
              <a:t> </a:t>
            </a:r>
            <a:r>
              <a:rPr lang="en-US" sz="2800" dirty="0" err="1" smtClean="0">
                <a:solidFill>
                  <a:schemeClr val="tx1"/>
                </a:solidFill>
                <a:latin typeface="Times New Roman" pitchFamily="18" charset="0"/>
                <a:cs typeface="Times New Roman" pitchFamily="18" charset="0"/>
              </a:rPr>
              <a:t>bệnh</a:t>
            </a:r>
            <a:r>
              <a:rPr lang="en-US" sz="2800" dirty="0" smtClean="0">
                <a:solidFill>
                  <a:schemeClr val="tx1"/>
                </a:solidFill>
                <a:latin typeface="Times New Roman" pitchFamily="18" charset="0"/>
                <a:cs typeface="Times New Roman" pitchFamily="18" charset="0"/>
              </a:rPr>
              <a:t> </a:t>
            </a:r>
            <a:r>
              <a:rPr lang="en-US" sz="2800" dirty="0" err="1" smtClean="0">
                <a:solidFill>
                  <a:schemeClr val="tx1"/>
                </a:solidFill>
                <a:latin typeface="Times New Roman" pitchFamily="18" charset="0"/>
                <a:cs typeface="Times New Roman" pitchFamily="18" charset="0"/>
              </a:rPr>
              <a:t>khác</a:t>
            </a:r>
            <a:r>
              <a:rPr lang="en-US" sz="2800" dirty="0" smtClean="0">
                <a:solidFill>
                  <a:schemeClr val="tx1"/>
                </a:solidFill>
                <a:latin typeface="Times New Roman" pitchFamily="18" charset="0"/>
                <a:cs typeface="Times New Roman" pitchFamily="18" charset="0"/>
              </a:rPr>
              <a:t> </a:t>
            </a:r>
            <a:r>
              <a:rPr lang="en-US" sz="2800" dirty="0" err="1" smtClean="0">
                <a:solidFill>
                  <a:schemeClr val="tx1"/>
                </a:solidFill>
                <a:latin typeface="Times New Roman" pitchFamily="18" charset="0"/>
                <a:cs typeface="Times New Roman" pitchFamily="18" charset="0"/>
              </a:rPr>
              <a:t>nên</a:t>
            </a:r>
            <a:r>
              <a:rPr lang="en-US" sz="2800" dirty="0" smtClean="0">
                <a:solidFill>
                  <a:schemeClr val="tx1"/>
                </a:solidFill>
                <a:latin typeface="Times New Roman" pitchFamily="18" charset="0"/>
                <a:cs typeface="Times New Roman" pitchFamily="18" charset="0"/>
              </a:rPr>
              <a:t> </a:t>
            </a:r>
            <a:r>
              <a:rPr lang="en-US" sz="2800" dirty="0" err="1" smtClean="0">
                <a:solidFill>
                  <a:schemeClr val="tx1"/>
                </a:solidFill>
                <a:latin typeface="Times New Roman" pitchFamily="18" charset="0"/>
                <a:cs typeface="Times New Roman" pitchFamily="18" charset="0"/>
              </a:rPr>
              <a:t>cần</a:t>
            </a:r>
            <a:r>
              <a:rPr lang="en-US" sz="2800" dirty="0" smtClean="0">
                <a:solidFill>
                  <a:schemeClr val="tx1"/>
                </a:solidFill>
                <a:latin typeface="Times New Roman" pitchFamily="18" charset="0"/>
                <a:cs typeface="Times New Roman" pitchFamily="18" charset="0"/>
              </a:rPr>
              <a:t> </a:t>
            </a:r>
            <a:r>
              <a:rPr lang="en-US" sz="2800" dirty="0" err="1" smtClean="0">
                <a:solidFill>
                  <a:schemeClr val="tx1"/>
                </a:solidFill>
                <a:latin typeface="Times New Roman" pitchFamily="18" charset="0"/>
                <a:cs typeface="Times New Roman" pitchFamily="18" charset="0"/>
              </a:rPr>
              <a:t>tới</a:t>
            </a:r>
            <a:r>
              <a:rPr lang="en-US" sz="2800" dirty="0" smtClean="0">
                <a:solidFill>
                  <a:schemeClr val="tx1"/>
                </a:solidFill>
                <a:latin typeface="Times New Roman" pitchFamily="18" charset="0"/>
                <a:cs typeface="Times New Roman" pitchFamily="18" charset="0"/>
              </a:rPr>
              <a:t> </a:t>
            </a:r>
            <a:r>
              <a:rPr lang="en-US" sz="2800" dirty="0" err="1" smtClean="0">
                <a:solidFill>
                  <a:schemeClr val="tx1"/>
                </a:solidFill>
                <a:latin typeface="Times New Roman" pitchFamily="18" charset="0"/>
                <a:cs typeface="Times New Roman" pitchFamily="18" charset="0"/>
              </a:rPr>
              <a:t>trung</a:t>
            </a:r>
            <a:r>
              <a:rPr lang="en-US" sz="2800" dirty="0" smtClean="0">
                <a:solidFill>
                  <a:schemeClr val="tx1"/>
                </a:solidFill>
                <a:latin typeface="Times New Roman" pitchFamily="18" charset="0"/>
                <a:cs typeface="Times New Roman" pitchFamily="18" charset="0"/>
              </a:rPr>
              <a:t> </a:t>
            </a:r>
            <a:r>
              <a:rPr lang="en-US" sz="2800" dirty="0" err="1" smtClean="0">
                <a:solidFill>
                  <a:schemeClr val="tx1"/>
                </a:solidFill>
                <a:latin typeface="Times New Roman" pitchFamily="18" charset="0"/>
                <a:cs typeface="Times New Roman" pitchFamily="18" charset="0"/>
              </a:rPr>
              <a:t>tâm</a:t>
            </a:r>
            <a:r>
              <a:rPr lang="en-US" sz="2800" dirty="0" smtClean="0">
                <a:solidFill>
                  <a:schemeClr val="tx1"/>
                </a:solidFill>
                <a:latin typeface="Times New Roman" pitchFamily="18" charset="0"/>
                <a:cs typeface="Times New Roman" pitchFamily="18" charset="0"/>
              </a:rPr>
              <a:t> y </a:t>
            </a:r>
            <a:r>
              <a:rPr lang="en-US" sz="2800" dirty="0" err="1" smtClean="0">
                <a:solidFill>
                  <a:schemeClr val="tx1"/>
                </a:solidFill>
                <a:latin typeface="Times New Roman" pitchFamily="18" charset="0"/>
                <a:cs typeface="Times New Roman" pitchFamily="18" charset="0"/>
              </a:rPr>
              <a:t>tế</a:t>
            </a:r>
            <a:r>
              <a:rPr lang="en-US" sz="2800" dirty="0" smtClean="0">
                <a:solidFill>
                  <a:schemeClr val="tx1"/>
                </a:solidFill>
                <a:latin typeface="Times New Roman" pitchFamily="18" charset="0"/>
                <a:cs typeface="Times New Roman" pitchFamily="18" charset="0"/>
              </a:rPr>
              <a:t> </a:t>
            </a:r>
            <a:r>
              <a:rPr lang="en-US" sz="2800" dirty="0" err="1" smtClean="0">
                <a:solidFill>
                  <a:schemeClr val="tx1"/>
                </a:solidFill>
                <a:latin typeface="Times New Roman" pitchFamily="18" charset="0"/>
                <a:cs typeface="Times New Roman" pitchFamily="18" charset="0"/>
              </a:rPr>
              <a:t>gần</a:t>
            </a:r>
            <a:r>
              <a:rPr lang="en-US" sz="2800" dirty="0" smtClean="0">
                <a:solidFill>
                  <a:schemeClr val="tx1"/>
                </a:solidFill>
                <a:latin typeface="Times New Roman" pitchFamily="18" charset="0"/>
                <a:cs typeface="Times New Roman" pitchFamily="18" charset="0"/>
              </a:rPr>
              <a:t> </a:t>
            </a:r>
            <a:r>
              <a:rPr lang="en-US" sz="2800" dirty="0" err="1" smtClean="0">
                <a:solidFill>
                  <a:schemeClr val="tx1"/>
                </a:solidFill>
                <a:latin typeface="Times New Roman" pitchFamily="18" charset="0"/>
                <a:cs typeface="Times New Roman" pitchFamily="18" charset="0"/>
              </a:rPr>
              <a:t>nhất</a:t>
            </a:r>
            <a:r>
              <a:rPr lang="en-US" sz="2800" dirty="0" smtClean="0">
                <a:solidFill>
                  <a:schemeClr val="tx1"/>
                </a:solidFill>
                <a:latin typeface="Times New Roman" pitchFamily="18" charset="0"/>
                <a:cs typeface="Times New Roman" pitchFamily="18" charset="0"/>
              </a:rPr>
              <a:t> </a:t>
            </a:r>
            <a:r>
              <a:rPr lang="en-US" sz="2800" dirty="0" err="1" smtClean="0">
                <a:solidFill>
                  <a:schemeClr val="tx1"/>
                </a:solidFill>
                <a:latin typeface="Times New Roman" pitchFamily="18" charset="0"/>
                <a:cs typeface="Times New Roman" pitchFamily="18" charset="0"/>
              </a:rPr>
              <a:t>để</a:t>
            </a:r>
            <a:r>
              <a:rPr lang="en-US" sz="2800" dirty="0" smtClean="0">
                <a:solidFill>
                  <a:schemeClr val="tx1"/>
                </a:solidFill>
                <a:latin typeface="Times New Roman" pitchFamily="18" charset="0"/>
                <a:cs typeface="Times New Roman" pitchFamily="18" charset="0"/>
              </a:rPr>
              <a:t> </a:t>
            </a:r>
            <a:r>
              <a:rPr lang="en-US" sz="2800" dirty="0" err="1" smtClean="0">
                <a:solidFill>
                  <a:schemeClr val="tx1"/>
                </a:solidFill>
                <a:latin typeface="Times New Roman" pitchFamily="18" charset="0"/>
                <a:cs typeface="Times New Roman" pitchFamily="18" charset="0"/>
              </a:rPr>
              <a:t>thăm</a:t>
            </a:r>
            <a:r>
              <a:rPr lang="en-US" sz="2800" dirty="0" smtClean="0">
                <a:solidFill>
                  <a:schemeClr val="tx1"/>
                </a:solidFill>
                <a:latin typeface="Times New Roman" pitchFamily="18" charset="0"/>
                <a:cs typeface="Times New Roman" pitchFamily="18" charset="0"/>
              </a:rPr>
              <a:t> </a:t>
            </a:r>
            <a:r>
              <a:rPr lang="en-US" sz="2800" dirty="0" err="1" smtClean="0">
                <a:solidFill>
                  <a:schemeClr val="tx1"/>
                </a:solidFill>
                <a:latin typeface="Times New Roman" pitchFamily="18" charset="0"/>
                <a:cs typeface="Times New Roman" pitchFamily="18" charset="0"/>
              </a:rPr>
              <a:t>khám</a:t>
            </a:r>
            <a:r>
              <a:rPr lang="en-US" sz="2800" dirty="0" smtClean="0">
                <a:solidFill>
                  <a:schemeClr val="tx1"/>
                </a:solidFill>
                <a:latin typeface="Times New Roman" pitchFamily="18" charset="0"/>
                <a:cs typeface="Times New Roman" pitchFamily="18" charset="0"/>
              </a:rPr>
              <a:t>.</a:t>
            </a:r>
            <a:br>
              <a:rPr lang="en-US" sz="2800" dirty="0" smtClean="0">
                <a:solidFill>
                  <a:schemeClr val="tx1"/>
                </a:solidFill>
                <a:latin typeface="Times New Roman" pitchFamily="18" charset="0"/>
                <a:cs typeface="Times New Roman" pitchFamily="18" charset="0"/>
              </a:rPr>
            </a:br>
            <a:r>
              <a:rPr lang="en-US" sz="2800" dirty="0" smtClean="0">
                <a:solidFill>
                  <a:schemeClr val="tx1"/>
                </a:solidFill>
                <a:latin typeface="Times New Roman" pitchFamily="18" charset="0"/>
                <a:cs typeface="Times New Roman" pitchFamily="18" charset="0"/>
              </a:rPr>
              <a:t>	+ </a:t>
            </a:r>
            <a:r>
              <a:rPr lang="en-US" sz="2800" b="1" dirty="0" err="1" smtClean="0">
                <a:solidFill>
                  <a:schemeClr val="tx1"/>
                </a:solidFill>
                <a:latin typeface="Times New Roman" pitchFamily="18" charset="0"/>
                <a:cs typeface="Times New Roman" pitchFamily="18" charset="0"/>
              </a:rPr>
              <a:t>Hạ</a:t>
            </a:r>
            <a:r>
              <a:rPr lang="en-US" sz="2800" b="1" dirty="0" smtClean="0">
                <a:solidFill>
                  <a:schemeClr val="tx1"/>
                </a:solidFill>
                <a:latin typeface="Times New Roman" pitchFamily="18" charset="0"/>
                <a:cs typeface="Times New Roman" pitchFamily="18" charset="0"/>
              </a:rPr>
              <a:t> </a:t>
            </a:r>
            <a:r>
              <a:rPr lang="en-US" sz="2800" b="1" dirty="0" err="1" smtClean="0">
                <a:solidFill>
                  <a:schemeClr val="tx1"/>
                </a:solidFill>
                <a:latin typeface="Times New Roman" pitchFamily="18" charset="0"/>
                <a:cs typeface="Times New Roman" pitchFamily="18" charset="0"/>
              </a:rPr>
              <a:t>nhiệt</a:t>
            </a:r>
            <a:r>
              <a:rPr lang="en-US" sz="2800" b="1" dirty="0" smtClean="0">
                <a:solidFill>
                  <a:schemeClr val="tx1"/>
                </a:solidFill>
                <a:latin typeface="Times New Roman" pitchFamily="18" charset="0"/>
                <a:cs typeface="Times New Roman" pitchFamily="18" charset="0"/>
              </a:rPr>
              <a:t> </a:t>
            </a:r>
            <a:r>
              <a:rPr lang="en-US" sz="2800" dirty="0" err="1" smtClean="0">
                <a:solidFill>
                  <a:schemeClr val="tx1"/>
                </a:solidFill>
                <a:latin typeface="Times New Roman" pitchFamily="18" charset="0"/>
                <a:cs typeface="Times New Roman" pitchFamily="18" charset="0"/>
              </a:rPr>
              <a:t>cho</a:t>
            </a:r>
            <a:r>
              <a:rPr lang="en-US" sz="2800" dirty="0" smtClean="0">
                <a:solidFill>
                  <a:schemeClr val="tx1"/>
                </a:solidFill>
                <a:latin typeface="Times New Roman" pitchFamily="18" charset="0"/>
                <a:cs typeface="Times New Roman" pitchFamily="18" charset="0"/>
              </a:rPr>
              <a:t> </a:t>
            </a:r>
            <a:r>
              <a:rPr lang="en-US" sz="2800" dirty="0" err="1" smtClean="0">
                <a:solidFill>
                  <a:schemeClr val="tx1"/>
                </a:solidFill>
                <a:latin typeface="Times New Roman" pitchFamily="18" charset="0"/>
                <a:cs typeface="Times New Roman" pitchFamily="18" charset="0"/>
              </a:rPr>
              <a:t>trẻ</a:t>
            </a:r>
            <a:r>
              <a:rPr lang="en-US" sz="2800" dirty="0" smtClean="0">
                <a:solidFill>
                  <a:schemeClr val="tx1"/>
                </a:solidFill>
                <a:latin typeface="Times New Roman" pitchFamily="18" charset="0"/>
                <a:cs typeface="Times New Roman" pitchFamily="18" charset="0"/>
              </a:rPr>
              <a:t> </a:t>
            </a:r>
            <a:r>
              <a:rPr lang="en-US" sz="2800" dirty="0" err="1" smtClean="0">
                <a:solidFill>
                  <a:schemeClr val="tx1"/>
                </a:solidFill>
                <a:latin typeface="Times New Roman" pitchFamily="18" charset="0"/>
                <a:cs typeface="Times New Roman" pitchFamily="18" charset="0"/>
              </a:rPr>
              <a:t>bằng</a:t>
            </a:r>
            <a:r>
              <a:rPr lang="en-US" sz="2800" dirty="0" smtClean="0">
                <a:solidFill>
                  <a:schemeClr val="tx1"/>
                </a:solidFill>
                <a:latin typeface="Times New Roman" pitchFamily="18" charset="0"/>
                <a:cs typeface="Times New Roman" pitchFamily="18" charset="0"/>
              </a:rPr>
              <a:t> </a:t>
            </a:r>
            <a:r>
              <a:rPr lang="en-US" sz="2800" dirty="0" err="1" smtClean="0">
                <a:solidFill>
                  <a:schemeClr val="tx1"/>
                </a:solidFill>
                <a:latin typeface="Times New Roman" pitchFamily="18" charset="0"/>
                <a:cs typeface="Times New Roman" pitchFamily="18" charset="0"/>
              </a:rPr>
              <a:t>nhiều</a:t>
            </a:r>
            <a:r>
              <a:rPr lang="en-US" sz="2800" dirty="0" smtClean="0">
                <a:solidFill>
                  <a:schemeClr val="tx1"/>
                </a:solidFill>
                <a:latin typeface="Times New Roman" pitchFamily="18" charset="0"/>
                <a:cs typeface="Times New Roman" pitchFamily="18" charset="0"/>
              </a:rPr>
              <a:t> </a:t>
            </a:r>
            <a:r>
              <a:rPr lang="en-US" sz="2800" dirty="0" err="1" smtClean="0">
                <a:solidFill>
                  <a:schemeClr val="tx1"/>
                </a:solidFill>
                <a:latin typeface="Times New Roman" pitchFamily="18" charset="0"/>
                <a:cs typeface="Times New Roman" pitchFamily="18" charset="0"/>
              </a:rPr>
              <a:t>cách</a:t>
            </a:r>
            <a:r>
              <a:rPr lang="en-US" sz="2800" dirty="0" smtClean="0">
                <a:solidFill>
                  <a:schemeClr val="tx1"/>
                </a:solidFill>
                <a:latin typeface="Times New Roman" pitchFamily="18" charset="0"/>
                <a:cs typeface="Times New Roman" pitchFamily="18" charset="0"/>
              </a:rPr>
              <a:t>:</a:t>
            </a:r>
            <a:br>
              <a:rPr lang="en-US" sz="2800" dirty="0" smtClean="0">
                <a:solidFill>
                  <a:schemeClr val="tx1"/>
                </a:solidFill>
                <a:latin typeface="Times New Roman" pitchFamily="18" charset="0"/>
                <a:cs typeface="Times New Roman" pitchFamily="18" charset="0"/>
              </a:rPr>
            </a:br>
            <a:r>
              <a:rPr lang="en-US" sz="2800" dirty="0" smtClean="0">
                <a:solidFill>
                  <a:schemeClr val="tx1"/>
                </a:solidFill>
                <a:latin typeface="Times New Roman" pitchFamily="18" charset="0"/>
                <a:cs typeface="Times New Roman" pitchFamily="18" charset="0"/>
              </a:rPr>
              <a:t>			- Lau </a:t>
            </a:r>
            <a:r>
              <a:rPr lang="en-US" sz="2800" dirty="0" err="1" smtClean="0">
                <a:solidFill>
                  <a:schemeClr val="tx1"/>
                </a:solidFill>
                <a:latin typeface="Times New Roman" pitchFamily="18" charset="0"/>
                <a:cs typeface="Times New Roman" pitchFamily="18" charset="0"/>
              </a:rPr>
              <a:t>ấm</a:t>
            </a:r>
            <a:r>
              <a:rPr lang="en-US" sz="2800" dirty="0" smtClean="0">
                <a:solidFill>
                  <a:schemeClr val="tx1"/>
                </a:solidFill>
                <a:latin typeface="Times New Roman" pitchFamily="18" charset="0"/>
                <a:cs typeface="Times New Roman" pitchFamily="18" charset="0"/>
              </a:rPr>
              <a:t>, </a:t>
            </a:r>
            <a:r>
              <a:rPr lang="en-US" sz="2800" dirty="0" err="1" smtClean="0">
                <a:solidFill>
                  <a:schemeClr val="tx1"/>
                </a:solidFill>
                <a:latin typeface="Times New Roman" pitchFamily="18" charset="0"/>
                <a:cs typeface="Times New Roman" pitchFamily="18" charset="0"/>
              </a:rPr>
              <a:t>mặc</a:t>
            </a:r>
            <a:r>
              <a:rPr lang="en-US" sz="2800" dirty="0" smtClean="0">
                <a:solidFill>
                  <a:schemeClr val="tx1"/>
                </a:solidFill>
                <a:latin typeface="Times New Roman" pitchFamily="18" charset="0"/>
                <a:cs typeface="Times New Roman" pitchFamily="18" charset="0"/>
              </a:rPr>
              <a:t> </a:t>
            </a:r>
            <a:r>
              <a:rPr lang="en-US" sz="2800" dirty="0" err="1" smtClean="0">
                <a:solidFill>
                  <a:schemeClr val="tx1"/>
                </a:solidFill>
                <a:latin typeface="Times New Roman" pitchFamily="18" charset="0"/>
                <a:cs typeface="Times New Roman" pitchFamily="18" charset="0"/>
              </a:rPr>
              <a:t>thoáng</a:t>
            </a:r>
            <a:r>
              <a:rPr lang="en-US" sz="2800" dirty="0">
                <a:solidFill>
                  <a:schemeClr val="tx1"/>
                </a:solidFill>
                <a:latin typeface="Times New Roman" pitchFamily="18" charset="0"/>
                <a:cs typeface="Times New Roman" pitchFamily="18" charset="0"/>
              </a:rPr>
              <a:t>	</a:t>
            </a:r>
            <a:r>
              <a:rPr lang="en-US" sz="2800" dirty="0" smtClean="0">
                <a:solidFill>
                  <a:schemeClr val="tx1"/>
                </a:solidFill>
                <a:latin typeface="Times New Roman" pitchFamily="18" charset="0"/>
                <a:cs typeface="Times New Roman" pitchFamily="18" charset="0"/>
              </a:rPr>
              <a:t>	</a:t>
            </a:r>
            <a:br>
              <a:rPr lang="en-US" sz="2800" dirty="0" smtClean="0">
                <a:solidFill>
                  <a:schemeClr val="tx1"/>
                </a:solidFill>
                <a:latin typeface="Times New Roman" pitchFamily="18" charset="0"/>
                <a:cs typeface="Times New Roman" pitchFamily="18" charset="0"/>
              </a:rPr>
            </a:br>
            <a:r>
              <a:rPr lang="en-US" sz="2800" dirty="0" smtClean="0">
                <a:solidFill>
                  <a:schemeClr val="tx1"/>
                </a:solidFill>
                <a:latin typeface="Times New Roman" pitchFamily="18" charset="0"/>
                <a:cs typeface="Times New Roman" pitchFamily="18" charset="0"/>
              </a:rPr>
              <a:t>			- </a:t>
            </a:r>
            <a:r>
              <a:rPr lang="en-US" sz="2800" dirty="0" err="1" smtClean="0">
                <a:solidFill>
                  <a:schemeClr val="tx1"/>
                </a:solidFill>
                <a:latin typeface="Times New Roman" pitchFamily="18" charset="0"/>
                <a:cs typeface="Times New Roman" pitchFamily="18" charset="0"/>
              </a:rPr>
              <a:t>Sử</a:t>
            </a:r>
            <a:r>
              <a:rPr lang="en-US" sz="2800" dirty="0" smtClean="0">
                <a:solidFill>
                  <a:schemeClr val="tx1"/>
                </a:solidFill>
                <a:latin typeface="Times New Roman" pitchFamily="18" charset="0"/>
                <a:cs typeface="Times New Roman" pitchFamily="18" charset="0"/>
              </a:rPr>
              <a:t> </a:t>
            </a:r>
            <a:r>
              <a:rPr lang="en-US" sz="2800" dirty="0" err="1" smtClean="0">
                <a:solidFill>
                  <a:schemeClr val="tx1"/>
                </a:solidFill>
                <a:latin typeface="Times New Roman" pitchFamily="18" charset="0"/>
                <a:cs typeface="Times New Roman" pitchFamily="18" charset="0"/>
              </a:rPr>
              <a:t>dụng</a:t>
            </a:r>
            <a:r>
              <a:rPr lang="en-US" sz="2800" dirty="0" smtClean="0">
                <a:solidFill>
                  <a:schemeClr val="tx1"/>
                </a:solidFill>
                <a:latin typeface="Times New Roman" pitchFamily="18" charset="0"/>
                <a:cs typeface="Times New Roman" pitchFamily="18" charset="0"/>
              </a:rPr>
              <a:t> </a:t>
            </a:r>
            <a:r>
              <a:rPr lang="en-US" sz="2800" dirty="0" err="1" smtClean="0">
                <a:solidFill>
                  <a:schemeClr val="tx1"/>
                </a:solidFill>
                <a:latin typeface="Times New Roman" pitchFamily="18" charset="0"/>
                <a:cs typeface="Times New Roman" pitchFamily="18" charset="0"/>
              </a:rPr>
              <a:t>thuốc</a:t>
            </a:r>
            <a:r>
              <a:rPr lang="en-US" sz="2800" dirty="0" smtClean="0">
                <a:solidFill>
                  <a:schemeClr val="tx1"/>
                </a:solidFill>
                <a:latin typeface="Times New Roman" pitchFamily="18" charset="0"/>
                <a:cs typeface="Times New Roman" pitchFamily="18" charset="0"/>
              </a:rPr>
              <a:t> </a:t>
            </a:r>
            <a:r>
              <a:rPr lang="en-US" sz="2800" dirty="0" err="1" smtClean="0">
                <a:solidFill>
                  <a:schemeClr val="tx1"/>
                </a:solidFill>
                <a:latin typeface="Times New Roman" pitchFamily="18" charset="0"/>
                <a:cs typeface="Times New Roman" pitchFamily="18" charset="0"/>
              </a:rPr>
              <a:t>hạ</a:t>
            </a:r>
            <a:r>
              <a:rPr lang="en-US" sz="2800" dirty="0" smtClean="0">
                <a:solidFill>
                  <a:schemeClr val="tx1"/>
                </a:solidFill>
                <a:latin typeface="Times New Roman" pitchFamily="18" charset="0"/>
                <a:cs typeface="Times New Roman" pitchFamily="18" charset="0"/>
              </a:rPr>
              <a:t> </a:t>
            </a:r>
            <a:r>
              <a:rPr lang="en-US" sz="2800" dirty="0" err="1" smtClean="0">
                <a:solidFill>
                  <a:schemeClr val="tx1"/>
                </a:solidFill>
                <a:latin typeface="Times New Roman" pitchFamily="18" charset="0"/>
                <a:cs typeface="Times New Roman" pitchFamily="18" charset="0"/>
              </a:rPr>
              <a:t>sốt</a:t>
            </a:r>
            <a:r>
              <a:rPr lang="en-US" sz="2800" dirty="0" smtClean="0">
                <a:solidFill>
                  <a:schemeClr val="tx1"/>
                </a:solidFill>
                <a:latin typeface="Times New Roman" pitchFamily="18" charset="0"/>
                <a:cs typeface="Times New Roman" pitchFamily="18" charset="0"/>
              </a:rPr>
              <a:t> </a:t>
            </a:r>
            <a:r>
              <a:rPr lang="en-US" sz="2800" dirty="0" err="1" smtClean="0">
                <a:solidFill>
                  <a:schemeClr val="tx1"/>
                </a:solidFill>
                <a:latin typeface="Times New Roman" pitchFamily="18" charset="0"/>
                <a:cs typeface="Times New Roman" pitchFamily="18" charset="0"/>
              </a:rPr>
              <a:t>khi</a:t>
            </a:r>
            <a:r>
              <a:rPr lang="en-US" sz="2800" dirty="0" smtClean="0">
                <a:solidFill>
                  <a:schemeClr val="tx1"/>
                </a:solidFill>
                <a:latin typeface="Times New Roman" pitchFamily="18" charset="0"/>
                <a:cs typeface="Times New Roman" pitchFamily="18" charset="0"/>
              </a:rPr>
              <a:t> </a:t>
            </a:r>
            <a:r>
              <a:rPr lang="en-US" sz="2800" dirty="0" err="1" smtClean="0">
                <a:solidFill>
                  <a:schemeClr val="tx1"/>
                </a:solidFill>
                <a:latin typeface="Times New Roman" pitchFamily="18" charset="0"/>
                <a:cs typeface="Times New Roman" pitchFamily="18" charset="0"/>
              </a:rPr>
              <a:t>nhiệt</a:t>
            </a:r>
            <a:r>
              <a:rPr lang="en-US" sz="2800" dirty="0" smtClean="0">
                <a:solidFill>
                  <a:schemeClr val="tx1"/>
                </a:solidFill>
                <a:latin typeface="Times New Roman" pitchFamily="18" charset="0"/>
                <a:cs typeface="Times New Roman" pitchFamily="18" charset="0"/>
              </a:rPr>
              <a:t> </a:t>
            </a:r>
            <a:r>
              <a:rPr lang="en-US" sz="2800" b="1" dirty="0" err="1" smtClean="0">
                <a:solidFill>
                  <a:schemeClr val="tx1"/>
                </a:solidFill>
                <a:latin typeface="Times New Roman" pitchFamily="18" charset="0"/>
                <a:cs typeface="Times New Roman" pitchFamily="18" charset="0"/>
              </a:rPr>
              <a:t>độ</a:t>
            </a:r>
            <a:r>
              <a:rPr lang="en-US" sz="2800" b="1" dirty="0" smtClean="0">
                <a:solidFill>
                  <a:schemeClr val="tx1"/>
                </a:solidFill>
                <a:latin typeface="Times New Roman" pitchFamily="18" charset="0"/>
                <a:cs typeface="Times New Roman" pitchFamily="18" charset="0"/>
              </a:rPr>
              <a:t> ≥ 38,5</a:t>
            </a:r>
            <a:r>
              <a:rPr lang="en-US" sz="2800" b="1" baseline="30000" dirty="0" smtClean="0">
                <a:solidFill>
                  <a:schemeClr val="tx1"/>
                </a:solidFill>
                <a:latin typeface="Times New Roman" pitchFamily="18" charset="0"/>
                <a:cs typeface="Times New Roman" pitchFamily="18" charset="0"/>
              </a:rPr>
              <a:t>0</a:t>
            </a:r>
            <a:r>
              <a:rPr lang="en-US" sz="2800" b="1" dirty="0" smtClean="0">
                <a:solidFill>
                  <a:schemeClr val="tx1"/>
                </a:solidFill>
                <a:latin typeface="Times New Roman" pitchFamily="18" charset="0"/>
                <a:cs typeface="Times New Roman" pitchFamily="18" charset="0"/>
              </a:rPr>
              <a:t>C</a:t>
            </a:r>
            <a:r>
              <a:rPr lang="en-US" sz="2800" dirty="0" smtClean="0">
                <a:solidFill>
                  <a:schemeClr val="tx1"/>
                </a:solidFill>
                <a:latin typeface="Times New Roman" pitchFamily="18" charset="0"/>
                <a:cs typeface="Times New Roman" pitchFamily="18" charset="0"/>
              </a:rPr>
              <a:t/>
            </a:r>
            <a:br>
              <a:rPr lang="en-US" sz="2800" dirty="0" smtClean="0">
                <a:solidFill>
                  <a:schemeClr val="tx1"/>
                </a:solidFill>
                <a:latin typeface="Times New Roman" pitchFamily="18" charset="0"/>
                <a:cs typeface="Times New Roman" pitchFamily="18" charset="0"/>
              </a:rPr>
            </a:br>
            <a:r>
              <a:rPr lang="en-US" sz="2800" dirty="0">
                <a:solidFill>
                  <a:schemeClr val="tx1"/>
                </a:solidFill>
                <a:latin typeface="Times New Roman" pitchFamily="18" charset="0"/>
                <a:cs typeface="Times New Roman" pitchFamily="18" charset="0"/>
              </a:rPr>
              <a:t>	</a:t>
            </a:r>
            <a:r>
              <a:rPr lang="en-US" sz="2800" dirty="0" smtClean="0">
                <a:solidFill>
                  <a:schemeClr val="tx1"/>
                </a:solidFill>
                <a:latin typeface="Times New Roman" pitchFamily="18" charset="0"/>
                <a:cs typeface="Times New Roman" pitchFamily="18" charset="0"/>
              </a:rPr>
              <a:t>		</a:t>
            </a:r>
            <a:r>
              <a:rPr lang="en-US" sz="2800" dirty="0" err="1" smtClean="0">
                <a:solidFill>
                  <a:schemeClr val="tx1"/>
                </a:solidFill>
                <a:latin typeface="Times New Roman" pitchFamily="18" charset="0"/>
                <a:cs typeface="Times New Roman" pitchFamily="18" charset="0"/>
              </a:rPr>
              <a:t>và</a:t>
            </a:r>
            <a:r>
              <a:rPr lang="en-US" sz="2800" dirty="0" smtClean="0">
                <a:solidFill>
                  <a:schemeClr val="tx1"/>
                </a:solidFill>
                <a:latin typeface="Times New Roman" pitchFamily="18" charset="0"/>
                <a:cs typeface="Times New Roman" pitchFamily="18" charset="0"/>
              </a:rPr>
              <a:t> </a:t>
            </a:r>
            <a:r>
              <a:rPr lang="en-US" sz="2800" dirty="0" err="1" smtClean="0">
                <a:solidFill>
                  <a:schemeClr val="tx1"/>
                </a:solidFill>
                <a:latin typeface="Times New Roman" pitchFamily="18" charset="0"/>
                <a:cs typeface="Times New Roman" pitchFamily="18" charset="0"/>
              </a:rPr>
              <a:t>đúng</a:t>
            </a:r>
            <a:r>
              <a:rPr lang="en-US" sz="2800" dirty="0" smtClean="0">
                <a:solidFill>
                  <a:schemeClr val="tx1"/>
                </a:solidFill>
                <a:latin typeface="Times New Roman" pitchFamily="18" charset="0"/>
                <a:cs typeface="Times New Roman" pitchFamily="18" charset="0"/>
              </a:rPr>
              <a:t> </a:t>
            </a:r>
            <a:r>
              <a:rPr lang="en-US" sz="2800" b="1" dirty="0" err="1" smtClean="0">
                <a:solidFill>
                  <a:schemeClr val="tx1"/>
                </a:solidFill>
                <a:latin typeface="Times New Roman" pitchFamily="18" charset="0"/>
                <a:cs typeface="Times New Roman" pitchFamily="18" charset="0"/>
              </a:rPr>
              <a:t>liều</a:t>
            </a:r>
            <a:r>
              <a:rPr lang="en-US" sz="2800" b="1" dirty="0" smtClean="0">
                <a:solidFill>
                  <a:schemeClr val="tx1"/>
                </a:solidFill>
                <a:latin typeface="Times New Roman" pitchFamily="18" charset="0"/>
                <a:cs typeface="Times New Roman" pitchFamily="18" charset="0"/>
              </a:rPr>
              <a:t> </a:t>
            </a:r>
            <a:r>
              <a:rPr lang="en-US" sz="2800" b="1" dirty="0" err="1" smtClean="0">
                <a:solidFill>
                  <a:schemeClr val="tx1"/>
                </a:solidFill>
                <a:latin typeface="Times New Roman" pitchFamily="18" charset="0"/>
                <a:cs typeface="Times New Roman" pitchFamily="18" charset="0"/>
              </a:rPr>
              <a:t>theo</a:t>
            </a:r>
            <a:r>
              <a:rPr lang="en-US" sz="2800" b="1" dirty="0" smtClean="0">
                <a:solidFill>
                  <a:schemeClr val="tx1"/>
                </a:solidFill>
                <a:latin typeface="Times New Roman" pitchFamily="18" charset="0"/>
                <a:cs typeface="Times New Roman" pitchFamily="18" charset="0"/>
              </a:rPr>
              <a:t> </a:t>
            </a:r>
            <a:r>
              <a:rPr lang="en-US" sz="2800" b="1" dirty="0" err="1" smtClean="0">
                <a:solidFill>
                  <a:schemeClr val="tx1"/>
                </a:solidFill>
                <a:latin typeface="Times New Roman" pitchFamily="18" charset="0"/>
                <a:cs typeface="Times New Roman" pitchFamily="18" charset="0"/>
              </a:rPr>
              <a:t>cân</a:t>
            </a:r>
            <a:r>
              <a:rPr lang="en-US" sz="2800" b="1" dirty="0" smtClean="0">
                <a:solidFill>
                  <a:schemeClr val="tx1"/>
                </a:solidFill>
                <a:latin typeface="Times New Roman" pitchFamily="18" charset="0"/>
                <a:cs typeface="Times New Roman" pitchFamily="18" charset="0"/>
              </a:rPr>
              <a:t> </a:t>
            </a:r>
            <a:r>
              <a:rPr lang="en-US" sz="2800" b="1" dirty="0" err="1" smtClean="0">
                <a:solidFill>
                  <a:schemeClr val="tx1"/>
                </a:solidFill>
                <a:latin typeface="Times New Roman" pitchFamily="18" charset="0"/>
                <a:cs typeface="Times New Roman" pitchFamily="18" charset="0"/>
              </a:rPr>
              <a:t>nặng</a:t>
            </a:r>
            <a:endParaRPr lang="en-US" sz="2800" b="1" dirty="0">
              <a:solidFill>
                <a:schemeClr val="tx1"/>
              </a:solidFill>
              <a:latin typeface="Times New Roman" pitchFamily="18" charset="0"/>
              <a:cs typeface="Times New Roman" pitchFamily="18" charset="0"/>
            </a:endParaRPr>
          </a:p>
        </p:txBody>
      </p:sp>
      <p:sp>
        <p:nvSpPr>
          <p:cNvPr id="4" name="Date Placeholder 3"/>
          <p:cNvSpPr>
            <a:spLocks noGrp="1"/>
          </p:cNvSpPr>
          <p:nvPr>
            <p:ph type="dt" sz="half" idx="10"/>
          </p:nvPr>
        </p:nvSpPr>
        <p:spPr/>
        <p:txBody>
          <a:bodyPr/>
          <a:lstStyle/>
          <a:p>
            <a:fld id="{1583A398-837B-4116-B086-E643ECFADE1D}" type="datetime1">
              <a:rPr lang="en-US" smtClean="0"/>
              <a:pPr/>
              <a:t>10/31/2018</a:t>
            </a:fld>
            <a:endParaRPr lang="en-US" dirty="0"/>
          </a:p>
        </p:txBody>
      </p:sp>
    </p:spTree>
    <p:extLst>
      <p:ext uri="{BB962C8B-B14F-4D97-AF65-F5344CB8AC3E}">
        <p14:creationId xmlns:p14="http://schemas.microsoft.com/office/powerpoint/2010/main" xmlns="" val="554422824"/>
      </p:ext>
    </p:extLst>
  </p:cSld>
  <p:clrMapOvr>
    <a:masterClrMapping/>
  </p:clrMapOvr>
  <mc:AlternateContent xmlns:mc="http://schemas.openxmlformats.org/markup-compatibility/2006">
    <mc:Choice xmlns:p14="http://schemas.microsoft.com/office/powerpoint/2010/main" xmlns="" Requires="p14">
      <p:transition spd="slow" p14:dur="1500">
        <p:split orient="vert"/>
      </p:transition>
    </mc:Choice>
    <mc:Fallback>
      <p:transition spd="slow">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sakura1.jpg"/>
          <p:cNvPicPr>
            <a:picLocks noGrp="1" noChangeAspect="1"/>
          </p:cNvPicPr>
          <p:nvPr>
            <p:ph idx="1"/>
          </p:nvPr>
        </p:nvPicPr>
        <p:blipFill>
          <a:blip r:embed="rId2" cstate="print"/>
          <a:stretch>
            <a:fillRect/>
          </a:stretch>
        </p:blipFill>
        <p:spPr>
          <a:xfrm>
            <a:off x="0" y="0"/>
            <a:ext cx="9144000" cy="6858000"/>
          </a:xfrm>
          <a:prstGeom prst="rect">
            <a:avLst/>
          </a:prstGeom>
          <a:ln w="88900" cap="sq" cmpd="thickThin">
            <a:solidFill>
              <a:srgbClr val="000000"/>
            </a:solidFill>
            <a:prstDash val="solid"/>
            <a:miter lim="800000"/>
          </a:ln>
          <a:effectLst>
            <a:innerShdw blurRad="76200">
              <a:srgbClr val="000000"/>
            </a:innerShdw>
          </a:effectLst>
        </p:spPr>
      </p:pic>
      <p:sp>
        <p:nvSpPr>
          <p:cNvPr id="2" name="Title 1"/>
          <p:cNvSpPr>
            <a:spLocks noGrp="1"/>
          </p:cNvSpPr>
          <p:nvPr>
            <p:ph type="title"/>
          </p:nvPr>
        </p:nvSpPr>
        <p:spPr>
          <a:xfrm>
            <a:off x="539552" y="3645024"/>
            <a:ext cx="8229600" cy="1143000"/>
          </a:xfrm>
        </p:spPr>
        <p:txBody>
          <a:bodyPr>
            <a:normAutofit/>
          </a:bodyPr>
          <a:lstStyle/>
          <a:p>
            <a:r>
              <a:rPr lang="en-US" sz="5400" dirty="0" smtClean="0">
                <a:solidFill>
                  <a:srgbClr val="FF0000"/>
                </a:solidFill>
                <a:latin typeface="Times New Roman" pitchFamily="18" charset="0"/>
                <a:cs typeface="Times New Roman" pitchFamily="18" charset="0"/>
              </a:rPr>
              <a:t>Thanks for watching &lt;3</a:t>
            </a:r>
            <a:endParaRPr lang="en-US" sz="5400" dirty="0">
              <a:solidFill>
                <a:srgbClr val="FF0000"/>
              </a:solidFill>
              <a:latin typeface="Times New Roman" pitchFamily="18" charset="0"/>
              <a:cs typeface="Times New Roman" pitchFamily="18" charset="0"/>
            </a:endParaRPr>
          </a:p>
        </p:txBody>
      </p:sp>
    </p:spTree>
  </p:cSld>
  <p:clrMapOvr>
    <a:masterClrMapping/>
  </p:clrMapOvr>
  <mc:AlternateContent xmlns:mc="http://schemas.openxmlformats.org/markup-compatibility/2006">
    <mc:Choice xmlns:p14="http://schemas.microsoft.com/office/powerpoint/2010/main" xmlns="" Requires="p14">
      <p:transition spd="slow" p14:dur="1500">
        <p:split orient="vert"/>
      </p:transition>
    </mc:Choice>
    <mc:Fallback>
      <p:transition spd="slow">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ircle(in)">
                                      <p:cBhvr>
                                        <p:cTn id="7" dur="2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Flow">
  <a:themeElements>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Flow">
      <a:majorFont>
        <a:latin typeface="Calibri"/>
        <a:ea typeface=""/>
        <a:cs typeface=""/>
        <a:font script="Jpan" typeface="ＭＳ Ｐゴシック"/>
        <a:font script="Hang" typeface="HY중고딕"/>
        <a:font script="Hans" typeface="隶书"/>
        <a:font script="Hant" typeface="微軟正黑體"/>
        <a:font script="Arab" typeface="Traditional Arabic"/>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nstantia"/>
        <a:ea typeface=""/>
        <a:cs typeface=""/>
        <a:font script="Jpan" typeface="HGP明朝E"/>
        <a:font script="Hang" typeface="HY신명조"/>
        <a:font script="Hans" typeface="宋体"/>
        <a:font script="Hant" typeface="新細明體"/>
        <a:font script="Arab" typeface="Majalla UI"/>
        <a:font script="Hebr" typeface="David"/>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Flow">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scene3d>
            <a:camera prst="orthographicFront" fov="0">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Flow</Template>
  <TotalTime>784</TotalTime>
  <Words>2885</Words>
  <Application>Microsoft Office PowerPoint</Application>
  <PresentationFormat>On-screen Show (4:3)</PresentationFormat>
  <Paragraphs>338</Paragraphs>
  <Slides>57</Slides>
  <Notes>5</Notes>
  <HiddenSlides>0</HiddenSlides>
  <MMClips>0</MMClips>
  <ScaleCrop>false</ScaleCrop>
  <HeadingPairs>
    <vt:vector size="4" baseType="variant">
      <vt:variant>
        <vt:lpstr>Theme</vt:lpstr>
      </vt:variant>
      <vt:variant>
        <vt:i4>1</vt:i4>
      </vt:variant>
      <vt:variant>
        <vt:lpstr>Slide Titles</vt:lpstr>
      </vt:variant>
      <vt:variant>
        <vt:i4>57</vt:i4>
      </vt:variant>
    </vt:vector>
  </HeadingPairs>
  <TitlesOfParts>
    <vt:vector size="58" baseType="lpstr">
      <vt:lpstr>Flow</vt:lpstr>
      <vt:lpstr>SỐT Ở TRẺ EM</vt:lpstr>
      <vt:lpstr>Slide 2</vt:lpstr>
      <vt:lpstr>      ĐỊNH NGHĨA SỐT </vt:lpstr>
      <vt:lpstr>NGUYÊN NHÂN GÂY SỐT</vt:lpstr>
      <vt:lpstr>Một số nguyên nhân thường gặp</vt:lpstr>
      <vt:lpstr>CƠ CHẾ BỆNH SINH</vt:lpstr>
      <vt:lpstr>GIAI ĐOẠN</vt:lpstr>
      <vt:lpstr>Thay Đổi Chuyển Hóa Trong Sốt</vt:lpstr>
      <vt:lpstr>Thay Đổi Chức Năng Trong Sốt</vt:lpstr>
      <vt:lpstr>LỢI ÍCH CỦA SỐT</vt:lpstr>
      <vt:lpstr>Tác dụng không tốt của sốt</vt:lpstr>
      <vt:lpstr>DỤNG CỤ ĐO NHIỆT ĐỘ</vt:lpstr>
      <vt:lpstr>DỤNG CỤ ĐO NHIỆT ĐỘ</vt:lpstr>
      <vt:lpstr>Slide 14</vt:lpstr>
      <vt:lpstr>Slide 15</vt:lpstr>
      <vt:lpstr>Slide 16</vt:lpstr>
      <vt:lpstr>PHÂN LOẠI 1. Theo mức độ</vt:lpstr>
      <vt:lpstr>2. Theo thời gian</vt:lpstr>
      <vt:lpstr>3. Theo kiểu sốt</vt:lpstr>
      <vt:lpstr>4. Theo kiểu khởi phát sốt</vt:lpstr>
      <vt:lpstr>TIẾP CẬN TRẺ BỊ SỐT</vt:lpstr>
      <vt:lpstr>TIẾP CẬN TRẺ BỊ SỐT</vt:lpstr>
      <vt:lpstr>ĐÁNH GIÁ PHÂN LOẠI VÀ XÁC ĐỊNH ĐIỀU TRỊ</vt:lpstr>
      <vt:lpstr>1. Tuyến y tế cơ sở</vt:lpstr>
      <vt:lpstr>Slide 25</vt:lpstr>
      <vt:lpstr>Slide 26</vt:lpstr>
      <vt:lpstr>2. Tuyến bệnh viện</vt:lpstr>
      <vt:lpstr>ĐIỀU TRỊ</vt:lpstr>
      <vt:lpstr>1. NGUYÊN TẮC</vt:lpstr>
      <vt:lpstr>2. Điều Trị Thuốc</vt:lpstr>
      <vt:lpstr>Slide 31</vt:lpstr>
      <vt:lpstr>Slide 32</vt:lpstr>
      <vt:lpstr>3. ĐIỀU TRỊ BẰNG CÁC PHUƠNG PHÁP VẬT LÝ</vt:lpstr>
      <vt:lpstr>CHĂM SÓC TRẺ BỊ SỐT TẠI NHÀ</vt:lpstr>
      <vt:lpstr>Slide 35</vt:lpstr>
      <vt:lpstr>NHỮNG ĐIỀU CẦN TRÁNH KHI CHĂM SÓC TRẺ Ở NHÀ</vt:lpstr>
      <vt:lpstr>Slide 37</vt:lpstr>
      <vt:lpstr>Slide 38</vt:lpstr>
      <vt:lpstr>KHI NÀO ĐƯA TRẺ ĐI KHÁM???</vt:lpstr>
      <vt:lpstr>Slide 40</vt:lpstr>
      <vt:lpstr>Slide 41</vt:lpstr>
      <vt:lpstr>CASE LÂM SÀNG</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     KẾT LUẬN + Sốt là sự tăng nhiệt độ cơ thể do thay đổi điểm điều nhiệt ờ vùng dưới đồi  + Sốt gặp trong nhiều bệnh lý, cần thăm khám đầy đủ, đặc biệt là với trẻ &lt; 3 tháng.  + Sốt cao co giật là lành tính và tiên lượng tốt, thường tự giới hạn và không để lại di chứng. Tuy nhiên dễ nhầm lẫn với các bệnh khác nên cần tới trung tâm y tế gần nhất để thăm khám.  + Hạ nhiệt cho trẻ bằng nhiều cách:    - Lau ấm, mặc thoáng      - Sử dụng thuốc hạ sốt khi nhiệt độ ≥ 38,50C    và đúng liều theo cân nặng</vt:lpstr>
      <vt:lpstr>Thanks for watching &lt;3</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SỐT</dc:title>
  <dc:creator>LAPTOP XUANTA</dc:creator>
  <cp:lastModifiedBy>User</cp:lastModifiedBy>
  <cp:revision>80</cp:revision>
  <dcterms:created xsi:type="dcterms:W3CDTF">2018-10-28T01:53:35Z</dcterms:created>
  <dcterms:modified xsi:type="dcterms:W3CDTF">2018-10-30T17:53:56Z</dcterms:modified>
</cp:coreProperties>
</file>