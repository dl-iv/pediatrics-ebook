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42"/>
  </p:notesMasterIdLst>
  <p:sldIdLst>
    <p:sldId id="256" r:id="rId2"/>
    <p:sldId id="257" r:id="rId3"/>
    <p:sldId id="319" r:id="rId4"/>
    <p:sldId id="258" r:id="rId5"/>
    <p:sldId id="259" r:id="rId6"/>
    <p:sldId id="260" r:id="rId7"/>
    <p:sldId id="261" r:id="rId8"/>
    <p:sldId id="263" r:id="rId9"/>
    <p:sldId id="291" r:id="rId10"/>
    <p:sldId id="292" r:id="rId11"/>
    <p:sldId id="293" r:id="rId12"/>
    <p:sldId id="295" r:id="rId13"/>
    <p:sldId id="294" r:id="rId14"/>
    <p:sldId id="320" r:id="rId15"/>
    <p:sldId id="288" r:id="rId16"/>
    <p:sldId id="265" r:id="rId17"/>
    <p:sldId id="296" r:id="rId18"/>
    <p:sldId id="298" r:id="rId19"/>
    <p:sldId id="299" r:id="rId20"/>
    <p:sldId id="300" r:id="rId21"/>
    <p:sldId id="303" r:id="rId22"/>
    <p:sldId id="304" r:id="rId23"/>
    <p:sldId id="305" r:id="rId24"/>
    <p:sldId id="306" r:id="rId25"/>
    <p:sldId id="272" r:id="rId26"/>
    <p:sldId id="308" r:id="rId27"/>
    <p:sldId id="309" r:id="rId28"/>
    <p:sldId id="310" r:id="rId29"/>
    <p:sldId id="311" r:id="rId30"/>
    <p:sldId id="312" r:id="rId31"/>
    <p:sldId id="313" r:id="rId32"/>
    <p:sldId id="314" r:id="rId33"/>
    <p:sldId id="315" r:id="rId34"/>
    <p:sldId id="316" r:id="rId35"/>
    <p:sldId id="317" r:id="rId36"/>
    <p:sldId id="322" r:id="rId37"/>
    <p:sldId id="324" r:id="rId38"/>
    <p:sldId id="326" r:id="rId39"/>
    <p:sldId id="327" r:id="rId40"/>
    <p:sldId id="318" r:id="rId41"/>
  </p:sldIdLst>
  <p:sldSz cx="9144000" cy="5143500" type="screen16x9"/>
  <p:notesSz cx="6858000" cy="9144000"/>
  <p:embeddedFontLst>
    <p:embeddedFont>
      <p:font typeface="Roboto Condensed" panose="020B0604020202020204" charset="0"/>
      <p:regular r:id="rId43"/>
      <p:bold r:id="rId44"/>
      <p:italic r:id="rId45"/>
      <p:boldItalic r:id="rId46"/>
    </p:embeddedFont>
    <p:embeddedFont>
      <p:font typeface="Calibri" panose="020F0502020204030204" pitchFamily="34" charset="0"/>
      <p:regular r:id="rId47"/>
      <p:bold r:id="rId48"/>
      <p:italic r:id="rId49"/>
      <p:boldItalic r:id="rId50"/>
    </p:embeddedFont>
    <p:embeddedFont>
      <p:font typeface="Oswald" panose="020B0604020202020204"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EB37F0-D413-4C17-98B0-8639E86B3E09}">
  <a:tblStyle styleId="{E3EB37F0-D413-4C17-98B0-8639E86B3E0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2182" autoAdjust="0"/>
  </p:normalViewPr>
  <p:slideViewPr>
    <p:cSldViewPr snapToGrid="0">
      <p:cViewPr varScale="1">
        <p:scale>
          <a:sx n="80" d="100"/>
          <a:sy n="80" d="100"/>
        </p:scale>
        <p:origin x="1116" y="7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3A9BC3-4288-4B55-BEE2-A02D71859D3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FCF525C-B5DC-40EB-BD1A-533F8C67BECA}">
      <dgm:prSet phldrT="[Text]"/>
      <dgm:spPr/>
      <dgm:t>
        <a:bodyPr/>
        <a:lstStyle/>
        <a:p>
          <a:r>
            <a:rPr lang="en-US" i="1" dirty="0" smtClean="0">
              <a:latin typeface="Times New Roman"/>
              <a:ea typeface="Calibri"/>
            </a:rPr>
            <a:t>- Enterovirus</a:t>
          </a:r>
          <a:r>
            <a:rPr lang="en-US" dirty="0" smtClean="0">
              <a:latin typeface="Times New Roman"/>
              <a:ea typeface="Calibri"/>
            </a:rPr>
            <a:t> gặp ở khắp thế giới, gây nhiễm vào cuối hè-đầu thu ở vùng ôn đới nhưng quanh năm ở vùng nhiệt đới</a:t>
          </a:r>
          <a:endParaRPr lang="en-US" dirty="0"/>
        </a:p>
      </dgm:t>
    </dgm:pt>
    <dgm:pt modelId="{981989F3-7E94-4F17-8AAB-084491761AD4}" type="parTrans" cxnId="{C1B7460A-193C-40F3-8E47-BB73B5A51A57}">
      <dgm:prSet/>
      <dgm:spPr/>
      <dgm:t>
        <a:bodyPr/>
        <a:lstStyle/>
        <a:p>
          <a:endParaRPr lang="en-US"/>
        </a:p>
      </dgm:t>
    </dgm:pt>
    <dgm:pt modelId="{87CF3F50-2190-43E1-8936-FAB49960A7C3}" type="sibTrans" cxnId="{C1B7460A-193C-40F3-8E47-BB73B5A51A57}">
      <dgm:prSet/>
      <dgm:spPr/>
      <dgm:t>
        <a:bodyPr/>
        <a:lstStyle/>
        <a:p>
          <a:endParaRPr lang="en-US"/>
        </a:p>
      </dgm:t>
    </dgm:pt>
    <dgm:pt modelId="{9162146A-38DF-405C-8DC2-851C1BB07321}">
      <dgm:prSet phldrT="[Text]"/>
      <dgm:spPr/>
      <dgm:t>
        <a:bodyPr/>
        <a:lstStyle/>
        <a:p>
          <a:r>
            <a:rPr lang="en-US" dirty="0" smtClean="0">
              <a:latin typeface="Times New Roman"/>
              <a:ea typeface="Calibri"/>
            </a:rPr>
            <a:t>- </a:t>
          </a:r>
          <a:r>
            <a:rPr lang="vi-VN" dirty="0" smtClean="0">
              <a:latin typeface="Times New Roman"/>
              <a:ea typeface="Calibri"/>
            </a:rPr>
            <a:t>C</a:t>
          </a:r>
          <a:r>
            <a:rPr lang="en-US" dirty="0" err="1" smtClean="0">
              <a:latin typeface="Times New Roman"/>
              <a:ea typeface="Calibri"/>
            </a:rPr>
            <a:t>ác</a:t>
          </a:r>
          <a:r>
            <a:rPr lang="en-US" dirty="0" smtClean="0">
              <a:latin typeface="Times New Roman"/>
              <a:ea typeface="Calibri"/>
            </a:rPr>
            <a:t> virus quai bị, sởi, thủy đậu-giời leo hay gặp hơn vào mùa đông xuân.</a:t>
          </a:r>
          <a:endParaRPr lang="en-US" dirty="0"/>
        </a:p>
      </dgm:t>
    </dgm:pt>
    <dgm:pt modelId="{6EB95037-ECBE-42BA-AC02-1AE6A8D943AE}" type="parTrans" cxnId="{78361DB4-8053-4634-B74A-56F7E07BF7C6}">
      <dgm:prSet/>
      <dgm:spPr/>
      <dgm:t>
        <a:bodyPr/>
        <a:lstStyle/>
        <a:p>
          <a:endParaRPr lang="en-US"/>
        </a:p>
      </dgm:t>
    </dgm:pt>
    <dgm:pt modelId="{482CF555-74F1-4FD3-B19D-32BBEB8744A4}" type="sibTrans" cxnId="{78361DB4-8053-4634-B74A-56F7E07BF7C6}">
      <dgm:prSet/>
      <dgm:spPr/>
      <dgm:t>
        <a:bodyPr/>
        <a:lstStyle/>
        <a:p>
          <a:endParaRPr lang="en-US"/>
        </a:p>
      </dgm:t>
    </dgm:pt>
    <dgm:pt modelId="{1142A99D-9BFF-4698-ACF3-BD4FB35D7669}">
      <dgm:prSet phldrT="[Text]"/>
      <dgm:spPr/>
      <dgm:t>
        <a:bodyPr/>
        <a:lstStyle/>
        <a:p>
          <a:r>
            <a:rPr lang="vi-VN" dirty="0" smtClean="0">
              <a:solidFill>
                <a:schemeClr val="bg1"/>
              </a:solidFill>
              <a:latin typeface="Times New Roman"/>
              <a:ea typeface="Calibri"/>
            </a:rPr>
            <a:t>-C</a:t>
          </a:r>
          <a:r>
            <a:rPr lang="en-US" dirty="0" err="1" smtClean="0">
              <a:solidFill>
                <a:schemeClr val="bg1"/>
              </a:solidFill>
              <a:latin typeface="Times New Roman"/>
              <a:ea typeface="Calibri"/>
            </a:rPr>
            <a:t>ác</a:t>
          </a:r>
          <a:r>
            <a:rPr lang="en-US" dirty="0" smtClean="0">
              <a:solidFill>
                <a:schemeClr val="bg1"/>
              </a:solidFill>
              <a:latin typeface="Times New Roman"/>
              <a:ea typeface="Calibri"/>
            </a:rPr>
            <a:t> virus quai bị, sởi, thủy đậu-giời leo hay gặp hơn vào mùa đông xuân</a:t>
          </a:r>
          <a:endParaRPr lang="en-US" dirty="0">
            <a:solidFill>
              <a:schemeClr val="bg1"/>
            </a:solidFill>
          </a:endParaRPr>
        </a:p>
      </dgm:t>
    </dgm:pt>
    <dgm:pt modelId="{5345E5A3-2229-4334-AFFB-4EA45DA87F32}" type="parTrans" cxnId="{5132A739-0073-4DC7-8C6A-7C52B76CB77E}">
      <dgm:prSet/>
      <dgm:spPr/>
      <dgm:t>
        <a:bodyPr/>
        <a:lstStyle/>
        <a:p>
          <a:endParaRPr lang="en-US"/>
        </a:p>
      </dgm:t>
    </dgm:pt>
    <dgm:pt modelId="{F9FF47F4-3F53-494F-A4E4-E912410B3D81}" type="sibTrans" cxnId="{5132A739-0073-4DC7-8C6A-7C52B76CB77E}">
      <dgm:prSet/>
      <dgm:spPr/>
      <dgm:t>
        <a:bodyPr/>
        <a:lstStyle/>
        <a:p>
          <a:endParaRPr lang="en-US"/>
        </a:p>
      </dgm:t>
    </dgm:pt>
    <dgm:pt modelId="{BA05BADE-2D83-47D7-9373-0A51CD4A5F11}" type="pres">
      <dgm:prSet presAssocID="{163A9BC3-4288-4B55-BEE2-A02D71859D3A}" presName="linear" presStyleCnt="0">
        <dgm:presLayoutVars>
          <dgm:dir/>
          <dgm:animLvl val="lvl"/>
          <dgm:resizeHandles val="exact"/>
        </dgm:presLayoutVars>
      </dgm:prSet>
      <dgm:spPr/>
      <dgm:t>
        <a:bodyPr/>
        <a:lstStyle/>
        <a:p>
          <a:endParaRPr lang="en-US"/>
        </a:p>
      </dgm:t>
    </dgm:pt>
    <dgm:pt modelId="{89D065D8-A14D-454F-8959-CEF77B951B23}" type="pres">
      <dgm:prSet presAssocID="{8FCF525C-B5DC-40EB-BD1A-533F8C67BECA}" presName="parentLin" presStyleCnt="0"/>
      <dgm:spPr/>
    </dgm:pt>
    <dgm:pt modelId="{74BF91A4-9A2C-46C4-AF23-5826D8C3BA37}" type="pres">
      <dgm:prSet presAssocID="{8FCF525C-B5DC-40EB-BD1A-533F8C67BECA}" presName="parentLeftMargin" presStyleLbl="node1" presStyleIdx="0" presStyleCnt="3"/>
      <dgm:spPr/>
      <dgm:t>
        <a:bodyPr/>
        <a:lstStyle/>
        <a:p>
          <a:endParaRPr lang="en-US"/>
        </a:p>
      </dgm:t>
    </dgm:pt>
    <dgm:pt modelId="{7E0651AB-E410-412D-ABEA-AFED2F05CD2F}" type="pres">
      <dgm:prSet presAssocID="{8FCF525C-B5DC-40EB-BD1A-533F8C67BECA}" presName="parentText" presStyleLbl="node1" presStyleIdx="0" presStyleCnt="3">
        <dgm:presLayoutVars>
          <dgm:chMax val="0"/>
          <dgm:bulletEnabled val="1"/>
        </dgm:presLayoutVars>
      </dgm:prSet>
      <dgm:spPr/>
      <dgm:t>
        <a:bodyPr/>
        <a:lstStyle/>
        <a:p>
          <a:endParaRPr lang="en-US"/>
        </a:p>
      </dgm:t>
    </dgm:pt>
    <dgm:pt modelId="{EAB2FF1D-E935-40F4-9D1A-DA9626DB4F04}" type="pres">
      <dgm:prSet presAssocID="{8FCF525C-B5DC-40EB-BD1A-533F8C67BECA}" presName="negativeSpace" presStyleCnt="0"/>
      <dgm:spPr/>
    </dgm:pt>
    <dgm:pt modelId="{378DD124-67D0-4031-94A3-C3BBA2E8EC26}" type="pres">
      <dgm:prSet presAssocID="{8FCF525C-B5DC-40EB-BD1A-533F8C67BECA}" presName="childText" presStyleLbl="conFgAcc1" presStyleIdx="0" presStyleCnt="3">
        <dgm:presLayoutVars>
          <dgm:bulletEnabled val="1"/>
        </dgm:presLayoutVars>
        <dgm:style>
          <a:lnRef idx="1">
            <a:schemeClr val="accent6"/>
          </a:lnRef>
          <a:fillRef idx="2">
            <a:schemeClr val="accent6"/>
          </a:fillRef>
          <a:effectRef idx="1">
            <a:schemeClr val="accent6"/>
          </a:effectRef>
          <a:fontRef idx="minor">
            <a:schemeClr val="dk1"/>
          </a:fontRef>
        </dgm:style>
      </dgm:prSet>
      <dgm:spPr/>
      <dgm:t>
        <a:bodyPr/>
        <a:lstStyle/>
        <a:p>
          <a:endParaRPr lang="en-US"/>
        </a:p>
      </dgm:t>
    </dgm:pt>
    <dgm:pt modelId="{3D0A5013-1D0D-45E1-990B-644F0AEEB360}" type="pres">
      <dgm:prSet presAssocID="{87CF3F50-2190-43E1-8936-FAB49960A7C3}" presName="spaceBetweenRectangles" presStyleCnt="0"/>
      <dgm:spPr/>
    </dgm:pt>
    <dgm:pt modelId="{2BFBCE72-F7FE-4BC4-8801-2E744A785FD7}" type="pres">
      <dgm:prSet presAssocID="{9162146A-38DF-405C-8DC2-851C1BB07321}" presName="parentLin" presStyleCnt="0"/>
      <dgm:spPr/>
    </dgm:pt>
    <dgm:pt modelId="{030FA7E6-3484-416A-BD2E-7E56896EF568}" type="pres">
      <dgm:prSet presAssocID="{9162146A-38DF-405C-8DC2-851C1BB07321}" presName="parentLeftMargin" presStyleLbl="node1" presStyleIdx="0" presStyleCnt="3"/>
      <dgm:spPr/>
      <dgm:t>
        <a:bodyPr/>
        <a:lstStyle/>
        <a:p>
          <a:endParaRPr lang="en-US"/>
        </a:p>
      </dgm:t>
    </dgm:pt>
    <dgm:pt modelId="{B4F35CE3-9BB3-4960-B6FF-82F5E20AA780}" type="pres">
      <dgm:prSet presAssocID="{9162146A-38DF-405C-8DC2-851C1BB07321}" presName="parentText" presStyleLbl="node1" presStyleIdx="1" presStyleCnt="3">
        <dgm:presLayoutVars>
          <dgm:chMax val="0"/>
          <dgm:bulletEnabled val="1"/>
        </dgm:presLayoutVars>
      </dgm:prSet>
      <dgm:spPr/>
      <dgm:t>
        <a:bodyPr/>
        <a:lstStyle/>
        <a:p>
          <a:endParaRPr lang="en-US"/>
        </a:p>
      </dgm:t>
    </dgm:pt>
    <dgm:pt modelId="{2D5A4A3A-F560-43A4-8DA9-58F67420EAE2}" type="pres">
      <dgm:prSet presAssocID="{9162146A-38DF-405C-8DC2-851C1BB07321}" presName="negativeSpace" presStyleCnt="0"/>
      <dgm:spPr/>
    </dgm:pt>
    <dgm:pt modelId="{149B6295-3102-4754-90B7-FA3685B56B68}" type="pres">
      <dgm:prSet presAssocID="{9162146A-38DF-405C-8DC2-851C1BB07321}" presName="childText" presStyleLbl="conFgAcc1" presStyleIdx="1" presStyleCnt="3">
        <dgm:presLayoutVars>
          <dgm:bulletEnabled val="1"/>
        </dgm:presLayoutVars>
        <dgm:style>
          <a:lnRef idx="1">
            <a:schemeClr val="accent5"/>
          </a:lnRef>
          <a:fillRef idx="3">
            <a:schemeClr val="accent5"/>
          </a:fillRef>
          <a:effectRef idx="2">
            <a:schemeClr val="accent5"/>
          </a:effectRef>
          <a:fontRef idx="minor">
            <a:schemeClr val="lt1"/>
          </a:fontRef>
        </dgm:style>
      </dgm:prSet>
      <dgm:spPr/>
      <dgm:t>
        <a:bodyPr/>
        <a:lstStyle/>
        <a:p>
          <a:endParaRPr lang="en-US"/>
        </a:p>
      </dgm:t>
    </dgm:pt>
    <dgm:pt modelId="{B7E505A4-9E7F-424A-A17B-016F8DA5E3CF}" type="pres">
      <dgm:prSet presAssocID="{482CF555-74F1-4FD3-B19D-32BBEB8744A4}" presName="spaceBetweenRectangles" presStyleCnt="0"/>
      <dgm:spPr/>
    </dgm:pt>
    <dgm:pt modelId="{4ECA7946-0BA3-4247-A563-D5A86CBC7BD1}" type="pres">
      <dgm:prSet presAssocID="{1142A99D-9BFF-4698-ACF3-BD4FB35D7669}" presName="parentLin" presStyleCnt="0"/>
      <dgm:spPr/>
    </dgm:pt>
    <dgm:pt modelId="{44F81194-9591-4E3E-91A6-4174638B596F}" type="pres">
      <dgm:prSet presAssocID="{1142A99D-9BFF-4698-ACF3-BD4FB35D7669}" presName="parentLeftMargin" presStyleLbl="node1" presStyleIdx="1" presStyleCnt="3"/>
      <dgm:spPr/>
      <dgm:t>
        <a:bodyPr/>
        <a:lstStyle/>
        <a:p>
          <a:endParaRPr lang="en-US"/>
        </a:p>
      </dgm:t>
    </dgm:pt>
    <dgm:pt modelId="{1284CC48-9F5F-43DA-9E16-EA43CDC24379}" type="pres">
      <dgm:prSet presAssocID="{1142A99D-9BFF-4698-ACF3-BD4FB35D7669}" presName="parentText" presStyleLbl="node1" presStyleIdx="2" presStyleCnt="3">
        <dgm:presLayoutVars>
          <dgm:chMax val="0"/>
          <dgm:bulletEnabled val="1"/>
        </dgm:presLayoutVars>
      </dgm:prSet>
      <dgm:spPr/>
      <dgm:t>
        <a:bodyPr/>
        <a:lstStyle/>
        <a:p>
          <a:endParaRPr lang="en-US"/>
        </a:p>
      </dgm:t>
    </dgm:pt>
    <dgm:pt modelId="{146399A3-5C4A-4BA6-91C0-17D51979A4C3}" type="pres">
      <dgm:prSet presAssocID="{1142A99D-9BFF-4698-ACF3-BD4FB35D7669}" presName="negativeSpace" presStyleCnt="0"/>
      <dgm:spPr/>
    </dgm:pt>
    <dgm:pt modelId="{2875CA8E-2149-4454-B3AC-5F01AAF5D160}" type="pres">
      <dgm:prSet presAssocID="{1142A99D-9BFF-4698-ACF3-BD4FB35D7669}" presName="childText" presStyleLbl="conFgAcc1" presStyleIdx="2" presStyleCnt="3">
        <dgm:presLayoutVars>
          <dgm:bulletEnabled val="1"/>
        </dgm:presLayoutVars>
        <dgm:style>
          <a:lnRef idx="0">
            <a:schemeClr val="accent2"/>
          </a:lnRef>
          <a:fillRef idx="3">
            <a:schemeClr val="accent2"/>
          </a:fillRef>
          <a:effectRef idx="3">
            <a:schemeClr val="accent2"/>
          </a:effectRef>
          <a:fontRef idx="minor">
            <a:schemeClr val="lt1"/>
          </a:fontRef>
        </dgm:style>
      </dgm:prSet>
      <dgm:spPr/>
      <dgm:t>
        <a:bodyPr/>
        <a:lstStyle/>
        <a:p>
          <a:endParaRPr lang="en-US"/>
        </a:p>
      </dgm:t>
    </dgm:pt>
  </dgm:ptLst>
  <dgm:cxnLst>
    <dgm:cxn modelId="{79E3803D-062D-4EB3-8C90-EB9907053C8E}" type="presOf" srcId="{8FCF525C-B5DC-40EB-BD1A-533F8C67BECA}" destId="{74BF91A4-9A2C-46C4-AF23-5826D8C3BA37}" srcOrd="0" destOrd="0" presId="urn:microsoft.com/office/officeart/2005/8/layout/list1"/>
    <dgm:cxn modelId="{C1B7460A-193C-40F3-8E47-BB73B5A51A57}" srcId="{163A9BC3-4288-4B55-BEE2-A02D71859D3A}" destId="{8FCF525C-B5DC-40EB-BD1A-533F8C67BECA}" srcOrd="0" destOrd="0" parTransId="{981989F3-7E94-4F17-8AAB-084491761AD4}" sibTransId="{87CF3F50-2190-43E1-8936-FAB49960A7C3}"/>
    <dgm:cxn modelId="{D1C6BD90-CFE1-4457-A37C-F29AFE4BA068}" type="presOf" srcId="{1142A99D-9BFF-4698-ACF3-BD4FB35D7669}" destId="{44F81194-9591-4E3E-91A6-4174638B596F}" srcOrd="0" destOrd="0" presId="urn:microsoft.com/office/officeart/2005/8/layout/list1"/>
    <dgm:cxn modelId="{5132A739-0073-4DC7-8C6A-7C52B76CB77E}" srcId="{163A9BC3-4288-4B55-BEE2-A02D71859D3A}" destId="{1142A99D-9BFF-4698-ACF3-BD4FB35D7669}" srcOrd="2" destOrd="0" parTransId="{5345E5A3-2229-4334-AFFB-4EA45DA87F32}" sibTransId="{F9FF47F4-3F53-494F-A4E4-E912410B3D81}"/>
    <dgm:cxn modelId="{0D03AD12-0F07-4B99-8E91-66E0D0D648FF}" type="presOf" srcId="{9162146A-38DF-405C-8DC2-851C1BB07321}" destId="{030FA7E6-3484-416A-BD2E-7E56896EF568}" srcOrd="0" destOrd="0" presId="urn:microsoft.com/office/officeart/2005/8/layout/list1"/>
    <dgm:cxn modelId="{727454A4-1E30-4847-8FD1-F1BCD105EA63}" type="presOf" srcId="{1142A99D-9BFF-4698-ACF3-BD4FB35D7669}" destId="{1284CC48-9F5F-43DA-9E16-EA43CDC24379}" srcOrd="1" destOrd="0" presId="urn:microsoft.com/office/officeart/2005/8/layout/list1"/>
    <dgm:cxn modelId="{53653F40-98AA-499E-861C-6028538C196E}" type="presOf" srcId="{163A9BC3-4288-4B55-BEE2-A02D71859D3A}" destId="{BA05BADE-2D83-47D7-9373-0A51CD4A5F11}" srcOrd="0" destOrd="0" presId="urn:microsoft.com/office/officeart/2005/8/layout/list1"/>
    <dgm:cxn modelId="{78361DB4-8053-4634-B74A-56F7E07BF7C6}" srcId="{163A9BC3-4288-4B55-BEE2-A02D71859D3A}" destId="{9162146A-38DF-405C-8DC2-851C1BB07321}" srcOrd="1" destOrd="0" parTransId="{6EB95037-ECBE-42BA-AC02-1AE6A8D943AE}" sibTransId="{482CF555-74F1-4FD3-B19D-32BBEB8744A4}"/>
    <dgm:cxn modelId="{F355868A-60DC-4E52-8416-5F0049D50130}" type="presOf" srcId="{9162146A-38DF-405C-8DC2-851C1BB07321}" destId="{B4F35CE3-9BB3-4960-B6FF-82F5E20AA780}" srcOrd="1" destOrd="0" presId="urn:microsoft.com/office/officeart/2005/8/layout/list1"/>
    <dgm:cxn modelId="{BF7ECA58-7D02-4C52-ACD6-A3FBB4BF870B}" type="presOf" srcId="{8FCF525C-B5DC-40EB-BD1A-533F8C67BECA}" destId="{7E0651AB-E410-412D-ABEA-AFED2F05CD2F}" srcOrd="1" destOrd="0" presId="urn:microsoft.com/office/officeart/2005/8/layout/list1"/>
    <dgm:cxn modelId="{66C17940-5552-46E2-9C83-59919B2EDEE2}" type="presParOf" srcId="{BA05BADE-2D83-47D7-9373-0A51CD4A5F11}" destId="{89D065D8-A14D-454F-8959-CEF77B951B23}" srcOrd="0" destOrd="0" presId="urn:microsoft.com/office/officeart/2005/8/layout/list1"/>
    <dgm:cxn modelId="{D01FEE76-A011-4734-B7A5-92EB4F34F6C7}" type="presParOf" srcId="{89D065D8-A14D-454F-8959-CEF77B951B23}" destId="{74BF91A4-9A2C-46C4-AF23-5826D8C3BA37}" srcOrd="0" destOrd="0" presId="urn:microsoft.com/office/officeart/2005/8/layout/list1"/>
    <dgm:cxn modelId="{08FADF13-4041-4ABE-9DC3-3611F1E2BDCB}" type="presParOf" srcId="{89D065D8-A14D-454F-8959-CEF77B951B23}" destId="{7E0651AB-E410-412D-ABEA-AFED2F05CD2F}" srcOrd="1" destOrd="0" presId="urn:microsoft.com/office/officeart/2005/8/layout/list1"/>
    <dgm:cxn modelId="{1345550D-84F6-477D-96D6-76C6835F5288}" type="presParOf" srcId="{BA05BADE-2D83-47D7-9373-0A51CD4A5F11}" destId="{EAB2FF1D-E935-40F4-9D1A-DA9626DB4F04}" srcOrd="1" destOrd="0" presId="urn:microsoft.com/office/officeart/2005/8/layout/list1"/>
    <dgm:cxn modelId="{D554E113-507F-4FFC-9039-46CDA75E094E}" type="presParOf" srcId="{BA05BADE-2D83-47D7-9373-0A51CD4A5F11}" destId="{378DD124-67D0-4031-94A3-C3BBA2E8EC26}" srcOrd="2" destOrd="0" presId="urn:microsoft.com/office/officeart/2005/8/layout/list1"/>
    <dgm:cxn modelId="{3F9CD5ED-BBC6-4F7C-AF67-60B609E1C047}" type="presParOf" srcId="{BA05BADE-2D83-47D7-9373-0A51CD4A5F11}" destId="{3D0A5013-1D0D-45E1-990B-644F0AEEB360}" srcOrd="3" destOrd="0" presId="urn:microsoft.com/office/officeart/2005/8/layout/list1"/>
    <dgm:cxn modelId="{480B6D76-EDC6-446E-AD88-202A68763212}" type="presParOf" srcId="{BA05BADE-2D83-47D7-9373-0A51CD4A5F11}" destId="{2BFBCE72-F7FE-4BC4-8801-2E744A785FD7}" srcOrd="4" destOrd="0" presId="urn:microsoft.com/office/officeart/2005/8/layout/list1"/>
    <dgm:cxn modelId="{8AD46CB1-0C59-4C0A-A41F-E397406FE9FB}" type="presParOf" srcId="{2BFBCE72-F7FE-4BC4-8801-2E744A785FD7}" destId="{030FA7E6-3484-416A-BD2E-7E56896EF568}" srcOrd="0" destOrd="0" presId="urn:microsoft.com/office/officeart/2005/8/layout/list1"/>
    <dgm:cxn modelId="{C5681A61-7C25-42A3-A4CA-4100F3FEBA4F}" type="presParOf" srcId="{2BFBCE72-F7FE-4BC4-8801-2E744A785FD7}" destId="{B4F35CE3-9BB3-4960-B6FF-82F5E20AA780}" srcOrd="1" destOrd="0" presId="urn:microsoft.com/office/officeart/2005/8/layout/list1"/>
    <dgm:cxn modelId="{CEAA33FD-C47E-4CED-9EC0-281576A787AD}" type="presParOf" srcId="{BA05BADE-2D83-47D7-9373-0A51CD4A5F11}" destId="{2D5A4A3A-F560-43A4-8DA9-58F67420EAE2}" srcOrd="5" destOrd="0" presId="urn:microsoft.com/office/officeart/2005/8/layout/list1"/>
    <dgm:cxn modelId="{4D02FC60-780F-48FD-9A62-583D8A21FF7B}" type="presParOf" srcId="{BA05BADE-2D83-47D7-9373-0A51CD4A5F11}" destId="{149B6295-3102-4754-90B7-FA3685B56B68}" srcOrd="6" destOrd="0" presId="urn:microsoft.com/office/officeart/2005/8/layout/list1"/>
    <dgm:cxn modelId="{81EC981B-23A7-4117-9B79-01EF627CB9F4}" type="presParOf" srcId="{BA05BADE-2D83-47D7-9373-0A51CD4A5F11}" destId="{B7E505A4-9E7F-424A-A17B-016F8DA5E3CF}" srcOrd="7" destOrd="0" presId="urn:microsoft.com/office/officeart/2005/8/layout/list1"/>
    <dgm:cxn modelId="{B7EB8064-4D87-45A7-99F7-BD1FB0DBE87D}" type="presParOf" srcId="{BA05BADE-2D83-47D7-9373-0A51CD4A5F11}" destId="{4ECA7946-0BA3-4247-A563-D5A86CBC7BD1}" srcOrd="8" destOrd="0" presId="urn:microsoft.com/office/officeart/2005/8/layout/list1"/>
    <dgm:cxn modelId="{07023E63-0161-49B4-80CA-2A77EB52C161}" type="presParOf" srcId="{4ECA7946-0BA3-4247-A563-D5A86CBC7BD1}" destId="{44F81194-9591-4E3E-91A6-4174638B596F}" srcOrd="0" destOrd="0" presId="urn:microsoft.com/office/officeart/2005/8/layout/list1"/>
    <dgm:cxn modelId="{2A4FCF84-019C-4597-9CCC-397C96DF0D32}" type="presParOf" srcId="{4ECA7946-0BA3-4247-A563-D5A86CBC7BD1}" destId="{1284CC48-9F5F-43DA-9E16-EA43CDC24379}" srcOrd="1" destOrd="0" presId="urn:microsoft.com/office/officeart/2005/8/layout/list1"/>
    <dgm:cxn modelId="{505267B6-1B13-420D-B4CD-DA0E8190D477}" type="presParOf" srcId="{BA05BADE-2D83-47D7-9373-0A51CD4A5F11}" destId="{146399A3-5C4A-4BA6-91C0-17D51979A4C3}" srcOrd="9" destOrd="0" presId="urn:microsoft.com/office/officeart/2005/8/layout/list1"/>
    <dgm:cxn modelId="{C86DF917-76A8-4652-8468-87D537CC970C}" type="presParOf" srcId="{BA05BADE-2D83-47D7-9373-0A51CD4A5F11}" destId="{2875CA8E-2149-4454-B3AC-5F01AAF5D16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7CEBF6-36AB-47A6-A42D-D0FD69B2E56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2F14325-3F25-453E-A0DE-843E2C50A2BE}">
      <dgm:prSet phldrT="[Text]">
        <dgm:style>
          <a:lnRef idx="2">
            <a:schemeClr val="accent3">
              <a:shade val="50000"/>
            </a:schemeClr>
          </a:lnRef>
          <a:fillRef idx="1">
            <a:schemeClr val="accent3"/>
          </a:fillRef>
          <a:effectRef idx="0">
            <a:schemeClr val="accent3"/>
          </a:effectRef>
          <a:fontRef idx="minor">
            <a:schemeClr val="lt1"/>
          </a:fontRef>
        </dgm:style>
      </dgm:prSet>
      <dgm:spPr/>
      <dgm:t>
        <a:bodyPr/>
        <a:lstStyle/>
        <a:p>
          <a:r>
            <a:rPr lang="en-US" dirty="0" smtClean="0">
              <a:solidFill>
                <a:srgbClr val="333333"/>
              </a:solidFill>
              <a:latin typeface="Times New Roman" pitchFamily="18" charset="0"/>
              <a:cs typeface="Times New Roman" pitchFamily="18" charset="0"/>
            </a:rPr>
            <a:t>Haemophilus influenzae loại b</a:t>
          </a:r>
          <a:endParaRPr lang="en-US" dirty="0"/>
        </a:p>
      </dgm:t>
    </dgm:pt>
    <dgm:pt modelId="{EE42EC73-9FA3-40BE-AB57-B75ABD87762D}" type="parTrans" cxnId="{42B6F415-38A1-40FA-91D8-7EA5033F8541}">
      <dgm:prSet/>
      <dgm:spPr/>
      <dgm:t>
        <a:bodyPr/>
        <a:lstStyle/>
        <a:p>
          <a:endParaRPr lang="en-US"/>
        </a:p>
      </dgm:t>
    </dgm:pt>
    <dgm:pt modelId="{80EDF4A3-E9B3-4F81-8F18-89401EFBBEFF}" type="sibTrans" cxnId="{42B6F415-38A1-40FA-91D8-7EA5033F8541}">
      <dgm:prSet/>
      <dgm:spPr/>
      <dgm:t>
        <a:bodyPr/>
        <a:lstStyle/>
        <a:p>
          <a:endParaRPr lang="en-US"/>
        </a:p>
      </dgm:t>
    </dgm:pt>
    <dgm:pt modelId="{7A9E2878-197C-44D0-9DF7-302BE8F43031}">
      <dgm:prSet>
        <dgm:style>
          <a:lnRef idx="1">
            <a:schemeClr val="accent5"/>
          </a:lnRef>
          <a:fillRef idx="3">
            <a:schemeClr val="accent5"/>
          </a:fillRef>
          <a:effectRef idx="2">
            <a:schemeClr val="accent5"/>
          </a:effectRef>
          <a:fontRef idx="minor">
            <a:schemeClr val="lt1"/>
          </a:fontRef>
        </dgm:style>
      </dgm:prSet>
      <dgm:spPr/>
      <dgm:t>
        <a:bodyPr/>
        <a:lstStyle/>
        <a:p>
          <a:r>
            <a:rPr lang="en-US" dirty="0" smtClean="0">
              <a:solidFill>
                <a:srgbClr val="333333"/>
              </a:solidFill>
              <a:latin typeface="Times New Roman" pitchFamily="18" charset="0"/>
              <a:cs typeface="Times New Roman" pitchFamily="18" charset="0"/>
            </a:rPr>
            <a:t>Streptococcus pneumoniae (phế cầu)</a:t>
          </a:r>
          <a:endParaRPr lang="en-US" dirty="0">
            <a:solidFill>
              <a:srgbClr val="333333"/>
            </a:solidFill>
            <a:latin typeface="Times New Roman" pitchFamily="18" charset="0"/>
            <a:cs typeface="Times New Roman" pitchFamily="18" charset="0"/>
          </a:endParaRPr>
        </a:p>
      </dgm:t>
    </dgm:pt>
    <dgm:pt modelId="{2751649B-F14B-43EE-B219-661CF8673487}" type="parTrans" cxnId="{DDE8184D-B8D8-4562-9BB5-CD80EFCEE513}">
      <dgm:prSet/>
      <dgm:spPr/>
      <dgm:t>
        <a:bodyPr/>
        <a:lstStyle/>
        <a:p>
          <a:endParaRPr lang="en-US"/>
        </a:p>
      </dgm:t>
    </dgm:pt>
    <dgm:pt modelId="{04B87F3C-4480-49C9-91FD-C3C0A401EACD}" type="sibTrans" cxnId="{DDE8184D-B8D8-4562-9BB5-CD80EFCEE513}">
      <dgm:prSet/>
      <dgm:spPr/>
      <dgm:t>
        <a:bodyPr/>
        <a:lstStyle/>
        <a:p>
          <a:endParaRPr lang="en-US"/>
        </a:p>
      </dgm:t>
    </dgm:pt>
    <dgm:pt modelId="{9A683917-DB3A-47FD-BF52-276D1053C40C}">
      <dgm:prSet custT="1">
        <dgm:style>
          <a:lnRef idx="1">
            <a:schemeClr val="accent2"/>
          </a:lnRef>
          <a:fillRef idx="2">
            <a:schemeClr val="accent2"/>
          </a:fillRef>
          <a:effectRef idx="1">
            <a:schemeClr val="accent2"/>
          </a:effectRef>
          <a:fontRef idx="minor">
            <a:schemeClr val="dk1"/>
          </a:fontRef>
        </dgm:style>
      </dgm:prSet>
      <dgm:spPr/>
      <dgm:t>
        <a:bodyPr/>
        <a:lstStyle/>
        <a:p>
          <a:r>
            <a:rPr lang="en-US" sz="2000" dirty="0" smtClean="0">
              <a:solidFill>
                <a:schemeClr val="tx1"/>
              </a:solidFill>
              <a:latin typeface="Times New Roman" pitchFamily="18" charset="0"/>
              <a:cs typeface="Times New Roman" pitchFamily="18" charset="0"/>
            </a:rPr>
            <a:t>Não mô cầu</a:t>
          </a:r>
          <a:endParaRPr lang="en-US" sz="2000" dirty="0">
            <a:solidFill>
              <a:schemeClr val="tx1"/>
            </a:solidFill>
            <a:latin typeface="Times New Roman" pitchFamily="18" charset="0"/>
            <a:cs typeface="Times New Roman" pitchFamily="18" charset="0"/>
          </a:endParaRPr>
        </a:p>
      </dgm:t>
    </dgm:pt>
    <dgm:pt modelId="{5F8342F5-0C4E-4DDB-A47F-17A66AC47C8D}" type="parTrans" cxnId="{B68674A1-33CA-49E0-8267-BE2EC1A8A454}">
      <dgm:prSet/>
      <dgm:spPr/>
      <dgm:t>
        <a:bodyPr/>
        <a:lstStyle/>
        <a:p>
          <a:endParaRPr lang="en-US"/>
        </a:p>
      </dgm:t>
    </dgm:pt>
    <dgm:pt modelId="{E5FBA381-9654-4CD0-B304-0A148959F408}" type="sibTrans" cxnId="{B68674A1-33CA-49E0-8267-BE2EC1A8A454}">
      <dgm:prSet/>
      <dgm:spPr/>
      <dgm:t>
        <a:bodyPr/>
        <a:lstStyle/>
        <a:p>
          <a:endParaRPr lang="en-US"/>
        </a:p>
      </dgm:t>
    </dgm:pt>
    <dgm:pt modelId="{9EC750A4-D9FD-4A2C-B915-9B7E0E5907BF}">
      <dgm:prSet>
        <dgm:style>
          <a:lnRef idx="0">
            <a:schemeClr val="accent3"/>
          </a:lnRef>
          <a:fillRef idx="3">
            <a:schemeClr val="accent3"/>
          </a:fillRef>
          <a:effectRef idx="3">
            <a:schemeClr val="accent3"/>
          </a:effectRef>
          <a:fontRef idx="minor">
            <a:schemeClr val="lt1"/>
          </a:fontRef>
        </dgm:style>
      </dgm:prSet>
      <dgm:spPr/>
      <dgm:t>
        <a:bodyPr/>
        <a:lstStyle/>
        <a:p>
          <a:r>
            <a:rPr lang="en-US" dirty="0" smtClean="0">
              <a:solidFill>
                <a:srgbClr val="333333"/>
              </a:solidFill>
              <a:latin typeface="Times New Roman" pitchFamily="18" charset="0"/>
              <a:cs typeface="Times New Roman" pitchFamily="18" charset="0"/>
            </a:rPr>
            <a:t>Viêm màng não mủ do E.Coli</a:t>
          </a:r>
          <a:endParaRPr lang="en-US" dirty="0">
            <a:solidFill>
              <a:srgbClr val="333333"/>
            </a:solidFill>
            <a:latin typeface="Times New Roman" pitchFamily="18" charset="0"/>
            <a:cs typeface="Times New Roman" pitchFamily="18" charset="0"/>
          </a:endParaRPr>
        </a:p>
      </dgm:t>
    </dgm:pt>
    <dgm:pt modelId="{C2918328-E432-4B90-BC9E-0DCD45237ADF}" type="parTrans" cxnId="{5639BD0B-EDC6-40A1-82D3-68CD277AA8A0}">
      <dgm:prSet/>
      <dgm:spPr/>
      <dgm:t>
        <a:bodyPr/>
        <a:lstStyle/>
        <a:p>
          <a:endParaRPr lang="en-US"/>
        </a:p>
      </dgm:t>
    </dgm:pt>
    <dgm:pt modelId="{289CE4DB-9B80-40F9-B90C-B884BDAABEA4}" type="sibTrans" cxnId="{5639BD0B-EDC6-40A1-82D3-68CD277AA8A0}">
      <dgm:prSet/>
      <dgm:spPr/>
      <dgm:t>
        <a:bodyPr/>
        <a:lstStyle/>
        <a:p>
          <a:endParaRPr lang="en-US"/>
        </a:p>
      </dgm:t>
    </dgm:pt>
    <dgm:pt modelId="{821E13F7-A4C2-44E7-8918-EAEE71C122C1}">
      <dgm:prSet>
        <dgm:style>
          <a:lnRef idx="0">
            <a:schemeClr val="dk1"/>
          </a:lnRef>
          <a:fillRef idx="3">
            <a:schemeClr val="dk1"/>
          </a:fillRef>
          <a:effectRef idx="3">
            <a:schemeClr val="dk1"/>
          </a:effectRef>
          <a:fontRef idx="minor">
            <a:schemeClr val="lt1"/>
          </a:fontRef>
        </dgm:style>
      </dgm:prSet>
      <dgm:spPr/>
      <dgm:t>
        <a:bodyPr/>
        <a:lstStyle/>
        <a:p>
          <a:r>
            <a:rPr lang="en-US" dirty="0" smtClean="0">
              <a:solidFill>
                <a:srgbClr val="333333"/>
              </a:solidFill>
              <a:latin typeface="Times New Roman" pitchFamily="18" charset="0"/>
              <a:cs typeface="Times New Roman" pitchFamily="18" charset="0"/>
            </a:rPr>
            <a:t>Viêm màng não mủ do Listeria monocytogenes </a:t>
          </a:r>
          <a:endParaRPr lang="en-US" dirty="0">
            <a:solidFill>
              <a:srgbClr val="333333"/>
            </a:solidFill>
            <a:latin typeface="Times New Roman" pitchFamily="18" charset="0"/>
            <a:cs typeface="Times New Roman" pitchFamily="18" charset="0"/>
          </a:endParaRPr>
        </a:p>
      </dgm:t>
    </dgm:pt>
    <dgm:pt modelId="{DFA669C5-09DF-446C-9438-704680816ABC}" type="parTrans" cxnId="{8FBACC12-D67F-4BC6-8106-E4815862A028}">
      <dgm:prSet/>
      <dgm:spPr/>
      <dgm:t>
        <a:bodyPr/>
        <a:lstStyle/>
        <a:p>
          <a:endParaRPr lang="en-US"/>
        </a:p>
      </dgm:t>
    </dgm:pt>
    <dgm:pt modelId="{099B2D16-59E6-40F3-A5B1-7E4A107D0352}" type="sibTrans" cxnId="{8FBACC12-D67F-4BC6-8106-E4815862A028}">
      <dgm:prSet/>
      <dgm:spPr/>
      <dgm:t>
        <a:bodyPr/>
        <a:lstStyle/>
        <a:p>
          <a:endParaRPr lang="en-US"/>
        </a:p>
      </dgm:t>
    </dgm:pt>
    <dgm:pt modelId="{0A6701FF-BCDA-42FE-9EF0-A3316BC4EB8C}" type="pres">
      <dgm:prSet presAssocID="{8A7CEBF6-36AB-47A6-A42D-D0FD69B2E56C}" presName="linear" presStyleCnt="0">
        <dgm:presLayoutVars>
          <dgm:dir/>
          <dgm:animLvl val="lvl"/>
          <dgm:resizeHandles val="exact"/>
        </dgm:presLayoutVars>
      </dgm:prSet>
      <dgm:spPr/>
      <dgm:t>
        <a:bodyPr/>
        <a:lstStyle/>
        <a:p>
          <a:endParaRPr lang="en-US"/>
        </a:p>
      </dgm:t>
    </dgm:pt>
    <dgm:pt modelId="{1FBF2DE4-F448-4C79-93D7-FAF4AC9C4CD8}" type="pres">
      <dgm:prSet presAssocID="{42F14325-3F25-453E-A0DE-843E2C50A2BE}" presName="parentLin" presStyleCnt="0"/>
      <dgm:spPr/>
    </dgm:pt>
    <dgm:pt modelId="{806D72A4-34CF-40CD-A8BE-8FE055E97629}" type="pres">
      <dgm:prSet presAssocID="{42F14325-3F25-453E-A0DE-843E2C50A2BE}" presName="parentLeftMargin" presStyleLbl="node1" presStyleIdx="0" presStyleCnt="5"/>
      <dgm:spPr/>
      <dgm:t>
        <a:bodyPr/>
        <a:lstStyle/>
        <a:p>
          <a:endParaRPr lang="en-US"/>
        </a:p>
      </dgm:t>
    </dgm:pt>
    <dgm:pt modelId="{D44CAF06-B2C4-4D18-B59D-7FDE65F3A472}" type="pres">
      <dgm:prSet presAssocID="{42F14325-3F25-453E-A0DE-843E2C50A2BE}" presName="parentText" presStyleLbl="node1" presStyleIdx="0" presStyleCnt="5">
        <dgm:presLayoutVars>
          <dgm:chMax val="0"/>
          <dgm:bulletEnabled val="1"/>
        </dgm:presLayoutVars>
      </dgm:prSet>
      <dgm:spPr/>
      <dgm:t>
        <a:bodyPr/>
        <a:lstStyle/>
        <a:p>
          <a:endParaRPr lang="en-US"/>
        </a:p>
      </dgm:t>
    </dgm:pt>
    <dgm:pt modelId="{3A0646C4-7580-4503-B0C1-5392A032C831}" type="pres">
      <dgm:prSet presAssocID="{42F14325-3F25-453E-A0DE-843E2C50A2BE}" presName="negativeSpace" presStyleCnt="0"/>
      <dgm:spPr/>
    </dgm:pt>
    <dgm:pt modelId="{B8B63BBE-EC9C-4504-AB30-C958B64DF188}" type="pres">
      <dgm:prSet presAssocID="{42F14325-3F25-453E-A0DE-843E2C50A2BE}" presName="childText" presStyleLbl="conFgAcc1" presStyleIdx="0" presStyleCnt="5">
        <dgm:presLayoutVars>
          <dgm:bulletEnabled val="1"/>
        </dgm:presLayoutVars>
      </dgm:prSet>
      <dgm:spPr/>
    </dgm:pt>
    <dgm:pt modelId="{7471AEC3-F541-47C5-9490-BD0775AEA3B8}" type="pres">
      <dgm:prSet presAssocID="{80EDF4A3-E9B3-4F81-8F18-89401EFBBEFF}" presName="spaceBetweenRectangles" presStyleCnt="0"/>
      <dgm:spPr/>
    </dgm:pt>
    <dgm:pt modelId="{881F5059-0470-4A17-9BCD-DBDD8196BF18}" type="pres">
      <dgm:prSet presAssocID="{9A683917-DB3A-47FD-BF52-276D1053C40C}" presName="parentLin" presStyleCnt="0"/>
      <dgm:spPr/>
    </dgm:pt>
    <dgm:pt modelId="{FDFC8833-6DBD-4322-ACC6-A5323CF81EA9}" type="pres">
      <dgm:prSet presAssocID="{9A683917-DB3A-47FD-BF52-276D1053C40C}" presName="parentLeftMargin" presStyleLbl="node1" presStyleIdx="0" presStyleCnt="5"/>
      <dgm:spPr/>
      <dgm:t>
        <a:bodyPr/>
        <a:lstStyle/>
        <a:p>
          <a:endParaRPr lang="en-US"/>
        </a:p>
      </dgm:t>
    </dgm:pt>
    <dgm:pt modelId="{C638DC83-2B9F-4CD1-8320-31930E9EEE71}" type="pres">
      <dgm:prSet presAssocID="{9A683917-DB3A-47FD-BF52-276D1053C40C}" presName="parentText" presStyleLbl="node1" presStyleIdx="1" presStyleCnt="5">
        <dgm:presLayoutVars>
          <dgm:chMax val="0"/>
          <dgm:bulletEnabled val="1"/>
        </dgm:presLayoutVars>
      </dgm:prSet>
      <dgm:spPr/>
      <dgm:t>
        <a:bodyPr/>
        <a:lstStyle/>
        <a:p>
          <a:endParaRPr lang="en-US"/>
        </a:p>
      </dgm:t>
    </dgm:pt>
    <dgm:pt modelId="{F2DD1B55-532C-48DB-B117-234E57D2B847}" type="pres">
      <dgm:prSet presAssocID="{9A683917-DB3A-47FD-BF52-276D1053C40C}" presName="negativeSpace" presStyleCnt="0"/>
      <dgm:spPr/>
    </dgm:pt>
    <dgm:pt modelId="{D7B80920-1699-47A1-A043-A31A99F50CE7}" type="pres">
      <dgm:prSet presAssocID="{9A683917-DB3A-47FD-BF52-276D1053C40C}" presName="childText" presStyleLbl="conFgAcc1" presStyleIdx="1" presStyleCnt="5">
        <dgm:presLayoutVars>
          <dgm:bulletEnabled val="1"/>
        </dgm:presLayoutVars>
      </dgm:prSet>
      <dgm:spPr/>
    </dgm:pt>
    <dgm:pt modelId="{CFBF7833-72DF-4C09-BD7D-88C075AE73F7}" type="pres">
      <dgm:prSet presAssocID="{E5FBA381-9654-4CD0-B304-0A148959F408}" presName="spaceBetweenRectangles" presStyleCnt="0"/>
      <dgm:spPr/>
    </dgm:pt>
    <dgm:pt modelId="{67A0B529-C341-45FE-B196-3E2C0C4C24BF}" type="pres">
      <dgm:prSet presAssocID="{7A9E2878-197C-44D0-9DF7-302BE8F43031}" presName="parentLin" presStyleCnt="0"/>
      <dgm:spPr/>
    </dgm:pt>
    <dgm:pt modelId="{2D0994C8-6BB5-4097-AC48-7A2A9FB892F1}" type="pres">
      <dgm:prSet presAssocID="{7A9E2878-197C-44D0-9DF7-302BE8F43031}" presName="parentLeftMargin" presStyleLbl="node1" presStyleIdx="1" presStyleCnt="5"/>
      <dgm:spPr/>
      <dgm:t>
        <a:bodyPr/>
        <a:lstStyle/>
        <a:p>
          <a:endParaRPr lang="en-US"/>
        </a:p>
      </dgm:t>
    </dgm:pt>
    <dgm:pt modelId="{ACB1AC91-8B28-4985-98B9-039C52E9EF8A}" type="pres">
      <dgm:prSet presAssocID="{7A9E2878-197C-44D0-9DF7-302BE8F43031}" presName="parentText" presStyleLbl="node1" presStyleIdx="2" presStyleCnt="5">
        <dgm:presLayoutVars>
          <dgm:chMax val="0"/>
          <dgm:bulletEnabled val="1"/>
        </dgm:presLayoutVars>
      </dgm:prSet>
      <dgm:spPr/>
      <dgm:t>
        <a:bodyPr/>
        <a:lstStyle/>
        <a:p>
          <a:endParaRPr lang="en-US"/>
        </a:p>
      </dgm:t>
    </dgm:pt>
    <dgm:pt modelId="{A1D65171-3F74-4D98-B876-D9BE8952BA69}" type="pres">
      <dgm:prSet presAssocID="{7A9E2878-197C-44D0-9DF7-302BE8F43031}" presName="negativeSpace" presStyleCnt="0"/>
      <dgm:spPr/>
    </dgm:pt>
    <dgm:pt modelId="{AF6C88F7-EDE3-4A6D-B149-3C87D586321A}" type="pres">
      <dgm:prSet presAssocID="{7A9E2878-197C-44D0-9DF7-302BE8F43031}" presName="childText" presStyleLbl="conFgAcc1" presStyleIdx="2" presStyleCnt="5">
        <dgm:presLayoutVars>
          <dgm:bulletEnabled val="1"/>
        </dgm:presLayoutVars>
      </dgm:prSet>
      <dgm:spPr/>
    </dgm:pt>
    <dgm:pt modelId="{83CCF5F2-EFC1-49FC-98D7-66E788E4CD0D}" type="pres">
      <dgm:prSet presAssocID="{04B87F3C-4480-49C9-91FD-C3C0A401EACD}" presName="spaceBetweenRectangles" presStyleCnt="0"/>
      <dgm:spPr/>
    </dgm:pt>
    <dgm:pt modelId="{8AEE347D-7C71-4CA0-9D46-A70617D0B2B8}" type="pres">
      <dgm:prSet presAssocID="{9EC750A4-D9FD-4A2C-B915-9B7E0E5907BF}" presName="parentLin" presStyleCnt="0"/>
      <dgm:spPr/>
    </dgm:pt>
    <dgm:pt modelId="{FC5BFC3F-D69C-4088-B8A0-B9452ED6F63D}" type="pres">
      <dgm:prSet presAssocID="{9EC750A4-D9FD-4A2C-B915-9B7E0E5907BF}" presName="parentLeftMargin" presStyleLbl="node1" presStyleIdx="2" presStyleCnt="5"/>
      <dgm:spPr/>
      <dgm:t>
        <a:bodyPr/>
        <a:lstStyle/>
        <a:p>
          <a:endParaRPr lang="en-US"/>
        </a:p>
      </dgm:t>
    </dgm:pt>
    <dgm:pt modelId="{F7DB436E-EE55-44ED-BA4D-19CD42BFF4CD}" type="pres">
      <dgm:prSet presAssocID="{9EC750A4-D9FD-4A2C-B915-9B7E0E5907BF}" presName="parentText" presStyleLbl="node1" presStyleIdx="3" presStyleCnt="5">
        <dgm:presLayoutVars>
          <dgm:chMax val="0"/>
          <dgm:bulletEnabled val="1"/>
        </dgm:presLayoutVars>
      </dgm:prSet>
      <dgm:spPr/>
      <dgm:t>
        <a:bodyPr/>
        <a:lstStyle/>
        <a:p>
          <a:endParaRPr lang="en-US"/>
        </a:p>
      </dgm:t>
    </dgm:pt>
    <dgm:pt modelId="{11366E8D-7E44-4D85-892A-45C5F7C95E9D}" type="pres">
      <dgm:prSet presAssocID="{9EC750A4-D9FD-4A2C-B915-9B7E0E5907BF}" presName="negativeSpace" presStyleCnt="0"/>
      <dgm:spPr/>
    </dgm:pt>
    <dgm:pt modelId="{BE872FC4-D0DE-4A7F-B3E8-BE8AE600B565}" type="pres">
      <dgm:prSet presAssocID="{9EC750A4-D9FD-4A2C-B915-9B7E0E5907BF}" presName="childText" presStyleLbl="conFgAcc1" presStyleIdx="3" presStyleCnt="5">
        <dgm:presLayoutVars>
          <dgm:bulletEnabled val="1"/>
        </dgm:presLayoutVars>
      </dgm:prSet>
      <dgm:spPr/>
    </dgm:pt>
    <dgm:pt modelId="{1119F678-D6AC-4B57-B664-384B085EA97A}" type="pres">
      <dgm:prSet presAssocID="{289CE4DB-9B80-40F9-B90C-B884BDAABEA4}" presName="spaceBetweenRectangles" presStyleCnt="0"/>
      <dgm:spPr/>
    </dgm:pt>
    <dgm:pt modelId="{AC1C56A4-B76D-4DAA-AE90-7EC887BB2D0B}" type="pres">
      <dgm:prSet presAssocID="{821E13F7-A4C2-44E7-8918-EAEE71C122C1}" presName="parentLin" presStyleCnt="0"/>
      <dgm:spPr/>
    </dgm:pt>
    <dgm:pt modelId="{E133A422-6C89-46EC-90BB-E5C98BF3F21A}" type="pres">
      <dgm:prSet presAssocID="{821E13F7-A4C2-44E7-8918-EAEE71C122C1}" presName="parentLeftMargin" presStyleLbl="node1" presStyleIdx="3" presStyleCnt="5"/>
      <dgm:spPr/>
      <dgm:t>
        <a:bodyPr/>
        <a:lstStyle/>
        <a:p>
          <a:endParaRPr lang="en-US"/>
        </a:p>
      </dgm:t>
    </dgm:pt>
    <dgm:pt modelId="{8D83FF25-A582-4029-969D-4FD2EF79473D}" type="pres">
      <dgm:prSet presAssocID="{821E13F7-A4C2-44E7-8918-EAEE71C122C1}" presName="parentText" presStyleLbl="node1" presStyleIdx="4" presStyleCnt="5">
        <dgm:presLayoutVars>
          <dgm:chMax val="0"/>
          <dgm:bulletEnabled val="1"/>
        </dgm:presLayoutVars>
      </dgm:prSet>
      <dgm:spPr/>
      <dgm:t>
        <a:bodyPr/>
        <a:lstStyle/>
        <a:p>
          <a:endParaRPr lang="en-US"/>
        </a:p>
      </dgm:t>
    </dgm:pt>
    <dgm:pt modelId="{774D471F-CC9D-4966-B8F5-70DB5F90EFA6}" type="pres">
      <dgm:prSet presAssocID="{821E13F7-A4C2-44E7-8918-EAEE71C122C1}" presName="negativeSpace" presStyleCnt="0"/>
      <dgm:spPr/>
    </dgm:pt>
    <dgm:pt modelId="{6A2F086A-3D6C-4748-94AB-4B256AF94F1F}" type="pres">
      <dgm:prSet presAssocID="{821E13F7-A4C2-44E7-8918-EAEE71C122C1}" presName="childText" presStyleLbl="conFgAcc1" presStyleIdx="4" presStyleCnt="5">
        <dgm:presLayoutVars>
          <dgm:bulletEnabled val="1"/>
        </dgm:presLayoutVars>
      </dgm:prSet>
      <dgm:spPr/>
    </dgm:pt>
  </dgm:ptLst>
  <dgm:cxnLst>
    <dgm:cxn modelId="{55DBE7DB-F4F4-4060-A7DF-AD465C9BB747}" type="presOf" srcId="{7A9E2878-197C-44D0-9DF7-302BE8F43031}" destId="{2D0994C8-6BB5-4097-AC48-7A2A9FB892F1}" srcOrd="0" destOrd="0" presId="urn:microsoft.com/office/officeart/2005/8/layout/list1"/>
    <dgm:cxn modelId="{B68674A1-33CA-49E0-8267-BE2EC1A8A454}" srcId="{8A7CEBF6-36AB-47A6-A42D-D0FD69B2E56C}" destId="{9A683917-DB3A-47FD-BF52-276D1053C40C}" srcOrd="1" destOrd="0" parTransId="{5F8342F5-0C4E-4DDB-A47F-17A66AC47C8D}" sibTransId="{E5FBA381-9654-4CD0-B304-0A148959F408}"/>
    <dgm:cxn modelId="{06C57C06-1467-4FDF-8C89-BD0022433CFF}" type="presOf" srcId="{821E13F7-A4C2-44E7-8918-EAEE71C122C1}" destId="{8D83FF25-A582-4029-969D-4FD2EF79473D}" srcOrd="1" destOrd="0" presId="urn:microsoft.com/office/officeart/2005/8/layout/list1"/>
    <dgm:cxn modelId="{DBF2D594-73AA-4025-BB32-BA751A08C206}" type="presOf" srcId="{9A683917-DB3A-47FD-BF52-276D1053C40C}" destId="{FDFC8833-6DBD-4322-ACC6-A5323CF81EA9}" srcOrd="0" destOrd="0" presId="urn:microsoft.com/office/officeart/2005/8/layout/list1"/>
    <dgm:cxn modelId="{1DFD878A-C532-4C07-BF31-2DA2C7637DC7}" type="presOf" srcId="{9EC750A4-D9FD-4A2C-B915-9B7E0E5907BF}" destId="{F7DB436E-EE55-44ED-BA4D-19CD42BFF4CD}" srcOrd="1" destOrd="0" presId="urn:microsoft.com/office/officeart/2005/8/layout/list1"/>
    <dgm:cxn modelId="{35ECB80F-AA29-4BAE-BDE6-C91AC6D3193D}" type="presOf" srcId="{42F14325-3F25-453E-A0DE-843E2C50A2BE}" destId="{D44CAF06-B2C4-4D18-B59D-7FDE65F3A472}" srcOrd="1" destOrd="0" presId="urn:microsoft.com/office/officeart/2005/8/layout/list1"/>
    <dgm:cxn modelId="{7AEB5057-6AEA-42E1-930B-51360D608D1F}" type="presOf" srcId="{9EC750A4-D9FD-4A2C-B915-9B7E0E5907BF}" destId="{FC5BFC3F-D69C-4088-B8A0-B9452ED6F63D}" srcOrd="0" destOrd="0" presId="urn:microsoft.com/office/officeart/2005/8/layout/list1"/>
    <dgm:cxn modelId="{A1791B8B-AA5D-45B0-A021-913AF0E92B03}" type="presOf" srcId="{7A9E2878-197C-44D0-9DF7-302BE8F43031}" destId="{ACB1AC91-8B28-4985-98B9-039C52E9EF8A}" srcOrd="1" destOrd="0" presId="urn:microsoft.com/office/officeart/2005/8/layout/list1"/>
    <dgm:cxn modelId="{09E4A7FE-CDA5-4BBE-9CEA-6DED4F36280A}" type="presOf" srcId="{9A683917-DB3A-47FD-BF52-276D1053C40C}" destId="{C638DC83-2B9F-4CD1-8320-31930E9EEE71}" srcOrd="1" destOrd="0" presId="urn:microsoft.com/office/officeart/2005/8/layout/list1"/>
    <dgm:cxn modelId="{D17EECAD-F13F-4B2E-8987-D46E9A9308EC}" type="presOf" srcId="{821E13F7-A4C2-44E7-8918-EAEE71C122C1}" destId="{E133A422-6C89-46EC-90BB-E5C98BF3F21A}" srcOrd="0" destOrd="0" presId="urn:microsoft.com/office/officeart/2005/8/layout/list1"/>
    <dgm:cxn modelId="{DDE8184D-B8D8-4562-9BB5-CD80EFCEE513}" srcId="{8A7CEBF6-36AB-47A6-A42D-D0FD69B2E56C}" destId="{7A9E2878-197C-44D0-9DF7-302BE8F43031}" srcOrd="2" destOrd="0" parTransId="{2751649B-F14B-43EE-B219-661CF8673487}" sibTransId="{04B87F3C-4480-49C9-91FD-C3C0A401EACD}"/>
    <dgm:cxn modelId="{26566C78-2127-4CFC-B77F-D131DCBBB4BF}" type="presOf" srcId="{42F14325-3F25-453E-A0DE-843E2C50A2BE}" destId="{806D72A4-34CF-40CD-A8BE-8FE055E97629}" srcOrd="0" destOrd="0" presId="urn:microsoft.com/office/officeart/2005/8/layout/list1"/>
    <dgm:cxn modelId="{5639BD0B-EDC6-40A1-82D3-68CD277AA8A0}" srcId="{8A7CEBF6-36AB-47A6-A42D-D0FD69B2E56C}" destId="{9EC750A4-D9FD-4A2C-B915-9B7E0E5907BF}" srcOrd="3" destOrd="0" parTransId="{C2918328-E432-4B90-BC9E-0DCD45237ADF}" sibTransId="{289CE4DB-9B80-40F9-B90C-B884BDAABEA4}"/>
    <dgm:cxn modelId="{897FC436-B04A-4E87-9253-1169A5BC23BE}" type="presOf" srcId="{8A7CEBF6-36AB-47A6-A42D-D0FD69B2E56C}" destId="{0A6701FF-BCDA-42FE-9EF0-A3316BC4EB8C}" srcOrd="0" destOrd="0" presId="urn:microsoft.com/office/officeart/2005/8/layout/list1"/>
    <dgm:cxn modelId="{8FBACC12-D67F-4BC6-8106-E4815862A028}" srcId="{8A7CEBF6-36AB-47A6-A42D-D0FD69B2E56C}" destId="{821E13F7-A4C2-44E7-8918-EAEE71C122C1}" srcOrd="4" destOrd="0" parTransId="{DFA669C5-09DF-446C-9438-704680816ABC}" sibTransId="{099B2D16-59E6-40F3-A5B1-7E4A107D0352}"/>
    <dgm:cxn modelId="{42B6F415-38A1-40FA-91D8-7EA5033F8541}" srcId="{8A7CEBF6-36AB-47A6-A42D-D0FD69B2E56C}" destId="{42F14325-3F25-453E-A0DE-843E2C50A2BE}" srcOrd="0" destOrd="0" parTransId="{EE42EC73-9FA3-40BE-AB57-B75ABD87762D}" sibTransId="{80EDF4A3-E9B3-4F81-8F18-89401EFBBEFF}"/>
    <dgm:cxn modelId="{00CBEC47-73D5-4E5D-AAC4-D7F1DF9966DC}" type="presParOf" srcId="{0A6701FF-BCDA-42FE-9EF0-A3316BC4EB8C}" destId="{1FBF2DE4-F448-4C79-93D7-FAF4AC9C4CD8}" srcOrd="0" destOrd="0" presId="urn:microsoft.com/office/officeart/2005/8/layout/list1"/>
    <dgm:cxn modelId="{6C53F142-57AE-4F72-B089-D2510508100E}" type="presParOf" srcId="{1FBF2DE4-F448-4C79-93D7-FAF4AC9C4CD8}" destId="{806D72A4-34CF-40CD-A8BE-8FE055E97629}" srcOrd="0" destOrd="0" presId="urn:microsoft.com/office/officeart/2005/8/layout/list1"/>
    <dgm:cxn modelId="{23A35079-954D-45FF-AEC8-FADEA8FDBAFD}" type="presParOf" srcId="{1FBF2DE4-F448-4C79-93D7-FAF4AC9C4CD8}" destId="{D44CAF06-B2C4-4D18-B59D-7FDE65F3A472}" srcOrd="1" destOrd="0" presId="urn:microsoft.com/office/officeart/2005/8/layout/list1"/>
    <dgm:cxn modelId="{2912D609-F6A1-4FAD-9585-24C2928C50B4}" type="presParOf" srcId="{0A6701FF-BCDA-42FE-9EF0-A3316BC4EB8C}" destId="{3A0646C4-7580-4503-B0C1-5392A032C831}" srcOrd="1" destOrd="0" presId="urn:microsoft.com/office/officeart/2005/8/layout/list1"/>
    <dgm:cxn modelId="{ED70FD21-7FE6-49F6-8BEB-FE2F7E665AAC}" type="presParOf" srcId="{0A6701FF-BCDA-42FE-9EF0-A3316BC4EB8C}" destId="{B8B63BBE-EC9C-4504-AB30-C958B64DF188}" srcOrd="2" destOrd="0" presId="urn:microsoft.com/office/officeart/2005/8/layout/list1"/>
    <dgm:cxn modelId="{EB5B586F-D80C-4C6F-9D38-F7500A990711}" type="presParOf" srcId="{0A6701FF-BCDA-42FE-9EF0-A3316BC4EB8C}" destId="{7471AEC3-F541-47C5-9490-BD0775AEA3B8}" srcOrd="3" destOrd="0" presId="urn:microsoft.com/office/officeart/2005/8/layout/list1"/>
    <dgm:cxn modelId="{4EE6E9DD-8E0B-4EF1-B59C-A763FC1B0E24}" type="presParOf" srcId="{0A6701FF-BCDA-42FE-9EF0-A3316BC4EB8C}" destId="{881F5059-0470-4A17-9BCD-DBDD8196BF18}" srcOrd="4" destOrd="0" presId="urn:microsoft.com/office/officeart/2005/8/layout/list1"/>
    <dgm:cxn modelId="{4F859859-DA54-46A4-BE6A-3658C916A8C2}" type="presParOf" srcId="{881F5059-0470-4A17-9BCD-DBDD8196BF18}" destId="{FDFC8833-6DBD-4322-ACC6-A5323CF81EA9}" srcOrd="0" destOrd="0" presId="urn:microsoft.com/office/officeart/2005/8/layout/list1"/>
    <dgm:cxn modelId="{E1D9B119-7B5E-4CD5-953E-3E704FFB6A0D}" type="presParOf" srcId="{881F5059-0470-4A17-9BCD-DBDD8196BF18}" destId="{C638DC83-2B9F-4CD1-8320-31930E9EEE71}" srcOrd="1" destOrd="0" presId="urn:microsoft.com/office/officeart/2005/8/layout/list1"/>
    <dgm:cxn modelId="{1AF8734D-5DB2-4603-8DF0-6CCF948F73AF}" type="presParOf" srcId="{0A6701FF-BCDA-42FE-9EF0-A3316BC4EB8C}" destId="{F2DD1B55-532C-48DB-B117-234E57D2B847}" srcOrd="5" destOrd="0" presId="urn:microsoft.com/office/officeart/2005/8/layout/list1"/>
    <dgm:cxn modelId="{A1561C14-901B-4DD5-8D07-B6346B513B39}" type="presParOf" srcId="{0A6701FF-BCDA-42FE-9EF0-A3316BC4EB8C}" destId="{D7B80920-1699-47A1-A043-A31A99F50CE7}" srcOrd="6" destOrd="0" presId="urn:microsoft.com/office/officeart/2005/8/layout/list1"/>
    <dgm:cxn modelId="{815B0653-FF9A-449D-AB36-BC8E09229E84}" type="presParOf" srcId="{0A6701FF-BCDA-42FE-9EF0-A3316BC4EB8C}" destId="{CFBF7833-72DF-4C09-BD7D-88C075AE73F7}" srcOrd="7" destOrd="0" presId="urn:microsoft.com/office/officeart/2005/8/layout/list1"/>
    <dgm:cxn modelId="{3B6B9BAE-C8C9-4F15-8B46-CA4EC773D50D}" type="presParOf" srcId="{0A6701FF-BCDA-42FE-9EF0-A3316BC4EB8C}" destId="{67A0B529-C341-45FE-B196-3E2C0C4C24BF}" srcOrd="8" destOrd="0" presId="urn:microsoft.com/office/officeart/2005/8/layout/list1"/>
    <dgm:cxn modelId="{10BA866F-D045-4BB8-AF6F-18623729E5A1}" type="presParOf" srcId="{67A0B529-C341-45FE-B196-3E2C0C4C24BF}" destId="{2D0994C8-6BB5-4097-AC48-7A2A9FB892F1}" srcOrd="0" destOrd="0" presId="urn:microsoft.com/office/officeart/2005/8/layout/list1"/>
    <dgm:cxn modelId="{B98E467C-1C55-477B-AA4D-FCBBE5EFCCB5}" type="presParOf" srcId="{67A0B529-C341-45FE-B196-3E2C0C4C24BF}" destId="{ACB1AC91-8B28-4985-98B9-039C52E9EF8A}" srcOrd="1" destOrd="0" presId="urn:microsoft.com/office/officeart/2005/8/layout/list1"/>
    <dgm:cxn modelId="{5EB20453-791D-478D-B3F4-7354993A2AC4}" type="presParOf" srcId="{0A6701FF-BCDA-42FE-9EF0-A3316BC4EB8C}" destId="{A1D65171-3F74-4D98-B876-D9BE8952BA69}" srcOrd="9" destOrd="0" presId="urn:microsoft.com/office/officeart/2005/8/layout/list1"/>
    <dgm:cxn modelId="{9EA29D7B-624D-41D1-A0A5-BCB31513E2C7}" type="presParOf" srcId="{0A6701FF-BCDA-42FE-9EF0-A3316BC4EB8C}" destId="{AF6C88F7-EDE3-4A6D-B149-3C87D586321A}" srcOrd="10" destOrd="0" presId="urn:microsoft.com/office/officeart/2005/8/layout/list1"/>
    <dgm:cxn modelId="{47842258-0A6E-466B-9A46-ECD82325EDE0}" type="presParOf" srcId="{0A6701FF-BCDA-42FE-9EF0-A3316BC4EB8C}" destId="{83CCF5F2-EFC1-49FC-98D7-66E788E4CD0D}" srcOrd="11" destOrd="0" presId="urn:microsoft.com/office/officeart/2005/8/layout/list1"/>
    <dgm:cxn modelId="{311639E0-090A-4B57-B715-29DD8EC9FC1C}" type="presParOf" srcId="{0A6701FF-BCDA-42FE-9EF0-A3316BC4EB8C}" destId="{8AEE347D-7C71-4CA0-9D46-A70617D0B2B8}" srcOrd="12" destOrd="0" presId="urn:microsoft.com/office/officeart/2005/8/layout/list1"/>
    <dgm:cxn modelId="{8F5492D9-78DF-4813-85F6-FF6715A8196F}" type="presParOf" srcId="{8AEE347D-7C71-4CA0-9D46-A70617D0B2B8}" destId="{FC5BFC3F-D69C-4088-B8A0-B9452ED6F63D}" srcOrd="0" destOrd="0" presId="urn:microsoft.com/office/officeart/2005/8/layout/list1"/>
    <dgm:cxn modelId="{8859E184-1675-4D24-9448-6418158ACA6E}" type="presParOf" srcId="{8AEE347D-7C71-4CA0-9D46-A70617D0B2B8}" destId="{F7DB436E-EE55-44ED-BA4D-19CD42BFF4CD}" srcOrd="1" destOrd="0" presId="urn:microsoft.com/office/officeart/2005/8/layout/list1"/>
    <dgm:cxn modelId="{8575CC96-CDF2-451E-969A-025C569DB0A8}" type="presParOf" srcId="{0A6701FF-BCDA-42FE-9EF0-A3316BC4EB8C}" destId="{11366E8D-7E44-4D85-892A-45C5F7C95E9D}" srcOrd="13" destOrd="0" presId="urn:microsoft.com/office/officeart/2005/8/layout/list1"/>
    <dgm:cxn modelId="{C4390CE1-53DD-45DD-932B-B2D6756F0786}" type="presParOf" srcId="{0A6701FF-BCDA-42FE-9EF0-A3316BC4EB8C}" destId="{BE872FC4-D0DE-4A7F-B3E8-BE8AE600B565}" srcOrd="14" destOrd="0" presId="urn:microsoft.com/office/officeart/2005/8/layout/list1"/>
    <dgm:cxn modelId="{CE6BED53-D928-4B66-951D-1E8721B84C79}" type="presParOf" srcId="{0A6701FF-BCDA-42FE-9EF0-A3316BC4EB8C}" destId="{1119F678-D6AC-4B57-B664-384B085EA97A}" srcOrd="15" destOrd="0" presId="urn:microsoft.com/office/officeart/2005/8/layout/list1"/>
    <dgm:cxn modelId="{CD41C53B-0F77-439D-A811-4536DDA7B1DF}" type="presParOf" srcId="{0A6701FF-BCDA-42FE-9EF0-A3316BC4EB8C}" destId="{AC1C56A4-B76D-4DAA-AE90-7EC887BB2D0B}" srcOrd="16" destOrd="0" presId="urn:microsoft.com/office/officeart/2005/8/layout/list1"/>
    <dgm:cxn modelId="{F037B71A-25B9-48D4-AF56-1FC79AF9E8EE}" type="presParOf" srcId="{AC1C56A4-B76D-4DAA-AE90-7EC887BB2D0B}" destId="{E133A422-6C89-46EC-90BB-E5C98BF3F21A}" srcOrd="0" destOrd="0" presId="urn:microsoft.com/office/officeart/2005/8/layout/list1"/>
    <dgm:cxn modelId="{6FCBA028-D39B-4724-98ED-E9C3100B6B42}" type="presParOf" srcId="{AC1C56A4-B76D-4DAA-AE90-7EC887BB2D0B}" destId="{8D83FF25-A582-4029-969D-4FD2EF79473D}" srcOrd="1" destOrd="0" presId="urn:microsoft.com/office/officeart/2005/8/layout/list1"/>
    <dgm:cxn modelId="{5B8D8B9B-A2EC-43F3-91BF-C93E4E7F192F}" type="presParOf" srcId="{0A6701FF-BCDA-42FE-9EF0-A3316BC4EB8C}" destId="{774D471F-CC9D-4966-B8F5-70DB5F90EFA6}" srcOrd="17" destOrd="0" presId="urn:microsoft.com/office/officeart/2005/8/layout/list1"/>
    <dgm:cxn modelId="{0A5BC251-38E0-44DC-A213-B521C9875939}" type="presParOf" srcId="{0A6701FF-BCDA-42FE-9EF0-A3316BC4EB8C}" destId="{6A2F086A-3D6C-4748-94AB-4B256AF94F1F}"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8DD124-67D0-4031-94A3-C3BBA2E8EC26}">
      <dsp:nvSpPr>
        <dsp:cNvPr id="0" name=""/>
        <dsp:cNvSpPr/>
      </dsp:nvSpPr>
      <dsp:spPr>
        <a:xfrm>
          <a:off x="0" y="1396243"/>
          <a:ext cx="7773531" cy="40320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sp>
    <dsp:sp modelId="{7E0651AB-E410-412D-ABEA-AFED2F05CD2F}">
      <dsp:nvSpPr>
        <dsp:cNvPr id="0" name=""/>
        <dsp:cNvSpPr/>
      </dsp:nvSpPr>
      <dsp:spPr>
        <a:xfrm>
          <a:off x="388676" y="1160083"/>
          <a:ext cx="5441471"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75" tIns="0" rIns="205675" bIns="0" numCol="1" spcCol="1270" anchor="ctr" anchorCtr="0">
          <a:noAutofit/>
        </a:bodyPr>
        <a:lstStyle/>
        <a:p>
          <a:pPr lvl="0" algn="l" defTabSz="711200">
            <a:lnSpc>
              <a:spcPct val="90000"/>
            </a:lnSpc>
            <a:spcBef>
              <a:spcPct val="0"/>
            </a:spcBef>
            <a:spcAft>
              <a:spcPct val="35000"/>
            </a:spcAft>
          </a:pPr>
          <a:r>
            <a:rPr lang="en-US" sz="1600" i="1" kern="1200" dirty="0" smtClean="0">
              <a:latin typeface="Times New Roman"/>
              <a:ea typeface="Calibri"/>
            </a:rPr>
            <a:t>- Enterovirus</a:t>
          </a:r>
          <a:r>
            <a:rPr lang="en-US" sz="1600" kern="1200" dirty="0" smtClean="0">
              <a:latin typeface="Times New Roman"/>
              <a:ea typeface="Calibri"/>
            </a:rPr>
            <a:t> gặp ở khắp thế giới, gây nhiễm vào cuối hè-đầu thu ở vùng ôn đới nhưng quanh năm ở vùng nhiệt đới</a:t>
          </a:r>
          <a:endParaRPr lang="en-US" sz="1600" kern="1200" dirty="0"/>
        </a:p>
      </dsp:txBody>
      <dsp:txXfrm>
        <a:off x="411733" y="1183140"/>
        <a:ext cx="5395357" cy="426206"/>
      </dsp:txXfrm>
    </dsp:sp>
    <dsp:sp modelId="{149B6295-3102-4754-90B7-FA3685B56B68}">
      <dsp:nvSpPr>
        <dsp:cNvPr id="0" name=""/>
        <dsp:cNvSpPr/>
      </dsp:nvSpPr>
      <dsp:spPr>
        <a:xfrm>
          <a:off x="0" y="2122003"/>
          <a:ext cx="7773531" cy="403200"/>
        </a:xfrm>
        <a:prstGeom prst="rect">
          <a:avLst/>
        </a:prstGeom>
        <a:gradFill rotWithShape="1">
          <a:gsLst>
            <a:gs pos="0">
              <a:schemeClr val="accent5">
                <a:tint val="100000"/>
                <a:shade val="100000"/>
                <a:satMod val="130000"/>
              </a:schemeClr>
            </a:gs>
            <a:gs pos="100000">
              <a:schemeClr val="accent5">
                <a:tint val="50000"/>
                <a:shade val="100000"/>
                <a:satMod val="350000"/>
              </a:schemeClr>
            </a:gs>
          </a:gsLst>
          <a:lin ang="16200000" scaled="0"/>
        </a:gradFill>
        <a:ln w="9525" cap="flat" cmpd="sng" algn="ctr">
          <a:solidFill>
            <a:schemeClr val="accent5">
              <a:shade val="95000"/>
              <a:satMod val="105000"/>
            </a:schemeClr>
          </a:solidFill>
          <a:prstDash val="solid"/>
        </a:ln>
        <a:effectLst>
          <a:outerShdw blurRad="40000" dist="23000" dir="5400000" rotWithShape="0">
            <a:srgbClr val="000000">
              <a:alpha val="35000"/>
            </a:srgbClr>
          </a:outerShdw>
        </a:effectLst>
      </dsp:spPr>
      <dsp:style>
        <a:lnRef idx="1">
          <a:schemeClr val="accent5"/>
        </a:lnRef>
        <a:fillRef idx="3">
          <a:schemeClr val="accent5"/>
        </a:fillRef>
        <a:effectRef idx="2">
          <a:schemeClr val="accent5"/>
        </a:effectRef>
        <a:fontRef idx="minor">
          <a:schemeClr val="lt1"/>
        </a:fontRef>
      </dsp:style>
    </dsp:sp>
    <dsp:sp modelId="{B4F35CE3-9BB3-4960-B6FF-82F5E20AA780}">
      <dsp:nvSpPr>
        <dsp:cNvPr id="0" name=""/>
        <dsp:cNvSpPr/>
      </dsp:nvSpPr>
      <dsp:spPr>
        <a:xfrm>
          <a:off x="388676" y="1885843"/>
          <a:ext cx="5441471"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75" tIns="0" rIns="205675" bIns="0" numCol="1" spcCol="1270" anchor="ctr" anchorCtr="0">
          <a:noAutofit/>
        </a:bodyPr>
        <a:lstStyle/>
        <a:p>
          <a:pPr lvl="0" algn="l" defTabSz="711200">
            <a:lnSpc>
              <a:spcPct val="90000"/>
            </a:lnSpc>
            <a:spcBef>
              <a:spcPct val="0"/>
            </a:spcBef>
            <a:spcAft>
              <a:spcPct val="35000"/>
            </a:spcAft>
          </a:pPr>
          <a:r>
            <a:rPr lang="en-US" sz="1600" kern="1200" dirty="0" smtClean="0">
              <a:latin typeface="Times New Roman"/>
              <a:ea typeface="Calibri"/>
            </a:rPr>
            <a:t>- </a:t>
          </a:r>
          <a:r>
            <a:rPr lang="vi-VN" sz="1600" kern="1200" dirty="0" smtClean="0">
              <a:latin typeface="Times New Roman"/>
              <a:ea typeface="Calibri"/>
            </a:rPr>
            <a:t>C</a:t>
          </a:r>
          <a:r>
            <a:rPr lang="en-US" sz="1600" kern="1200" dirty="0" err="1" smtClean="0">
              <a:latin typeface="Times New Roman"/>
              <a:ea typeface="Calibri"/>
            </a:rPr>
            <a:t>ác</a:t>
          </a:r>
          <a:r>
            <a:rPr lang="en-US" sz="1600" kern="1200" dirty="0" smtClean="0">
              <a:latin typeface="Times New Roman"/>
              <a:ea typeface="Calibri"/>
            </a:rPr>
            <a:t> virus quai bị, sởi, thủy đậu-giời leo hay gặp hơn vào mùa đông xuân.</a:t>
          </a:r>
          <a:endParaRPr lang="en-US" sz="1600" kern="1200" dirty="0"/>
        </a:p>
      </dsp:txBody>
      <dsp:txXfrm>
        <a:off x="411733" y="1908900"/>
        <a:ext cx="5395357" cy="426206"/>
      </dsp:txXfrm>
    </dsp:sp>
    <dsp:sp modelId="{2875CA8E-2149-4454-B3AC-5F01AAF5D160}">
      <dsp:nvSpPr>
        <dsp:cNvPr id="0" name=""/>
        <dsp:cNvSpPr/>
      </dsp:nvSpPr>
      <dsp:spPr>
        <a:xfrm>
          <a:off x="0" y="2847763"/>
          <a:ext cx="7773531" cy="403200"/>
        </a:xfrm>
        <a:prstGeom prst="rect">
          <a:avLst/>
        </a:prstGeom>
        <a:gradFill rotWithShape="1">
          <a:gsLst>
            <a:gs pos="0">
              <a:schemeClr val="accent2">
                <a:tint val="100000"/>
                <a:shade val="100000"/>
                <a:satMod val="130000"/>
              </a:schemeClr>
            </a:gs>
            <a:gs pos="100000">
              <a:schemeClr val="accent2">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2"/>
        </a:lnRef>
        <a:fillRef idx="3">
          <a:schemeClr val="accent2"/>
        </a:fillRef>
        <a:effectRef idx="3">
          <a:schemeClr val="accent2"/>
        </a:effectRef>
        <a:fontRef idx="minor">
          <a:schemeClr val="lt1"/>
        </a:fontRef>
      </dsp:style>
    </dsp:sp>
    <dsp:sp modelId="{1284CC48-9F5F-43DA-9E16-EA43CDC24379}">
      <dsp:nvSpPr>
        <dsp:cNvPr id="0" name=""/>
        <dsp:cNvSpPr/>
      </dsp:nvSpPr>
      <dsp:spPr>
        <a:xfrm>
          <a:off x="388676" y="2611603"/>
          <a:ext cx="5441471"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75" tIns="0" rIns="205675" bIns="0" numCol="1" spcCol="1270" anchor="ctr" anchorCtr="0">
          <a:noAutofit/>
        </a:bodyPr>
        <a:lstStyle/>
        <a:p>
          <a:pPr lvl="0" algn="l" defTabSz="711200">
            <a:lnSpc>
              <a:spcPct val="90000"/>
            </a:lnSpc>
            <a:spcBef>
              <a:spcPct val="0"/>
            </a:spcBef>
            <a:spcAft>
              <a:spcPct val="35000"/>
            </a:spcAft>
          </a:pPr>
          <a:r>
            <a:rPr lang="vi-VN" sz="1600" kern="1200" dirty="0" smtClean="0">
              <a:solidFill>
                <a:schemeClr val="bg1"/>
              </a:solidFill>
              <a:latin typeface="Times New Roman"/>
              <a:ea typeface="Calibri"/>
            </a:rPr>
            <a:t>-C</a:t>
          </a:r>
          <a:r>
            <a:rPr lang="en-US" sz="1600" kern="1200" dirty="0" err="1" smtClean="0">
              <a:solidFill>
                <a:schemeClr val="bg1"/>
              </a:solidFill>
              <a:latin typeface="Times New Roman"/>
              <a:ea typeface="Calibri"/>
            </a:rPr>
            <a:t>ác</a:t>
          </a:r>
          <a:r>
            <a:rPr lang="en-US" sz="1600" kern="1200" dirty="0" smtClean="0">
              <a:solidFill>
                <a:schemeClr val="bg1"/>
              </a:solidFill>
              <a:latin typeface="Times New Roman"/>
              <a:ea typeface="Calibri"/>
            </a:rPr>
            <a:t> virus quai bị, sởi, thủy đậu-giời leo hay gặp hơn vào mùa đông xuân</a:t>
          </a:r>
          <a:endParaRPr lang="en-US" sz="1600" kern="1200" dirty="0">
            <a:solidFill>
              <a:schemeClr val="bg1"/>
            </a:solidFill>
          </a:endParaRPr>
        </a:p>
      </dsp:txBody>
      <dsp:txXfrm>
        <a:off x="411733" y="2634660"/>
        <a:ext cx="5395357"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B63BBE-EC9C-4504-AB30-C958B64DF188}">
      <dsp:nvSpPr>
        <dsp:cNvPr id="0" name=""/>
        <dsp:cNvSpPr/>
      </dsp:nvSpPr>
      <dsp:spPr>
        <a:xfrm>
          <a:off x="0" y="292713"/>
          <a:ext cx="7134737"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44CAF06-B2C4-4D18-B59D-7FDE65F3A472}">
      <dsp:nvSpPr>
        <dsp:cNvPr id="0" name=""/>
        <dsp:cNvSpPr/>
      </dsp:nvSpPr>
      <dsp:spPr>
        <a:xfrm>
          <a:off x="356736" y="27033"/>
          <a:ext cx="4994315" cy="531360"/>
        </a:xfrm>
        <a:prstGeom prst="roundRect">
          <a:avLst/>
        </a:prstGeom>
        <a:solidFill>
          <a:schemeClr val="accent3"/>
        </a:solidFill>
        <a:ln w="25400" cap="flat" cmpd="sng" algn="ctr">
          <a:solidFill>
            <a:schemeClr val="accent3">
              <a:shade val="50000"/>
            </a:schemeClr>
          </a:solidFill>
          <a:prstDash val="solid"/>
        </a:ln>
        <a:effectLst/>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188773" tIns="0" rIns="188773" bIns="0" numCol="1" spcCol="1270" anchor="ctr" anchorCtr="0">
          <a:noAutofit/>
        </a:bodyPr>
        <a:lstStyle/>
        <a:p>
          <a:pPr lvl="0" algn="l" defTabSz="800100">
            <a:lnSpc>
              <a:spcPct val="90000"/>
            </a:lnSpc>
            <a:spcBef>
              <a:spcPct val="0"/>
            </a:spcBef>
            <a:spcAft>
              <a:spcPct val="35000"/>
            </a:spcAft>
          </a:pPr>
          <a:r>
            <a:rPr lang="en-US" sz="1800" kern="1200" dirty="0" smtClean="0">
              <a:solidFill>
                <a:srgbClr val="333333"/>
              </a:solidFill>
              <a:latin typeface="Times New Roman" pitchFamily="18" charset="0"/>
              <a:cs typeface="Times New Roman" pitchFamily="18" charset="0"/>
            </a:rPr>
            <a:t>Haemophilus influenzae loại b</a:t>
          </a:r>
          <a:endParaRPr lang="en-US" sz="1800" kern="1200" dirty="0"/>
        </a:p>
      </dsp:txBody>
      <dsp:txXfrm>
        <a:off x="382675" y="52972"/>
        <a:ext cx="4942437" cy="479482"/>
      </dsp:txXfrm>
    </dsp:sp>
    <dsp:sp modelId="{D7B80920-1699-47A1-A043-A31A99F50CE7}">
      <dsp:nvSpPr>
        <dsp:cNvPr id="0" name=""/>
        <dsp:cNvSpPr/>
      </dsp:nvSpPr>
      <dsp:spPr>
        <a:xfrm>
          <a:off x="0" y="1109193"/>
          <a:ext cx="7134737"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38DC83-2B9F-4CD1-8320-31930E9EEE71}">
      <dsp:nvSpPr>
        <dsp:cNvPr id="0" name=""/>
        <dsp:cNvSpPr/>
      </dsp:nvSpPr>
      <dsp:spPr>
        <a:xfrm>
          <a:off x="356736" y="843513"/>
          <a:ext cx="4994315" cy="531360"/>
        </a:xfrm>
        <a:prstGeom prst="round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88773" tIns="0" rIns="188773" bIns="0" numCol="1" spcCol="1270" anchor="ctr" anchorCtr="0">
          <a:noAutofit/>
        </a:bodyPr>
        <a:lstStyle/>
        <a:p>
          <a:pPr lvl="0" algn="l" defTabSz="889000">
            <a:lnSpc>
              <a:spcPct val="90000"/>
            </a:lnSpc>
            <a:spcBef>
              <a:spcPct val="0"/>
            </a:spcBef>
            <a:spcAft>
              <a:spcPct val="35000"/>
            </a:spcAft>
          </a:pPr>
          <a:r>
            <a:rPr lang="en-US" sz="2000" kern="1200" dirty="0" smtClean="0">
              <a:solidFill>
                <a:schemeClr val="tx1"/>
              </a:solidFill>
              <a:latin typeface="Times New Roman" pitchFamily="18" charset="0"/>
              <a:cs typeface="Times New Roman" pitchFamily="18" charset="0"/>
            </a:rPr>
            <a:t>Não mô cầu</a:t>
          </a:r>
          <a:endParaRPr lang="en-US" sz="2000" kern="1200" dirty="0">
            <a:solidFill>
              <a:schemeClr val="tx1"/>
            </a:solidFill>
            <a:latin typeface="Times New Roman" pitchFamily="18" charset="0"/>
            <a:cs typeface="Times New Roman" pitchFamily="18" charset="0"/>
          </a:endParaRPr>
        </a:p>
      </dsp:txBody>
      <dsp:txXfrm>
        <a:off x="382675" y="869452"/>
        <a:ext cx="4942437" cy="479482"/>
      </dsp:txXfrm>
    </dsp:sp>
    <dsp:sp modelId="{AF6C88F7-EDE3-4A6D-B149-3C87D586321A}">
      <dsp:nvSpPr>
        <dsp:cNvPr id="0" name=""/>
        <dsp:cNvSpPr/>
      </dsp:nvSpPr>
      <dsp:spPr>
        <a:xfrm>
          <a:off x="0" y="1925673"/>
          <a:ext cx="7134737"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B1AC91-8B28-4985-98B9-039C52E9EF8A}">
      <dsp:nvSpPr>
        <dsp:cNvPr id="0" name=""/>
        <dsp:cNvSpPr/>
      </dsp:nvSpPr>
      <dsp:spPr>
        <a:xfrm>
          <a:off x="356736" y="1659993"/>
          <a:ext cx="4994315" cy="531360"/>
        </a:xfrm>
        <a:prstGeom prst="roundRect">
          <a:avLst/>
        </a:prstGeom>
        <a:gradFill rotWithShape="1">
          <a:gsLst>
            <a:gs pos="0">
              <a:schemeClr val="accent5">
                <a:tint val="100000"/>
                <a:shade val="100000"/>
                <a:satMod val="130000"/>
              </a:schemeClr>
            </a:gs>
            <a:gs pos="100000">
              <a:schemeClr val="accent5">
                <a:tint val="50000"/>
                <a:shade val="100000"/>
                <a:satMod val="350000"/>
              </a:schemeClr>
            </a:gs>
          </a:gsLst>
          <a:lin ang="16200000" scaled="0"/>
        </a:gradFill>
        <a:ln w="9525" cap="flat" cmpd="sng" algn="ctr">
          <a:solidFill>
            <a:schemeClr val="accent5">
              <a:shade val="95000"/>
              <a:satMod val="105000"/>
            </a:schemeClr>
          </a:solidFill>
          <a:prstDash val="solid"/>
        </a:ln>
        <a:effectLst>
          <a:outerShdw blurRad="40000" dist="23000" dir="5400000" rotWithShape="0">
            <a:srgbClr val="000000">
              <a:alpha val="35000"/>
            </a:srgbClr>
          </a:outerShdw>
        </a:effectLst>
      </dsp:spPr>
      <dsp:style>
        <a:lnRef idx="1">
          <a:schemeClr val="accent5"/>
        </a:lnRef>
        <a:fillRef idx="3">
          <a:schemeClr val="accent5"/>
        </a:fillRef>
        <a:effectRef idx="2">
          <a:schemeClr val="accent5"/>
        </a:effectRef>
        <a:fontRef idx="minor">
          <a:schemeClr val="lt1"/>
        </a:fontRef>
      </dsp:style>
      <dsp:txBody>
        <a:bodyPr spcFirstLastPara="0" vert="horz" wrap="square" lIns="188773" tIns="0" rIns="188773" bIns="0" numCol="1" spcCol="1270" anchor="ctr" anchorCtr="0">
          <a:noAutofit/>
        </a:bodyPr>
        <a:lstStyle/>
        <a:p>
          <a:pPr lvl="0" algn="l" defTabSz="800100">
            <a:lnSpc>
              <a:spcPct val="90000"/>
            </a:lnSpc>
            <a:spcBef>
              <a:spcPct val="0"/>
            </a:spcBef>
            <a:spcAft>
              <a:spcPct val="35000"/>
            </a:spcAft>
          </a:pPr>
          <a:r>
            <a:rPr lang="en-US" sz="1800" kern="1200" dirty="0" smtClean="0">
              <a:solidFill>
                <a:srgbClr val="333333"/>
              </a:solidFill>
              <a:latin typeface="Times New Roman" pitchFamily="18" charset="0"/>
              <a:cs typeface="Times New Roman" pitchFamily="18" charset="0"/>
            </a:rPr>
            <a:t>Streptococcus pneumoniae (phế cầu)</a:t>
          </a:r>
          <a:endParaRPr lang="en-US" sz="1800" kern="1200" dirty="0">
            <a:solidFill>
              <a:srgbClr val="333333"/>
            </a:solidFill>
            <a:latin typeface="Times New Roman" pitchFamily="18" charset="0"/>
            <a:cs typeface="Times New Roman" pitchFamily="18" charset="0"/>
          </a:endParaRPr>
        </a:p>
      </dsp:txBody>
      <dsp:txXfrm>
        <a:off x="382675" y="1685932"/>
        <a:ext cx="4942437" cy="479482"/>
      </dsp:txXfrm>
    </dsp:sp>
    <dsp:sp modelId="{BE872FC4-D0DE-4A7F-B3E8-BE8AE600B565}">
      <dsp:nvSpPr>
        <dsp:cNvPr id="0" name=""/>
        <dsp:cNvSpPr/>
      </dsp:nvSpPr>
      <dsp:spPr>
        <a:xfrm>
          <a:off x="0" y="2742153"/>
          <a:ext cx="7134737"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DB436E-EE55-44ED-BA4D-19CD42BFF4CD}">
      <dsp:nvSpPr>
        <dsp:cNvPr id="0" name=""/>
        <dsp:cNvSpPr/>
      </dsp:nvSpPr>
      <dsp:spPr>
        <a:xfrm>
          <a:off x="356736" y="2476473"/>
          <a:ext cx="4994315" cy="531360"/>
        </a:xfrm>
        <a:prstGeom prst="roundRect">
          <a:avLst/>
        </a:prstGeom>
        <a:gradFill rotWithShape="1">
          <a:gsLst>
            <a:gs pos="0">
              <a:schemeClr val="accent3">
                <a:tint val="100000"/>
                <a:shade val="100000"/>
                <a:satMod val="130000"/>
              </a:schemeClr>
            </a:gs>
            <a:gs pos="100000">
              <a:schemeClr val="accent3">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3"/>
        </a:lnRef>
        <a:fillRef idx="3">
          <a:schemeClr val="accent3"/>
        </a:fillRef>
        <a:effectRef idx="3">
          <a:schemeClr val="accent3"/>
        </a:effectRef>
        <a:fontRef idx="minor">
          <a:schemeClr val="lt1"/>
        </a:fontRef>
      </dsp:style>
      <dsp:txBody>
        <a:bodyPr spcFirstLastPara="0" vert="horz" wrap="square" lIns="188773" tIns="0" rIns="188773" bIns="0" numCol="1" spcCol="1270" anchor="ctr" anchorCtr="0">
          <a:noAutofit/>
        </a:bodyPr>
        <a:lstStyle/>
        <a:p>
          <a:pPr lvl="0" algn="l" defTabSz="800100">
            <a:lnSpc>
              <a:spcPct val="90000"/>
            </a:lnSpc>
            <a:spcBef>
              <a:spcPct val="0"/>
            </a:spcBef>
            <a:spcAft>
              <a:spcPct val="35000"/>
            </a:spcAft>
          </a:pPr>
          <a:r>
            <a:rPr lang="en-US" sz="1800" kern="1200" dirty="0" smtClean="0">
              <a:solidFill>
                <a:srgbClr val="333333"/>
              </a:solidFill>
              <a:latin typeface="Times New Roman" pitchFamily="18" charset="0"/>
              <a:cs typeface="Times New Roman" pitchFamily="18" charset="0"/>
            </a:rPr>
            <a:t>Viêm màng não mủ do E.Coli</a:t>
          </a:r>
          <a:endParaRPr lang="en-US" sz="1800" kern="1200" dirty="0">
            <a:solidFill>
              <a:srgbClr val="333333"/>
            </a:solidFill>
            <a:latin typeface="Times New Roman" pitchFamily="18" charset="0"/>
            <a:cs typeface="Times New Roman" pitchFamily="18" charset="0"/>
          </a:endParaRPr>
        </a:p>
      </dsp:txBody>
      <dsp:txXfrm>
        <a:off x="382675" y="2502412"/>
        <a:ext cx="4942437" cy="479482"/>
      </dsp:txXfrm>
    </dsp:sp>
    <dsp:sp modelId="{6A2F086A-3D6C-4748-94AB-4B256AF94F1F}">
      <dsp:nvSpPr>
        <dsp:cNvPr id="0" name=""/>
        <dsp:cNvSpPr/>
      </dsp:nvSpPr>
      <dsp:spPr>
        <a:xfrm>
          <a:off x="0" y="3558633"/>
          <a:ext cx="7134737"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83FF25-A582-4029-969D-4FD2EF79473D}">
      <dsp:nvSpPr>
        <dsp:cNvPr id="0" name=""/>
        <dsp:cNvSpPr/>
      </dsp:nvSpPr>
      <dsp:spPr>
        <a:xfrm>
          <a:off x="356736" y="3292953"/>
          <a:ext cx="4994315" cy="531360"/>
        </a:xfrm>
        <a:prstGeom prst="roundRect">
          <a:avLst/>
        </a:prstGeom>
        <a:gradFill rotWithShape="1">
          <a:gsLst>
            <a:gs pos="0">
              <a:schemeClr val="dk1">
                <a:tint val="100000"/>
                <a:shade val="100000"/>
                <a:satMod val="130000"/>
              </a:schemeClr>
            </a:gs>
            <a:gs pos="100000">
              <a:schemeClr val="dk1">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dk1"/>
        </a:lnRef>
        <a:fillRef idx="3">
          <a:schemeClr val="dk1"/>
        </a:fillRef>
        <a:effectRef idx="3">
          <a:schemeClr val="dk1"/>
        </a:effectRef>
        <a:fontRef idx="minor">
          <a:schemeClr val="lt1"/>
        </a:fontRef>
      </dsp:style>
      <dsp:txBody>
        <a:bodyPr spcFirstLastPara="0" vert="horz" wrap="square" lIns="188773" tIns="0" rIns="188773" bIns="0" numCol="1" spcCol="1270" anchor="ctr" anchorCtr="0">
          <a:noAutofit/>
        </a:bodyPr>
        <a:lstStyle/>
        <a:p>
          <a:pPr lvl="0" algn="l" defTabSz="800100">
            <a:lnSpc>
              <a:spcPct val="90000"/>
            </a:lnSpc>
            <a:spcBef>
              <a:spcPct val="0"/>
            </a:spcBef>
            <a:spcAft>
              <a:spcPct val="35000"/>
            </a:spcAft>
          </a:pPr>
          <a:r>
            <a:rPr lang="en-US" sz="1800" kern="1200" dirty="0" smtClean="0">
              <a:solidFill>
                <a:srgbClr val="333333"/>
              </a:solidFill>
              <a:latin typeface="Times New Roman" pitchFamily="18" charset="0"/>
              <a:cs typeface="Times New Roman" pitchFamily="18" charset="0"/>
            </a:rPr>
            <a:t>Viêm màng não mủ do Listeria monocytogenes </a:t>
          </a:r>
          <a:endParaRPr lang="en-US" sz="1800" kern="1200" dirty="0">
            <a:solidFill>
              <a:srgbClr val="333333"/>
            </a:solidFill>
            <a:latin typeface="Times New Roman" pitchFamily="18" charset="0"/>
            <a:cs typeface="Times New Roman" pitchFamily="18" charset="0"/>
          </a:endParaRPr>
        </a:p>
      </dsp:txBody>
      <dsp:txXfrm>
        <a:off x="382675" y="3318892"/>
        <a:ext cx="4942437"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18733002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3954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5609666" y="2185857"/>
            <a:ext cx="3534604" cy="3432788"/>
            <a:chOff x="6172200" y="2656118"/>
            <a:chExt cx="2971754" cy="2886151"/>
          </a:xfrm>
        </p:grpSpPr>
        <p:sp>
          <p:nvSpPr>
            <p:cNvPr id="11" name="Google Shape;11;p2"/>
            <p:cNvSpPr/>
            <p:nvPr/>
          </p:nvSpPr>
          <p:spPr>
            <a:xfrm rot="9208626" flipH="1">
              <a:off x="6704904" y="4110434"/>
              <a:ext cx="484232" cy="120400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208633" flipH="1">
              <a:off x="7804300" y="3279013"/>
              <a:ext cx="877624" cy="2182136"/>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9208678" flipH="1">
              <a:off x="6287617" y="4657701"/>
              <a:ext cx="229660" cy="571018"/>
            </a:xfrm>
            <a:prstGeom prst="flowChartManualInpu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FFFFFF"/>
            </a:solidFill>
            <a:ln>
              <a:noFill/>
            </a:ln>
          </p:spPr>
        </p:sp>
      </p:grpSp>
      <p:grpSp>
        <p:nvGrpSpPr>
          <p:cNvPr id="16" name="Google Shape;16;p2"/>
          <p:cNvGrpSpPr/>
          <p:nvPr/>
        </p:nvGrpSpPr>
        <p:grpSpPr>
          <a:xfrm>
            <a:off x="-22" y="-324543"/>
            <a:ext cx="3068579" cy="1910876"/>
            <a:chOff x="-32" y="-215963"/>
            <a:chExt cx="2163561" cy="1347300"/>
          </a:xfrm>
        </p:grpSpPr>
        <p:sp>
          <p:nvSpPr>
            <p:cNvPr id="17" name="Google Shape;17;p2"/>
            <p:cNvSpPr/>
            <p:nvPr/>
          </p:nvSpPr>
          <p:spPr>
            <a:xfrm rot="-1591408" flipH="1">
              <a:off x="1362169" y="-63166"/>
              <a:ext cx="205103" cy="509980"/>
            </a:xfrm>
            <a:prstGeom prst="flowChartManualInpu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1591339" flipH="1">
              <a:off x="892401" y="-169347"/>
              <a:ext cx="504374" cy="1254067"/>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591322" flipH="1">
              <a:off x="1818452" y="-76292"/>
              <a:ext cx="229660" cy="571018"/>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81D1EC"/>
            </a:solidFill>
            <a:ln>
              <a:noFill/>
            </a:ln>
          </p:spPr>
        </p:sp>
      </p:grpSp>
      <p:sp>
        <p:nvSpPr>
          <p:cNvPr id="22" name="Google Shape;22;p2"/>
          <p:cNvSpPr txBox="1">
            <a:spLocks noGrp="1"/>
          </p:cNvSpPr>
          <p:nvPr>
            <p:ph type="ctrTitle"/>
          </p:nvPr>
        </p:nvSpPr>
        <p:spPr>
          <a:xfrm>
            <a:off x="685800" y="2753825"/>
            <a:ext cx="5671500" cy="1159800"/>
          </a:xfrm>
          <a:prstGeom prst="rect">
            <a:avLst/>
          </a:prstGeom>
        </p:spPr>
        <p:txBody>
          <a:bodyPr spcFirstLastPara="1" wrap="square" lIns="91425" tIns="91425" rIns="91425" bIns="91425" anchor="b" anchorCtr="0">
            <a:noAutofit/>
          </a:bodyPr>
          <a:lstStyle>
            <a:lvl1pPr lvl="0">
              <a:spcBef>
                <a:spcPts val="0"/>
              </a:spcBef>
              <a:spcAft>
                <a:spcPts val="0"/>
              </a:spcAft>
              <a:buClr>
                <a:srgbClr val="FFFFFF"/>
              </a:buClr>
              <a:buSzPts val="5000"/>
              <a:buNone/>
              <a:defRPr sz="5000">
                <a:solidFill>
                  <a:srgbClr val="FFFFFF"/>
                </a:solidFill>
              </a:defRPr>
            </a:lvl1pPr>
            <a:lvl2pPr lvl="1">
              <a:spcBef>
                <a:spcPts val="0"/>
              </a:spcBef>
              <a:spcAft>
                <a:spcPts val="0"/>
              </a:spcAft>
              <a:buClr>
                <a:srgbClr val="FFFFFF"/>
              </a:buClr>
              <a:buSzPts val="5000"/>
              <a:buNone/>
              <a:defRPr sz="5000">
                <a:solidFill>
                  <a:srgbClr val="FFFFFF"/>
                </a:solidFill>
              </a:defRPr>
            </a:lvl2pPr>
            <a:lvl3pPr lvl="2">
              <a:spcBef>
                <a:spcPts val="0"/>
              </a:spcBef>
              <a:spcAft>
                <a:spcPts val="0"/>
              </a:spcAft>
              <a:buClr>
                <a:srgbClr val="FFFFFF"/>
              </a:buClr>
              <a:buSzPts val="5000"/>
              <a:buNone/>
              <a:defRPr sz="5000">
                <a:solidFill>
                  <a:srgbClr val="FFFFFF"/>
                </a:solidFill>
              </a:defRPr>
            </a:lvl3pPr>
            <a:lvl4pPr lvl="3">
              <a:spcBef>
                <a:spcPts val="0"/>
              </a:spcBef>
              <a:spcAft>
                <a:spcPts val="0"/>
              </a:spcAft>
              <a:buClr>
                <a:srgbClr val="FFFFFF"/>
              </a:buClr>
              <a:buSzPts val="5000"/>
              <a:buNone/>
              <a:defRPr sz="5000">
                <a:solidFill>
                  <a:srgbClr val="FFFFFF"/>
                </a:solidFill>
              </a:defRPr>
            </a:lvl4pPr>
            <a:lvl5pPr lvl="4">
              <a:spcBef>
                <a:spcPts val="0"/>
              </a:spcBef>
              <a:spcAft>
                <a:spcPts val="0"/>
              </a:spcAft>
              <a:buClr>
                <a:srgbClr val="FFFFFF"/>
              </a:buClr>
              <a:buSzPts val="5000"/>
              <a:buNone/>
              <a:defRPr sz="5000">
                <a:solidFill>
                  <a:srgbClr val="FFFFFF"/>
                </a:solidFill>
              </a:defRPr>
            </a:lvl5pPr>
            <a:lvl6pPr lvl="5">
              <a:spcBef>
                <a:spcPts val="0"/>
              </a:spcBef>
              <a:spcAft>
                <a:spcPts val="0"/>
              </a:spcAft>
              <a:buClr>
                <a:srgbClr val="FFFFFF"/>
              </a:buClr>
              <a:buSzPts val="5000"/>
              <a:buNone/>
              <a:defRPr sz="5000">
                <a:solidFill>
                  <a:srgbClr val="FFFFFF"/>
                </a:solidFill>
              </a:defRPr>
            </a:lvl6pPr>
            <a:lvl7pPr lvl="6">
              <a:spcBef>
                <a:spcPts val="0"/>
              </a:spcBef>
              <a:spcAft>
                <a:spcPts val="0"/>
              </a:spcAft>
              <a:buClr>
                <a:srgbClr val="FFFFFF"/>
              </a:buClr>
              <a:buSzPts val="5000"/>
              <a:buNone/>
              <a:defRPr sz="5000">
                <a:solidFill>
                  <a:srgbClr val="FFFFFF"/>
                </a:solidFill>
              </a:defRPr>
            </a:lvl7pPr>
            <a:lvl8pPr lvl="7">
              <a:spcBef>
                <a:spcPts val="0"/>
              </a:spcBef>
              <a:spcAft>
                <a:spcPts val="0"/>
              </a:spcAft>
              <a:buClr>
                <a:srgbClr val="FFFFFF"/>
              </a:buClr>
              <a:buSzPts val="5000"/>
              <a:buNone/>
              <a:defRPr sz="5000">
                <a:solidFill>
                  <a:srgbClr val="FFFFFF"/>
                </a:solidFill>
              </a:defRPr>
            </a:lvl8pPr>
            <a:lvl9pPr lvl="8">
              <a:spcBef>
                <a:spcPts val="0"/>
              </a:spcBef>
              <a:spcAft>
                <a:spcPts val="0"/>
              </a:spcAft>
              <a:buClr>
                <a:srgbClr val="FFFFFF"/>
              </a:buClr>
              <a:buSzPts val="5000"/>
              <a:buNone/>
              <a:defRPr sz="5000">
                <a:solidFill>
                  <a:srgbClr val="FFFFFF"/>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23"/>
        <p:cNvGrpSpPr/>
        <p:nvPr/>
      </p:nvGrpSpPr>
      <p:grpSpPr>
        <a:xfrm>
          <a:off x="0" y="0"/>
          <a:ext cx="0" cy="0"/>
          <a:chOff x="0" y="0"/>
          <a:chExt cx="0" cy="0"/>
        </a:xfrm>
      </p:grpSpPr>
      <p:grpSp>
        <p:nvGrpSpPr>
          <p:cNvPr id="24" name="Google Shape;24;p3"/>
          <p:cNvGrpSpPr/>
          <p:nvPr/>
        </p:nvGrpSpPr>
        <p:grpSpPr>
          <a:xfrm>
            <a:off x="6172200" y="2656118"/>
            <a:ext cx="2971754" cy="2886151"/>
            <a:chOff x="6172200" y="2656118"/>
            <a:chExt cx="2971754" cy="2886151"/>
          </a:xfrm>
        </p:grpSpPr>
        <p:sp>
          <p:nvSpPr>
            <p:cNvPr id="25" name="Google Shape;25;p3"/>
            <p:cNvSpPr/>
            <p:nvPr/>
          </p:nvSpPr>
          <p:spPr>
            <a:xfrm rot="9208626" flipH="1">
              <a:off x="6704904" y="4110434"/>
              <a:ext cx="484232" cy="120400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rot="9208633" flipH="1">
              <a:off x="7804300" y="3279013"/>
              <a:ext cx="877624" cy="2182136"/>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9208606" flipH="1">
              <a:off x="7481789" y="4276913"/>
              <a:ext cx="408796" cy="1016449"/>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9208678" flipH="1">
              <a:off x="6287617" y="4657701"/>
              <a:ext cx="229660" cy="571018"/>
            </a:xfrm>
            <a:prstGeom prst="flowChartManualInpu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FFFFFF"/>
            </a:solidFill>
            <a:ln>
              <a:noFill/>
            </a:ln>
          </p:spPr>
        </p:sp>
      </p:grpSp>
      <p:grpSp>
        <p:nvGrpSpPr>
          <p:cNvPr id="30" name="Google Shape;30;p3"/>
          <p:cNvGrpSpPr/>
          <p:nvPr/>
        </p:nvGrpSpPr>
        <p:grpSpPr>
          <a:xfrm>
            <a:off x="-32" y="-228027"/>
            <a:ext cx="2163561" cy="1347300"/>
            <a:chOff x="-32" y="-215963"/>
            <a:chExt cx="2163561" cy="1347300"/>
          </a:xfrm>
        </p:grpSpPr>
        <p:sp>
          <p:nvSpPr>
            <p:cNvPr id="31" name="Google Shape;31;p3"/>
            <p:cNvSpPr/>
            <p:nvPr/>
          </p:nvSpPr>
          <p:spPr>
            <a:xfrm rot="-1591408" flipH="1">
              <a:off x="1362169" y="-63166"/>
              <a:ext cx="205103" cy="509980"/>
            </a:xfrm>
            <a:prstGeom prst="flowChartManualInpu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1591371" flipH="1">
              <a:off x="239463" y="-151890"/>
              <a:ext cx="434754" cy="1080980"/>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rot="-1591339" flipH="1">
              <a:off x="892401" y="-169347"/>
              <a:ext cx="504374" cy="1254067"/>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1591322" flipH="1">
              <a:off x="1818452" y="-76292"/>
              <a:ext cx="229660" cy="571018"/>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81D1EC"/>
            </a:solidFill>
            <a:ln>
              <a:noFill/>
            </a:ln>
          </p:spPr>
        </p:sp>
      </p:grpSp>
      <p:sp>
        <p:nvSpPr>
          <p:cNvPr id="36" name="Google Shape;36;p3"/>
          <p:cNvSpPr txBox="1">
            <a:spLocks noGrp="1"/>
          </p:cNvSpPr>
          <p:nvPr>
            <p:ph type="ctrTitle"/>
          </p:nvPr>
        </p:nvSpPr>
        <p:spPr>
          <a:xfrm>
            <a:off x="685800" y="2421550"/>
            <a:ext cx="5074500" cy="11598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3600"/>
              <a:buNone/>
              <a:defRPr sz="3600">
                <a:solidFill>
                  <a:srgbClr val="FFFFFF"/>
                </a:solidFill>
              </a:defRPr>
            </a:lvl1pPr>
            <a:lvl2pPr lvl="1" rtl="0">
              <a:spcBef>
                <a:spcPts val="0"/>
              </a:spcBef>
              <a:spcAft>
                <a:spcPts val="0"/>
              </a:spcAft>
              <a:buClr>
                <a:srgbClr val="FFFFFF"/>
              </a:buClr>
              <a:buSzPts val="3600"/>
              <a:buNone/>
              <a:defRPr sz="3600">
                <a:solidFill>
                  <a:srgbClr val="FFFFFF"/>
                </a:solidFill>
              </a:defRPr>
            </a:lvl2pPr>
            <a:lvl3pPr lvl="2" rtl="0">
              <a:spcBef>
                <a:spcPts val="0"/>
              </a:spcBef>
              <a:spcAft>
                <a:spcPts val="0"/>
              </a:spcAft>
              <a:buClr>
                <a:srgbClr val="FFFFFF"/>
              </a:buClr>
              <a:buSzPts val="3600"/>
              <a:buNone/>
              <a:defRPr sz="3600">
                <a:solidFill>
                  <a:srgbClr val="FFFFFF"/>
                </a:solidFill>
              </a:defRPr>
            </a:lvl3pPr>
            <a:lvl4pPr lvl="3" rtl="0">
              <a:spcBef>
                <a:spcPts val="0"/>
              </a:spcBef>
              <a:spcAft>
                <a:spcPts val="0"/>
              </a:spcAft>
              <a:buClr>
                <a:srgbClr val="FFFFFF"/>
              </a:buClr>
              <a:buSzPts val="3600"/>
              <a:buNone/>
              <a:defRPr sz="3600">
                <a:solidFill>
                  <a:srgbClr val="FFFFFF"/>
                </a:solidFill>
              </a:defRPr>
            </a:lvl4pPr>
            <a:lvl5pPr lvl="4" rtl="0">
              <a:spcBef>
                <a:spcPts val="0"/>
              </a:spcBef>
              <a:spcAft>
                <a:spcPts val="0"/>
              </a:spcAft>
              <a:buClr>
                <a:srgbClr val="FFFFFF"/>
              </a:buClr>
              <a:buSzPts val="3600"/>
              <a:buNone/>
              <a:defRPr sz="3600">
                <a:solidFill>
                  <a:srgbClr val="FFFFFF"/>
                </a:solidFill>
              </a:defRPr>
            </a:lvl5pPr>
            <a:lvl6pPr lvl="5" rtl="0">
              <a:spcBef>
                <a:spcPts val="0"/>
              </a:spcBef>
              <a:spcAft>
                <a:spcPts val="0"/>
              </a:spcAft>
              <a:buClr>
                <a:srgbClr val="FFFFFF"/>
              </a:buClr>
              <a:buSzPts val="3600"/>
              <a:buNone/>
              <a:defRPr sz="3600">
                <a:solidFill>
                  <a:srgbClr val="FFFFFF"/>
                </a:solidFill>
              </a:defRPr>
            </a:lvl6pPr>
            <a:lvl7pPr lvl="6" rtl="0">
              <a:spcBef>
                <a:spcPts val="0"/>
              </a:spcBef>
              <a:spcAft>
                <a:spcPts val="0"/>
              </a:spcAft>
              <a:buClr>
                <a:srgbClr val="FFFFFF"/>
              </a:buClr>
              <a:buSzPts val="3600"/>
              <a:buNone/>
              <a:defRPr sz="3600">
                <a:solidFill>
                  <a:srgbClr val="FFFFFF"/>
                </a:solidFill>
              </a:defRPr>
            </a:lvl7pPr>
            <a:lvl8pPr lvl="7" rtl="0">
              <a:spcBef>
                <a:spcPts val="0"/>
              </a:spcBef>
              <a:spcAft>
                <a:spcPts val="0"/>
              </a:spcAft>
              <a:buClr>
                <a:srgbClr val="FFFFFF"/>
              </a:buClr>
              <a:buSzPts val="3600"/>
              <a:buNone/>
              <a:defRPr sz="3600">
                <a:solidFill>
                  <a:srgbClr val="FFFFFF"/>
                </a:solidFill>
              </a:defRPr>
            </a:lvl8pPr>
            <a:lvl9pPr lvl="8" rtl="0">
              <a:spcBef>
                <a:spcPts val="0"/>
              </a:spcBef>
              <a:spcAft>
                <a:spcPts val="0"/>
              </a:spcAft>
              <a:buClr>
                <a:srgbClr val="FFFFFF"/>
              </a:buClr>
              <a:buSzPts val="3600"/>
              <a:buNone/>
              <a:defRPr sz="3600">
                <a:solidFill>
                  <a:srgbClr val="FFFFFF"/>
                </a:solidFill>
              </a:defRPr>
            </a:lvl9pPr>
          </a:lstStyle>
          <a:p>
            <a:endParaRPr/>
          </a:p>
        </p:txBody>
      </p:sp>
      <p:sp>
        <p:nvSpPr>
          <p:cNvPr id="37" name="Google Shape;37;p3"/>
          <p:cNvSpPr txBox="1">
            <a:spLocks noGrp="1"/>
          </p:cNvSpPr>
          <p:nvPr>
            <p:ph type="subTitle" idx="1"/>
          </p:nvPr>
        </p:nvSpPr>
        <p:spPr>
          <a:xfrm>
            <a:off x="685800" y="3449654"/>
            <a:ext cx="5074500" cy="784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2000"/>
              <a:buNone/>
              <a:defRPr>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38" name="Google Shape;38;p3"/>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39"/>
        <p:cNvGrpSpPr/>
        <p:nvPr/>
      </p:nvGrpSpPr>
      <p:grpSpPr>
        <a:xfrm>
          <a:off x="0" y="0"/>
          <a:ext cx="0" cy="0"/>
          <a:chOff x="0" y="0"/>
          <a:chExt cx="0" cy="0"/>
        </a:xfrm>
      </p:grpSpPr>
      <p:sp>
        <p:nvSpPr>
          <p:cNvPr id="40" name="Google Shape;40;p4"/>
          <p:cNvSpPr txBox="1">
            <a:spLocks noGrp="1"/>
          </p:cNvSpPr>
          <p:nvPr>
            <p:ph type="body" idx="1"/>
          </p:nvPr>
        </p:nvSpPr>
        <p:spPr>
          <a:xfrm>
            <a:off x="2822775" y="2161800"/>
            <a:ext cx="3498300" cy="819900"/>
          </a:xfrm>
          <a:prstGeom prst="rect">
            <a:avLst/>
          </a:prstGeom>
        </p:spPr>
        <p:txBody>
          <a:bodyPr spcFirstLastPara="1" wrap="square" lIns="91425" tIns="91425" rIns="91425" bIns="91425" anchor="ctr" anchorCtr="0">
            <a:noAutofit/>
          </a:bodyPr>
          <a:lstStyle>
            <a:lvl1pPr marL="457200" lvl="0" indent="-381000" algn="ctr" rtl="0">
              <a:spcBef>
                <a:spcPts val="600"/>
              </a:spcBef>
              <a:spcAft>
                <a:spcPts val="0"/>
              </a:spcAft>
              <a:buClr>
                <a:srgbClr val="3796BF"/>
              </a:buClr>
              <a:buSzPts val="2400"/>
              <a:buFont typeface="Oswald"/>
              <a:buChar char="»"/>
              <a:defRPr sz="2400">
                <a:solidFill>
                  <a:srgbClr val="3796BF"/>
                </a:solidFill>
                <a:latin typeface="Oswald"/>
                <a:ea typeface="Oswald"/>
                <a:cs typeface="Oswald"/>
                <a:sym typeface="Oswald"/>
              </a:defRPr>
            </a:lvl1pPr>
            <a:lvl2pPr marL="914400" lvl="1"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2pPr>
            <a:lvl3pPr marL="1371600" lvl="2"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3pPr>
            <a:lvl4pPr marL="1828800" lvl="3"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4pPr>
            <a:lvl5pPr marL="2286000" lvl="4"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5pPr>
            <a:lvl6pPr marL="2743200" lvl="5"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6pPr>
            <a:lvl7pPr marL="3200400" lvl="6"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7pPr>
            <a:lvl8pPr marL="3657600" lvl="7"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8pPr>
            <a:lvl9pPr marL="4114800" lvl="8" indent="-381000" algn="ctr">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9pPr>
          </a:lstStyle>
          <a:p>
            <a:endParaRPr/>
          </a:p>
        </p:txBody>
      </p:sp>
      <p:grpSp>
        <p:nvGrpSpPr>
          <p:cNvPr id="41" name="Google Shape;41;p4"/>
          <p:cNvGrpSpPr/>
          <p:nvPr/>
        </p:nvGrpSpPr>
        <p:grpSpPr>
          <a:xfrm>
            <a:off x="5609666" y="2185857"/>
            <a:ext cx="3534604" cy="3432788"/>
            <a:chOff x="6172200" y="2656118"/>
            <a:chExt cx="2971754" cy="2886151"/>
          </a:xfrm>
        </p:grpSpPr>
        <p:sp>
          <p:nvSpPr>
            <p:cNvPr id="42" name="Google Shape;42;p4"/>
            <p:cNvSpPr/>
            <p:nvPr/>
          </p:nvSpPr>
          <p:spPr>
            <a:xfrm rot="9208626" flipH="1">
              <a:off x="6704904" y="4110434"/>
              <a:ext cx="484232" cy="120400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9208633" flipH="1">
              <a:off x="7804300" y="3279013"/>
              <a:ext cx="877624" cy="2182136"/>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9208678" flipH="1">
              <a:off x="6287617" y="4657701"/>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grpSp>
        <p:nvGrpSpPr>
          <p:cNvPr id="47" name="Google Shape;47;p4"/>
          <p:cNvGrpSpPr/>
          <p:nvPr/>
        </p:nvGrpSpPr>
        <p:grpSpPr>
          <a:xfrm>
            <a:off x="-22" y="-324543"/>
            <a:ext cx="3068579" cy="1910876"/>
            <a:chOff x="-32" y="-215963"/>
            <a:chExt cx="2163561" cy="1347300"/>
          </a:xfrm>
        </p:grpSpPr>
        <p:sp>
          <p:nvSpPr>
            <p:cNvPr id="48" name="Google Shape;48;p4"/>
            <p:cNvSpPr/>
            <p:nvPr/>
          </p:nvSpPr>
          <p:spPr>
            <a:xfrm rot="-1591408" flipH="1">
              <a:off x="1362169" y="-63166"/>
              <a:ext cx="205103" cy="509980"/>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rot="-1591339" flipH="1">
              <a:off x="892401" y="-169347"/>
              <a:ext cx="504374" cy="1254067"/>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rot="-1591322" flipH="1">
              <a:off x="1818452" y="-76292"/>
              <a:ext cx="229660" cy="571018"/>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81D1EC"/>
            </a:solidFill>
            <a:ln>
              <a:noFill/>
            </a:ln>
          </p:spPr>
        </p:sp>
      </p:grpSp>
      <p:sp>
        <p:nvSpPr>
          <p:cNvPr id="53" name="Google Shape;53;p4"/>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lgn="r" rtl="0">
              <a:buNone/>
              <a:defRPr sz="1300">
                <a:solidFill>
                  <a:srgbClr val="4BB5D9"/>
                </a:solidFill>
                <a:latin typeface="Roboto Condensed"/>
                <a:ea typeface="Roboto Condensed"/>
                <a:cs typeface="Roboto Condensed"/>
                <a:sym typeface="Roboto Condensed"/>
              </a:defRPr>
            </a:lvl1pPr>
            <a:lvl2pPr lvl="1" algn="r" rtl="0">
              <a:buNone/>
              <a:defRPr sz="1300">
                <a:solidFill>
                  <a:srgbClr val="4BB5D9"/>
                </a:solidFill>
                <a:latin typeface="Roboto Condensed"/>
                <a:ea typeface="Roboto Condensed"/>
                <a:cs typeface="Roboto Condensed"/>
                <a:sym typeface="Roboto Condensed"/>
              </a:defRPr>
            </a:lvl2pPr>
            <a:lvl3pPr lvl="2" algn="r" rtl="0">
              <a:buNone/>
              <a:defRPr sz="1300">
                <a:solidFill>
                  <a:srgbClr val="4BB5D9"/>
                </a:solidFill>
                <a:latin typeface="Roboto Condensed"/>
                <a:ea typeface="Roboto Condensed"/>
                <a:cs typeface="Roboto Condensed"/>
                <a:sym typeface="Roboto Condensed"/>
              </a:defRPr>
            </a:lvl3pPr>
            <a:lvl4pPr lvl="3" algn="r" rtl="0">
              <a:buNone/>
              <a:defRPr sz="1300">
                <a:solidFill>
                  <a:srgbClr val="4BB5D9"/>
                </a:solidFill>
                <a:latin typeface="Roboto Condensed"/>
                <a:ea typeface="Roboto Condensed"/>
                <a:cs typeface="Roboto Condensed"/>
                <a:sym typeface="Roboto Condensed"/>
              </a:defRPr>
            </a:lvl4pPr>
            <a:lvl5pPr lvl="4" algn="r" rtl="0">
              <a:buNone/>
              <a:defRPr sz="1300">
                <a:solidFill>
                  <a:srgbClr val="4BB5D9"/>
                </a:solidFill>
                <a:latin typeface="Roboto Condensed"/>
                <a:ea typeface="Roboto Condensed"/>
                <a:cs typeface="Roboto Condensed"/>
                <a:sym typeface="Roboto Condensed"/>
              </a:defRPr>
            </a:lvl5pPr>
            <a:lvl6pPr lvl="5" algn="r" rtl="0">
              <a:buNone/>
              <a:defRPr sz="1300">
                <a:solidFill>
                  <a:srgbClr val="4BB5D9"/>
                </a:solidFill>
                <a:latin typeface="Roboto Condensed"/>
                <a:ea typeface="Roboto Condensed"/>
                <a:cs typeface="Roboto Condensed"/>
                <a:sym typeface="Roboto Condensed"/>
              </a:defRPr>
            </a:lvl6pPr>
            <a:lvl7pPr lvl="6" algn="r" rtl="0">
              <a:buNone/>
              <a:defRPr sz="1300">
                <a:solidFill>
                  <a:srgbClr val="4BB5D9"/>
                </a:solidFill>
                <a:latin typeface="Roboto Condensed"/>
                <a:ea typeface="Roboto Condensed"/>
                <a:cs typeface="Roboto Condensed"/>
                <a:sym typeface="Roboto Condensed"/>
              </a:defRPr>
            </a:lvl7pPr>
            <a:lvl8pPr lvl="7" algn="r" rtl="0">
              <a:buNone/>
              <a:defRPr sz="1300">
                <a:solidFill>
                  <a:srgbClr val="4BB5D9"/>
                </a:solidFill>
                <a:latin typeface="Roboto Condensed"/>
                <a:ea typeface="Roboto Condensed"/>
                <a:cs typeface="Roboto Condensed"/>
                <a:sym typeface="Roboto Condensed"/>
              </a:defRPr>
            </a:lvl8pPr>
            <a:lvl9pPr lvl="8" algn="r" rtl="0">
              <a:buNone/>
              <a:defRPr sz="1300">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54"/>
        <p:cNvGrpSpPr/>
        <p:nvPr/>
      </p:nvGrpSpPr>
      <p:grpSpPr>
        <a:xfrm>
          <a:off x="0" y="0"/>
          <a:ext cx="0" cy="0"/>
          <a:chOff x="0" y="0"/>
          <a:chExt cx="0" cy="0"/>
        </a:xfrm>
      </p:grpSpPr>
      <p:grpSp>
        <p:nvGrpSpPr>
          <p:cNvPr id="55" name="Google Shape;55;p5"/>
          <p:cNvGrpSpPr/>
          <p:nvPr/>
        </p:nvGrpSpPr>
        <p:grpSpPr>
          <a:xfrm>
            <a:off x="6172200" y="2656118"/>
            <a:ext cx="2971754" cy="2886151"/>
            <a:chOff x="6172200" y="2656118"/>
            <a:chExt cx="2971754" cy="2886151"/>
          </a:xfrm>
        </p:grpSpPr>
        <p:sp>
          <p:nvSpPr>
            <p:cNvPr id="56" name="Google Shape;56;p5"/>
            <p:cNvSpPr/>
            <p:nvPr/>
          </p:nvSpPr>
          <p:spPr>
            <a:xfrm rot="9208626" flipH="1">
              <a:off x="6704904" y="4110434"/>
              <a:ext cx="484232" cy="1204006"/>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rot="9208633" flipH="1">
              <a:off x="7804300" y="3279013"/>
              <a:ext cx="877624" cy="218213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rot="9208678" flipH="1">
              <a:off x="6287617" y="4657701"/>
              <a:ext cx="229660" cy="571018"/>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3796BF"/>
            </a:solidFill>
            <a:ln>
              <a:noFill/>
            </a:ln>
          </p:spPr>
        </p:sp>
      </p:grpSp>
      <p:grpSp>
        <p:nvGrpSpPr>
          <p:cNvPr id="61" name="Google Shape;61;p5"/>
          <p:cNvGrpSpPr/>
          <p:nvPr/>
        </p:nvGrpSpPr>
        <p:grpSpPr>
          <a:xfrm>
            <a:off x="-32" y="-228027"/>
            <a:ext cx="2163561" cy="1347300"/>
            <a:chOff x="-32" y="-215963"/>
            <a:chExt cx="2163561" cy="1347300"/>
          </a:xfrm>
        </p:grpSpPr>
        <p:sp>
          <p:nvSpPr>
            <p:cNvPr id="62" name="Google Shape;62;p5"/>
            <p:cNvSpPr/>
            <p:nvPr/>
          </p:nvSpPr>
          <p:spPr>
            <a:xfrm rot="-1591408" flipH="1">
              <a:off x="1362169" y="-63166"/>
              <a:ext cx="205103" cy="509980"/>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rot="-1591339" flipH="1">
              <a:off x="892401" y="-169347"/>
              <a:ext cx="504374" cy="1254067"/>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rot="-1591322" flipH="1">
              <a:off x="1818452" y="-76292"/>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sp>
        <p:nvSpPr>
          <p:cNvPr id="67" name="Google Shape;67;p5"/>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8" name="Google Shape;68;p5"/>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a:lvl1pPr>
            <a:lvl2pPr marL="914400" lvl="1" indent="-355600">
              <a:spcBef>
                <a:spcPts val="0"/>
              </a:spcBef>
              <a:spcAft>
                <a:spcPts val="0"/>
              </a:spcAft>
              <a:buSzPts val="2000"/>
              <a:buChar char="⋄"/>
              <a:defRPr/>
            </a:lvl2pPr>
            <a:lvl3pPr marL="1371600" lvl="2" indent="-355600">
              <a:spcBef>
                <a:spcPts val="0"/>
              </a:spcBef>
              <a:spcAft>
                <a:spcPts val="0"/>
              </a:spcAft>
              <a:buSzPts val="2000"/>
              <a:buChar char="⋄"/>
              <a:defRPr/>
            </a:lvl3pPr>
            <a:lvl4pPr marL="1828800" lvl="3" indent="-355600">
              <a:spcBef>
                <a:spcPts val="0"/>
              </a:spcBef>
              <a:spcAft>
                <a:spcPts val="0"/>
              </a:spcAft>
              <a:buSzPts val="2000"/>
              <a:buChar char="⋄"/>
              <a:defRPr/>
            </a:lvl4pPr>
            <a:lvl5pPr marL="2286000" lvl="4" indent="-355600">
              <a:spcBef>
                <a:spcPts val="0"/>
              </a:spcBef>
              <a:spcAft>
                <a:spcPts val="0"/>
              </a:spcAft>
              <a:buSzPts val="2000"/>
              <a:buChar char="⋄"/>
              <a:defRPr/>
            </a:lvl5pPr>
            <a:lvl6pPr marL="2743200" lvl="5" indent="-355600">
              <a:spcBef>
                <a:spcPts val="0"/>
              </a:spcBef>
              <a:spcAft>
                <a:spcPts val="0"/>
              </a:spcAft>
              <a:buSzPts val="2000"/>
              <a:buChar char="⋄"/>
              <a:defRPr/>
            </a:lvl6pPr>
            <a:lvl7pPr marL="3200400" lvl="6" indent="-355600">
              <a:spcBef>
                <a:spcPts val="0"/>
              </a:spcBef>
              <a:spcAft>
                <a:spcPts val="0"/>
              </a:spcAft>
              <a:buSzPts val="2000"/>
              <a:buChar char="●"/>
              <a:defRPr/>
            </a:lvl7pPr>
            <a:lvl8pPr marL="3657600" lvl="7" indent="-355600">
              <a:spcBef>
                <a:spcPts val="0"/>
              </a:spcBef>
              <a:spcAft>
                <a:spcPts val="0"/>
              </a:spcAft>
              <a:buSzPts val="2000"/>
              <a:buChar char="○"/>
              <a:defRPr/>
            </a:lvl8pPr>
            <a:lvl9pPr marL="4114800" lvl="8" indent="-355600">
              <a:spcBef>
                <a:spcPts val="0"/>
              </a:spcBef>
              <a:spcAft>
                <a:spcPts val="0"/>
              </a:spcAft>
              <a:buSzPts val="2000"/>
              <a:buChar char="■"/>
              <a:defRPr/>
            </a:lvl9pPr>
          </a:lstStyle>
          <a:p>
            <a:endParaRPr/>
          </a:p>
        </p:txBody>
      </p:sp>
      <p:sp>
        <p:nvSpPr>
          <p:cNvPr id="69" name="Google Shape;69;p5"/>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70"/>
        <p:cNvGrpSpPr/>
        <p:nvPr/>
      </p:nvGrpSpPr>
      <p:grpSpPr>
        <a:xfrm>
          <a:off x="0" y="0"/>
          <a:ext cx="0" cy="0"/>
          <a:chOff x="0" y="0"/>
          <a:chExt cx="0" cy="0"/>
        </a:xfrm>
      </p:grpSpPr>
      <p:grpSp>
        <p:nvGrpSpPr>
          <p:cNvPr id="71" name="Google Shape;71;p6"/>
          <p:cNvGrpSpPr/>
          <p:nvPr/>
        </p:nvGrpSpPr>
        <p:grpSpPr>
          <a:xfrm>
            <a:off x="6172200" y="2656118"/>
            <a:ext cx="2971754" cy="2886151"/>
            <a:chOff x="6172200" y="2656118"/>
            <a:chExt cx="2971754" cy="2886151"/>
          </a:xfrm>
        </p:grpSpPr>
        <p:sp>
          <p:nvSpPr>
            <p:cNvPr id="72" name="Google Shape;72;p6"/>
            <p:cNvSpPr/>
            <p:nvPr/>
          </p:nvSpPr>
          <p:spPr>
            <a:xfrm rot="9208626" flipH="1">
              <a:off x="6704904" y="4110434"/>
              <a:ext cx="484232" cy="1204006"/>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6"/>
            <p:cNvSpPr/>
            <p:nvPr/>
          </p:nvSpPr>
          <p:spPr>
            <a:xfrm rot="9208633" flipH="1">
              <a:off x="7804300" y="3279013"/>
              <a:ext cx="877624" cy="218213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rot="9208678" flipH="1">
              <a:off x="6287617" y="4657701"/>
              <a:ext cx="229660" cy="571018"/>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3796BF"/>
            </a:solidFill>
            <a:ln>
              <a:noFill/>
            </a:ln>
          </p:spPr>
        </p:sp>
      </p:grpSp>
      <p:grpSp>
        <p:nvGrpSpPr>
          <p:cNvPr id="77" name="Google Shape;77;p6"/>
          <p:cNvGrpSpPr/>
          <p:nvPr/>
        </p:nvGrpSpPr>
        <p:grpSpPr>
          <a:xfrm>
            <a:off x="-32" y="-228027"/>
            <a:ext cx="2163561" cy="1347300"/>
            <a:chOff x="-32" y="-215963"/>
            <a:chExt cx="2163561" cy="1347300"/>
          </a:xfrm>
        </p:grpSpPr>
        <p:sp>
          <p:nvSpPr>
            <p:cNvPr id="78" name="Google Shape;78;p6"/>
            <p:cNvSpPr/>
            <p:nvPr/>
          </p:nvSpPr>
          <p:spPr>
            <a:xfrm rot="-1591408" flipH="1">
              <a:off x="1362169" y="-63166"/>
              <a:ext cx="205103" cy="509980"/>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rot="-1591339" flipH="1">
              <a:off x="892401" y="-169347"/>
              <a:ext cx="504374" cy="1254067"/>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rot="-1591322" flipH="1">
              <a:off x="1818452" y="-76292"/>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sp>
        <p:nvSpPr>
          <p:cNvPr id="83" name="Google Shape;83;p6"/>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4" name="Google Shape;84;p6"/>
          <p:cNvSpPr txBox="1">
            <a:spLocks noGrp="1"/>
          </p:cNvSpPr>
          <p:nvPr>
            <p:ph type="body" idx="1"/>
          </p:nvPr>
        </p:nvSpPr>
        <p:spPr>
          <a:xfrm>
            <a:off x="1031425" y="1860875"/>
            <a:ext cx="2796000" cy="30648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85" name="Google Shape;85;p6"/>
          <p:cNvSpPr txBox="1">
            <a:spLocks noGrp="1"/>
          </p:cNvSpPr>
          <p:nvPr>
            <p:ph type="body" idx="2"/>
          </p:nvPr>
        </p:nvSpPr>
        <p:spPr>
          <a:xfrm>
            <a:off x="3995772" y="1860875"/>
            <a:ext cx="2796000" cy="30648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86" name="Google Shape;86;p6"/>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87"/>
        <p:cNvGrpSpPr/>
        <p:nvPr/>
      </p:nvGrpSpPr>
      <p:grpSpPr>
        <a:xfrm>
          <a:off x="0" y="0"/>
          <a:ext cx="0" cy="0"/>
          <a:chOff x="0" y="0"/>
          <a:chExt cx="0" cy="0"/>
        </a:xfrm>
      </p:grpSpPr>
      <p:grpSp>
        <p:nvGrpSpPr>
          <p:cNvPr id="88" name="Google Shape;88;p7"/>
          <p:cNvGrpSpPr/>
          <p:nvPr/>
        </p:nvGrpSpPr>
        <p:grpSpPr>
          <a:xfrm>
            <a:off x="6791633" y="3181575"/>
            <a:ext cx="2352143" cy="2284388"/>
            <a:chOff x="6172200" y="2656118"/>
            <a:chExt cx="2971754" cy="2886151"/>
          </a:xfrm>
        </p:grpSpPr>
        <p:sp>
          <p:nvSpPr>
            <p:cNvPr id="89" name="Google Shape;89;p7"/>
            <p:cNvSpPr/>
            <p:nvPr/>
          </p:nvSpPr>
          <p:spPr>
            <a:xfrm rot="9208626" flipH="1">
              <a:off x="6704904" y="4110434"/>
              <a:ext cx="484232" cy="1204006"/>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p:nvPr/>
          </p:nvSpPr>
          <p:spPr>
            <a:xfrm rot="9208633" flipH="1">
              <a:off x="7804300" y="3279013"/>
              <a:ext cx="877624" cy="218213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p:cNvSpPr/>
            <p:nvPr/>
          </p:nvSpPr>
          <p:spPr>
            <a:xfrm rot="9208678" flipH="1">
              <a:off x="6287617" y="4657701"/>
              <a:ext cx="229660" cy="571018"/>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3796BF"/>
            </a:solidFill>
            <a:ln>
              <a:noFill/>
            </a:ln>
          </p:spPr>
        </p:sp>
      </p:grpSp>
      <p:grpSp>
        <p:nvGrpSpPr>
          <p:cNvPr id="94" name="Google Shape;94;p7"/>
          <p:cNvGrpSpPr/>
          <p:nvPr/>
        </p:nvGrpSpPr>
        <p:grpSpPr>
          <a:xfrm>
            <a:off x="-32" y="-228027"/>
            <a:ext cx="2163561" cy="1347300"/>
            <a:chOff x="-32" y="-215963"/>
            <a:chExt cx="2163561" cy="1347300"/>
          </a:xfrm>
        </p:grpSpPr>
        <p:sp>
          <p:nvSpPr>
            <p:cNvPr id="95" name="Google Shape;95;p7"/>
            <p:cNvSpPr/>
            <p:nvPr/>
          </p:nvSpPr>
          <p:spPr>
            <a:xfrm rot="-1591408" flipH="1">
              <a:off x="1362169" y="-63166"/>
              <a:ext cx="205103" cy="509980"/>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7"/>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7"/>
            <p:cNvSpPr/>
            <p:nvPr/>
          </p:nvSpPr>
          <p:spPr>
            <a:xfrm rot="-1591339" flipH="1">
              <a:off x="892401" y="-169347"/>
              <a:ext cx="504374" cy="1254067"/>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p:nvPr/>
          </p:nvSpPr>
          <p:spPr>
            <a:xfrm rot="-1591322" flipH="1">
              <a:off x="1818452" y="-76292"/>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7"/>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sp>
        <p:nvSpPr>
          <p:cNvPr id="100" name="Google Shape;100;p7"/>
          <p:cNvSpPr txBox="1">
            <a:spLocks noGrp="1"/>
          </p:cNvSpPr>
          <p:nvPr>
            <p:ph type="title"/>
          </p:nvPr>
        </p:nvSpPr>
        <p:spPr>
          <a:xfrm>
            <a:off x="1031425" y="1149725"/>
            <a:ext cx="6321000" cy="680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1" name="Google Shape;101;p7"/>
          <p:cNvSpPr txBox="1">
            <a:spLocks noGrp="1"/>
          </p:cNvSpPr>
          <p:nvPr>
            <p:ph type="body" idx="1"/>
          </p:nvPr>
        </p:nvSpPr>
        <p:spPr>
          <a:xfrm>
            <a:off x="1031425" y="1830425"/>
            <a:ext cx="2037600" cy="3095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102" name="Google Shape;102;p7"/>
          <p:cNvSpPr txBox="1">
            <a:spLocks noGrp="1"/>
          </p:cNvSpPr>
          <p:nvPr>
            <p:ph type="body" idx="2"/>
          </p:nvPr>
        </p:nvSpPr>
        <p:spPr>
          <a:xfrm>
            <a:off x="3173275" y="1830425"/>
            <a:ext cx="2037600" cy="3095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103" name="Google Shape;103;p7"/>
          <p:cNvSpPr txBox="1">
            <a:spLocks noGrp="1"/>
          </p:cNvSpPr>
          <p:nvPr>
            <p:ph type="body" idx="3"/>
          </p:nvPr>
        </p:nvSpPr>
        <p:spPr>
          <a:xfrm>
            <a:off x="5315125" y="1830425"/>
            <a:ext cx="2037600" cy="3095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104" name="Google Shape;104;p7"/>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5"/>
        <p:cNvGrpSpPr/>
        <p:nvPr/>
      </p:nvGrpSpPr>
      <p:grpSpPr>
        <a:xfrm>
          <a:off x="0" y="0"/>
          <a:ext cx="0" cy="0"/>
          <a:chOff x="0" y="0"/>
          <a:chExt cx="0" cy="0"/>
        </a:xfrm>
      </p:grpSpPr>
      <p:grpSp>
        <p:nvGrpSpPr>
          <p:cNvPr id="106" name="Google Shape;106;p8"/>
          <p:cNvGrpSpPr/>
          <p:nvPr/>
        </p:nvGrpSpPr>
        <p:grpSpPr>
          <a:xfrm>
            <a:off x="6172200" y="2656118"/>
            <a:ext cx="2971754" cy="2886151"/>
            <a:chOff x="6172200" y="2656118"/>
            <a:chExt cx="2971754" cy="2886151"/>
          </a:xfrm>
        </p:grpSpPr>
        <p:sp>
          <p:nvSpPr>
            <p:cNvPr id="107" name="Google Shape;107;p8"/>
            <p:cNvSpPr/>
            <p:nvPr/>
          </p:nvSpPr>
          <p:spPr>
            <a:xfrm rot="9208626" flipH="1">
              <a:off x="6704904" y="4110434"/>
              <a:ext cx="484232" cy="1204006"/>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8"/>
            <p:cNvSpPr/>
            <p:nvPr/>
          </p:nvSpPr>
          <p:spPr>
            <a:xfrm rot="9208633" flipH="1">
              <a:off x="7804300" y="3279013"/>
              <a:ext cx="877624" cy="218213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p:nvPr/>
          </p:nvSpPr>
          <p:spPr>
            <a:xfrm rot="9208678" flipH="1">
              <a:off x="6287617" y="4657701"/>
              <a:ext cx="229660" cy="571018"/>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3796BF"/>
            </a:solidFill>
            <a:ln>
              <a:noFill/>
            </a:ln>
          </p:spPr>
        </p:sp>
      </p:grpSp>
      <p:grpSp>
        <p:nvGrpSpPr>
          <p:cNvPr id="112" name="Google Shape;112;p8"/>
          <p:cNvGrpSpPr/>
          <p:nvPr/>
        </p:nvGrpSpPr>
        <p:grpSpPr>
          <a:xfrm>
            <a:off x="-32" y="-228027"/>
            <a:ext cx="2163561" cy="1347300"/>
            <a:chOff x="-32" y="-215963"/>
            <a:chExt cx="2163561" cy="1347300"/>
          </a:xfrm>
        </p:grpSpPr>
        <p:sp>
          <p:nvSpPr>
            <p:cNvPr id="113" name="Google Shape;113;p8"/>
            <p:cNvSpPr/>
            <p:nvPr/>
          </p:nvSpPr>
          <p:spPr>
            <a:xfrm rot="-1591408" flipH="1">
              <a:off x="1362169" y="-63166"/>
              <a:ext cx="205103" cy="509980"/>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8"/>
            <p:cNvSpPr/>
            <p:nvPr/>
          </p:nvSpPr>
          <p:spPr>
            <a:xfrm rot="-1591339" flipH="1">
              <a:off x="892401" y="-169347"/>
              <a:ext cx="504374" cy="1254067"/>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1591322" flipH="1">
              <a:off x="1818452" y="-76292"/>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sp>
        <p:nvSpPr>
          <p:cNvPr id="118" name="Google Shape;118;p8"/>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19" name="Google Shape;119;p8"/>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5"/>
        <p:cNvGrpSpPr/>
        <p:nvPr/>
      </p:nvGrpSpPr>
      <p:grpSpPr>
        <a:xfrm>
          <a:off x="0" y="0"/>
          <a:ext cx="0" cy="0"/>
          <a:chOff x="0" y="0"/>
          <a:chExt cx="0" cy="0"/>
        </a:xfrm>
      </p:grpSpPr>
      <p:grpSp>
        <p:nvGrpSpPr>
          <p:cNvPr id="136" name="Google Shape;136;p10"/>
          <p:cNvGrpSpPr/>
          <p:nvPr/>
        </p:nvGrpSpPr>
        <p:grpSpPr>
          <a:xfrm>
            <a:off x="6172200" y="2656118"/>
            <a:ext cx="2971754" cy="2886151"/>
            <a:chOff x="6172200" y="2656118"/>
            <a:chExt cx="2971754" cy="2886151"/>
          </a:xfrm>
        </p:grpSpPr>
        <p:sp>
          <p:nvSpPr>
            <p:cNvPr id="137" name="Google Shape;137;p10"/>
            <p:cNvSpPr/>
            <p:nvPr/>
          </p:nvSpPr>
          <p:spPr>
            <a:xfrm rot="9208626" flipH="1">
              <a:off x="6704904" y="4110434"/>
              <a:ext cx="484232" cy="1204006"/>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9208633" flipH="1">
              <a:off x="7804300" y="3279013"/>
              <a:ext cx="877624" cy="218213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0"/>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0"/>
            <p:cNvSpPr/>
            <p:nvPr/>
          </p:nvSpPr>
          <p:spPr>
            <a:xfrm rot="9208678" flipH="1">
              <a:off x="6287617" y="4657701"/>
              <a:ext cx="229660" cy="571018"/>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0"/>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3796BF"/>
            </a:solidFill>
            <a:ln>
              <a:noFill/>
            </a:ln>
          </p:spPr>
        </p:sp>
      </p:grpSp>
      <p:grpSp>
        <p:nvGrpSpPr>
          <p:cNvPr id="142" name="Google Shape;142;p10"/>
          <p:cNvGrpSpPr/>
          <p:nvPr/>
        </p:nvGrpSpPr>
        <p:grpSpPr>
          <a:xfrm>
            <a:off x="-32" y="-228027"/>
            <a:ext cx="2163561" cy="1347300"/>
            <a:chOff x="-32" y="-215963"/>
            <a:chExt cx="2163561" cy="1347300"/>
          </a:xfrm>
        </p:grpSpPr>
        <p:sp>
          <p:nvSpPr>
            <p:cNvPr id="143" name="Google Shape;143;p10"/>
            <p:cNvSpPr/>
            <p:nvPr/>
          </p:nvSpPr>
          <p:spPr>
            <a:xfrm rot="-1591408" flipH="1">
              <a:off x="1362169" y="-63166"/>
              <a:ext cx="205103" cy="509980"/>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0"/>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0"/>
            <p:cNvSpPr/>
            <p:nvPr/>
          </p:nvSpPr>
          <p:spPr>
            <a:xfrm rot="-1591339" flipH="1">
              <a:off x="892401" y="-169347"/>
              <a:ext cx="504374" cy="1254067"/>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0"/>
            <p:cNvSpPr/>
            <p:nvPr/>
          </p:nvSpPr>
          <p:spPr>
            <a:xfrm rot="-1591322" flipH="1">
              <a:off x="1818452" y="-76292"/>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0"/>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sp>
        <p:nvSpPr>
          <p:cNvPr id="148" name="Google Shape;148;p10"/>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ransparent Shapes">
  <p:cSld name="BLANK_1">
    <p:spTree>
      <p:nvGrpSpPr>
        <p:cNvPr id="1" name="Shape 149"/>
        <p:cNvGrpSpPr/>
        <p:nvPr/>
      </p:nvGrpSpPr>
      <p:grpSpPr>
        <a:xfrm>
          <a:off x="0" y="0"/>
          <a:ext cx="0" cy="0"/>
          <a:chOff x="0" y="0"/>
          <a:chExt cx="0" cy="0"/>
        </a:xfrm>
      </p:grpSpPr>
      <p:grpSp>
        <p:nvGrpSpPr>
          <p:cNvPr id="150" name="Google Shape;150;p11"/>
          <p:cNvGrpSpPr/>
          <p:nvPr/>
        </p:nvGrpSpPr>
        <p:grpSpPr>
          <a:xfrm>
            <a:off x="6172200" y="2656118"/>
            <a:ext cx="2971754" cy="2886151"/>
            <a:chOff x="6172200" y="2656118"/>
            <a:chExt cx="2971754" cy="2886151"/>
          </a:xfrm>
        </p:grpSpPr>
        <p:sp>
          <p:nvSpPr>
            <p:cNvPr id="151" name="Google Shape;151;p11"/>
            <p:cNvSpPr/>
            <p:nvPr/>
          </p:nvSpPr>
          <p:spPr>
            <a:xfrm rot="9208626" flipH="1">
              <a:off x="6704904" y="4110434"/>
              <a:ext cx="484232" cy="1204006"/>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rot="9208633" flipH="1">
              <a:off x="7804300" y="3279013"/>
              <a:ext cx="877624" cy="2182136"/>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rot="9208606" flipH="1">
              <a:off x="7481789" y="4276913"/>
              <a:ext cx="408796" cy="1016449"/>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rot="9208678" flipH="1">
              <a:off x="6287617" y="4657701"/>
              <a:ext cx="229660" cy="571018"/>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FFFFFF">
                <a:alpha val="33460"/>
              </a:srgbClr>
            </a:solidFill>
            <a:ln>
              <a:noFill/>
            </a:ln>
          </p:spPr>
        </p:sp>
      </p:grpSp>
      <p:grpSp>
        <p:nvGrpSpPr>
          <p:cNvPr id="156" name="Google Shape;156;p11"/>
          <p:cNvGrpSpPr/>
          <p:nvPr/>
        </p:nvGrpSpPr>
        <p:grpSpPr>
          <a:xfrm>
            <a:off x="-32" y="-228027"/>
            <a:ext cx="2163561" cy="1347300"/>
            <a:chOff x="-32" y="-215963"/>
            <a:chExt cx="2163561" cy="1347300"/>
          </a:xfrm>
        </p:grpSpPr>
        <p:sp>
          <p:nvSpPr>
            <p:cNvPr id="157" name="Google Shape;157;p11"/>
            <p:cNvSpPr/>
            <p:nvPr/>
          </p:nvSpPr>
          <p:spPr>
            <a:xfrm rot="-1591408" flipH="1">
              <a:off x="1362169" y="-63166"/>
              <a:ext cx="205103" cy="509980"/>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rot="-1591371" flipH="1">
              <a:off x="239463" y="-151890"/>
              <a:ext cx="434754" cy="1080980"/>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1"/>
            <p:cNvSpPr/>
            <p:nvPr/>
          </p:nvSpPr>
          <p:spPr>
            <a:xfrm rot="-1591339" flipH="1">
              <a:off x="892401" y="-169347"/>
              <a:ext cx="504374" cy="1254067"/>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1"/>
            <p:cNvSpPr/>
            <p:nvPr/>
          </p:nvSpPr>
          <p:spPr>
            <a:xfrm rot="-1591322" flipH="1">
              <a:off x="1818452" y="-76292"/>
              <a:ext cx="229660" cy="571018"/>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FFFFFF">
                <a:alpha val="33460"/>
              </a:srgbClr>
            </a:solidFill>
            <a:ln>
              <a:noFill/>
            </a:ln>
          </p:spPr>
        </p:sp>
      </p:grpSp>
      <p:sp>
        <p:nvSpPr>
          <p:cNvPr id="162" name="Google Shape;162;p11"/>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flip="none" rotWithShape="1">
          <a:gsLst>
            <a:gs pos="0">
              <a:srgbClr val="FFFF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1425" y="1149725"/>
            <a:ext cx="5760300" cy="680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1pPr>
            <a:lvl2pPr lvl="1">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2pPr>
            <a:lvl3pPr lvl="2">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3pPr>
            <a:lvl4pPr lvl="3">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4pPr>
            <a:lvl5pPr lvl="4">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5pPr>
            <a:lvl6pPr lvl="5">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6pPr>
            <a:lvl7pPr lvl="6">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7pPr>
            <a:lvl8pPr lvl="7">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8pPr>
            <a:lvl9pPr lvl="8">
              <a:spcBef>
                <a:spcPts val="0"/>
              </a:spcBef>
              <a:spcAft>
                <a:spcPts val="0"/>
              </a:spcAft>
              <a:buClr>
                <a:srgbClr val="3796BF"/>
              </a:buClr>
              <a:buSzPts val="3000"/>
              <a:buFont typeface="Oswald"/>
              <a:buNone/>
              <a:defRPr sz="3000" b="1">
                <a:solidFill>
                  <a:srgbClr val="3796BF"/>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1031425" y="1777125"/>
            <a:ext cx="5760300" cy="2521200"/>
          </a:xfrm>
          <a:prstGeom prst="rect">
            <a:avLst/>
          </a:prstGeom>
          <a:noFill/>
          <a:ln>
            <a:noFill/>
          </a:ln>
        </p:spPr>
        <p:txBody>
          <a:bodyPr spcFirstLastPara="1" wrap="square" lIns="91425" tIns="91425" rIns="91425" bIns="91425" anchor="t" anchorCtr="0">
            <a:noAutofit/>
          </a:bodyPr>
          <a:lstStyle>
            <a:lvl1pPr marL="457200" lvl="0" indent="-355600">
              <a:spcBef>
                <a:spcPts val="600"/>
              </a:spcBef>
              <a:spcAft>
                <a:spcPts val="0"/>
              </a:spcAft>
              <a:buClr>
                <a:srgbClr val="4BB5D9"/>
              </a:buClr>
              <a:buSzPts val="2000"/>
              <a:buFont typeface="Roboto Condensed"/>
              <a:buChar char="»"/>
              <a:defRPr sz="2000">
                <a:solidFill>
                  <a:srgbClr val="607896"/>
                </a:solidFill>
                <a:latin typeface="Roboto Condensed"/>
                <a:ea typeface="Roboto Condensed"/>
                <a:cs typeface="Roboto Condensed"/>
                <a:sym typeface="Roboto Condensed"/>
              </a:defRPr>
            </a:lvl1pPr>
            <a:lvl2pPr marL="914400" lvl="1" indent="-355600">
              <a:spcBef>
                <a:spcPts val="0"/>
              </a:spcBef>
              <a:spcAft>
                <a:spcPts val="0"/>
              </a:spcAft>
              <a:buClr>
                <a:srgbClr val="4BB5D9"/>
              </a:buClr>
              <a:buSzPts val="2000"/>
              <a:buFont typeface="Roboto Condensed"/>
              <a:buChar char="⋄"/>
              <a:defRPr sz="2000">
                <a:solidFill>
                  <a:srgbClr val="607896"/>
                </a:solidFill>
                <a:latin typeface="Roboto Condensed"/>
                <a:ea typeface="Roboto Condensed"/>
                <a:cs typeface="Roboto Condensed"/>
                <a:sym typeface="Roboto Condensed"/>
              </a:defRPr>
            </a:lvl2pPr>
            <a:lvl3pPr marL="1371600" lvl="2" indent="-355600">
              <a:spcBef>
                <a:spcPts val="0"/>
              </a:spcBef>
              <a:spcAft>
                <a:spcPts val="0"/>
              </a:spcAft>
              <a:buClr>
                <a:srgbClr val="607896"/>
              </a:buClr>
              <a:buSzPts val="2000"/>
              <a:buFont typeface="Roboto Condensed"/>
              <a:buChar char="⋄"/>
              <a:defRPr sz="2000">
                <a:solidFill>
                  <a:srgbClr val="607896"/>
                </a:solidFill>
                <a:latin typeface="Roboto Condensed"/>
                <a:ea typeface="Roboto Condensed"/>
                <a:cs typeface="Roboto Condensed"/>
                <a:sym typeface="Roboto Condensed"/>
              </a:defRPr>
            </a:lvl3pPr>
            <a:lvl4pPr marL="1828800" lvl="3" indent="-355600">
              <a:spcBef>
                <a:spcPts val="0"/>
              </a:spcBef>
              <a:spcAft>
                <a:spcPts val="0"/>
              </a:spcAft>
              <a:buClr>
                <a:srgbClr val="607896"/>
              </a:buClr>
              <a:buSzPts val="2000"/>
              <a:buFont typeface="Roboto Condensed"/>
              <a:buChar char="⋄"/>
              <a:defRPr sz="2000">
                <a:solidFill>
                  <a:srgbClr val="607896"/>
                </a:solidFill>
                <a:latin typeface="Roboto Condensed"/>
                <a:ea typeface="Roboto Condensed"/>
                <a:cs typeface="Roboto Condensed"/>
                <a:sym typeface="Roboto Condensed"/>
              </a:defRPr>
            </a:lvl4pPr>
            <a:lvl5pPr marL="2286000" lvl="4" indent="-355600">
              <a:spcBef>
                <a:spcPts val="0"/>
              </a:spcBef>
              <a:spcAft>
                <a:spcPts val="0"/>
              </a:spcAft>
              <a:buClr>
                <a:srgbClr val="607896"/>
              </a:buClr>
              <a:buSzPts val="2000"/>
              <a:buFont typeface="Roboto Condensed"/>
              <a:buChar char="⋄"/>
              <a:defRPr sz="2000">
                <a:solidFill>
                  <a:srgbClr val="607896"/>
                </a:solidFill>
                <a:latin typeface="Roboto Condensed"/>
                <a:ea typeface="Roboto Condensed"/>
                <a:cs typeface="Roboto Condensed"/>
                <a:sym typeface="Roboto Condensed"/>
              </a:defRPr>
            </a:lvl5pPr>
            <a:lvl6pPr marL="2743200" lvl="5" indent="-355600">
              <a:spcBef>
                <a:spcPts val="0"/>
              </a:spcBef>
              <a:spcAft>
                <a:spcPts val="0"/>
              </a:spcAft>
              <a:buClr>
                <a:srgbClr val="607896"/>
              </a:buClr>
              <a:buSzPts val="2000"/>
              <a:buFont typeface="Roboto Condensed"/>
              <a:buChar char="⋄"/>
              <a:defRPr sz="2000">
                <a:solidFill>
                  <a:srgbClr val="607896"/>
                </a:solidFill>
                <a:latin typeface="Roboto Condensed"/>
                <a:ea typeface="Roboto Condensed"/>
                <a:cs typeface="Roboto Condensed"/>
                <a:sym typeface="Roboto Condensed"/>
              </a:defRPr>
            </a:lvl6pPr>
            <a:lvl7pPr marL="3200400" lvl="6" indent="-355600">
              <a:spcBef>
                <a:spcPts val="0"/>
              </a:spcBef>
              <a:spcAft>
                <a:spcPts val="0"/>
              </a:spcAft>
              <a:buClr>
                <a:srgbClr val="607896"/>
              </a:buClr>
              <a:buSzPts val="2000"/>
              <a:buFont typeface="Roboto Condensed"/>
              <a:buChar char="●"/>
              <a:defRPr sz="2000">
                <a:solidFill>
                  <a:srgbClr val="607896"/>
                </a:solidFill>
                <a:latin typeface="Roboto Condensed"/>
                <a:ea typeface="Roboto Condensed"/>
                <a:cs typeface="Roboto Condensed"/>
                <a:sym typeface="Roboto Condensed"/>
              </a:defRPr>
            </a:lvl7pPr>
            <a:lvl8pPr marL="3657600" lvl="7" indent="-355600">
              <a:spcBef>
                <a:spcPts val="0"/>
              </a:spcBef>
              <a:spcAft>
                <a:spcPts val="0"/>
              </a:spcAft>
              <a:buClr>
                <a:srgbClr val="607896"/>
              </a:buClr>
              <a:buSzPts val="2000"/>
              <a:buFont typeface="Roboto Condensed"/>
              <a:buChar char="○"/>
              <a:defRPr sz="2000">
                <a:solidFill>
                  <a:srgbClr val="607896"/>
                </a:solidFill>
                <a:latin typeface="Roboto Condensed"/>
                <a:ea typeface="Roboto Condensed"/>
                <a:cs typeface="Roboto Condensed"/>
                <a:sym typeface="Roboto Condensed"/>
              </a:defRPr>
            </a:lvl8pPr>
            <a:lvl9pPr marL="4114800" lvl="8" indent="-355600">
              <a:spcBef>
                <a:spcPts val="0"/>
              </a:spcBef>
              <a:spcAft>
                <a:spcPts val="0"/>
              </a:spcAft>
              <a:buClr>
                <a:srgbClr val="607896"/>
              </a:buClr>
              <a:buSzPts val="2000"/>
              <a:buFont typeface="Roboto Condensed"/>
              <a:buChar char="■"/>
              <a:defRPr sz="2000">
                <a:solidFill>
                  <a:srgbClr val="607896"/>
                </a:solidFill>
                <a:latin typeface="Roboto Condensed"/>
                <a:ea typeface="Roboto Condensed"/>
                <a:cs typeface="Roboto Condensed"/>
                <a:sym typeface="Roboto Condensed"/>
              </a:defRPr>
            </a:lvl9pPr>
          </a:lstStyle>
          <a:p>
            <a:endParaRPr/>
          </a:p>
        </p:txBody>
      </p:sp>
      <p:sp>
        <p:nvSpPr>
          <p:cNvPr id="8" name="Google Shape;8;p1"/>
          <p:cNvSpPr txBox="1">
            <a:spLocks noGrp="1"/>
          </p:cNvSpPr>
          <p:nvPr>
            <p:ph type="sldNum" idx="12"/>
          </p:nvPr>
        </p:nvSpPr>
        <p:spPr>
          <a:xfrm>
            <a:off x="8556784" y="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rgbClr val="4BB5D9"/>
                </a:solidFill>
                <a:latin typeface="Roboto Condensed"/>
                <a:ea typeface="Roboto Condensed"/>
                <a:cs typeface="Roboto Condensed"/>
                <a:sym typeface="Roboto Condensed"/>
              </a:defRPr>
            </a:lvl1pPr>
            <a:lvl2pPr lvl="1" algn="r">
              <a:buNone/>
              <a:defRPr sz="1300">
                <a:solidFill>
                  <a:srgbClr val="4BB5D9"/>
                </a:solidFill>
                <a:latin typeface="Roboto Condensed"/>
                <a:ea typeface="Roboto Condensed"/>
                <a:cs typeface="Roboto Condensed"/>
                <a:sym typeface="Roboto Condensed"/>
              </a:defRPr>
            </a:lvl2pPr>
            <a:lvl3pPr lvl="2" algn="r">
              <a:buNone/>
              <a:defRPr sz="1300">
                <a:solidFill>
                  <a:srgbClr val="4BB5D9"/>
                </a:solidFill>
                <a:latin typeface="Roboto Condensed"/>
                <a:ea typeface="Roboto Condensed"/>
                <a:cs typeface="Roboto Condensed"/>
                <a:sym typeface="Roboto Condensed"/>
              </a:defRPr>
            </a:lvl3pPr>
            <a:lvl4pPr lvl="3" algn="r">
              <a:buNone/>
              <a:defRPr sz="1300">
                <a:solidFill>
                  <a:srgbClr val="4BB5D9"/>
                </a:solidFill>
                <a:latin typeface="Roboto Condensed"/>
                <a:ea typeface="Roboto Condensed"/>
                <a:cs typeface="Roboto Condensed"/>
                <a:sym typeface="Roboto Condensed"/>
              </a:defRPr>
            </a:lvl4pPr>
            <a:lvl5pPr lvl="4" algn="r">
              <a:buNone/>
              <a:defRPr sz="1300">
                <a:solidFill>
                  <a:srgbClr val="4BB5D9"/>
                </a:solidFill>
                <a:latin typeface="Roboto Condensed"/>
                <a:ea typeface="Roboto Condensed"/>
                <a:cs typeface="Roboto Condensed"/>
                <a:sym typeface="Roboto Condensed"/>
              </a:defRPr>
            </a:lvl5pPr>
            <a:lvl6pPr lvl="5" algn="r">
              <a:buNone/>
              <a:defRPr sz="1300">
                <a:solidFill>
                  <a:srgbClr val="4BB5D9"/>
                </a:solidFill>
                <a:latin typeface="Roboto Condensed"/>
                <a:ea typeface="Roboto Condensed"/>
                <a:cs typeface="Roboto Condensed"/>
                <a:sym typeface="Roboto Condensed"/>
              </a:defRPr>
            </a:lvl6pPr>
            <a:lvl7pPr lvl="6" algn="r">
              <a:buNone/>
              <a:defRPr sz="1300">
                <a:solidFill>
                  <a:srgbClr val="4BB5D9"/>
                </a:solidFill>
                <a:latin typeface="Roboto Condensed"/>
                <a:ea typeface="Roboto Condensed"/>
                <a:cs typeface="Roboto Condensed"/>
                <a:sym typeface="Roboto Condensed"/>
              </a:defRPr>
            </a:lvl7pPr>
            <a:lvl8pPr lvl="7" algn="r">
              <a:buNone/>
              <a:defRPr sz="1300">
                <a:solidFill>
                  <a:srgbClr val="4BB5D9"/>
                </a:solidFill>
                <a:latin typeface="Roboto Condensed"/>
                <a:ea typeface="Roboto Condensed"/>
                <a:cs typeface="Roboto Condensed"/>
                <a:sym typeface="Roboto Condensed"/>
              </a:defRPr>
            </a:lvl8pPr>
            <a:lvl9pPr lvl="8" algn="r">
              <a:buNone/>
              <a:defRPr sz="1300">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ctrTitle"/>
          </p:nvPr>
        </p:nvSpPr>
        <p:spPr>
          <a:xfrm>
            <a:off x="1840832" y="1766455"/>
            <a:ext cx="6077041" cy="85205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3600" dirty="0" smtClean="0">
                <a:solidFill>
                  <a:srgbClr val="0070C0"/>
                </a:solidFill>
              </a:rPr>
              <a:t>VIÊM MÀNG NÃO MỦ </a:t>
            </a:r>
            <a:br>
              <a:rPr lang="vi-VN" sz="3600" dirty="0" smtClean="0">
                <a:solidFill>
                  <a:srgbClr val="0070C0"/>
                </a:solidFill>
              </a:rPr>
            </a:br>
            <a:r>
              <a:rPr lang="vi-VN" sz="1800" b="0" i="1" dirty="0" smtClean="0">
                <a:solidFill>
                  <a:srgbClr val="0070C0"/>
                </a:solidFill>
              </a:rPr>
              <a:t>Trình bày: Nhóm Sơ Sinh </a:t>
            </a:r>
            <a:br>
              <a:rPr lang="vi-VN" sz="1800" b="0" i="1" dirty="0" smtClean="0">
                <a:solidFill>
                  <a:srgbClr val="0070C0"/>
                </a:solidFill>
              </a:rPr>
            </a:br>
            <a:r>
              <a:rPr lang="vi-VN" sz="1800" b="0" i="1" dirty="0" smtClean="0">
                <a:solidFill>
                  <a:srgbClr val="0070C0"/>
                </a:solidFill>
              </a:rPr>
              <a:t>Ngày: 04/03/2020</a:t>
            </a:r>
            <a:endParaRPr sz="1800" b="0" i="1" dirty="0">
              <a:solidFill>
                <a:srgbClr val="0070C0"/>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1" y="98712"/>
            <a:ext cx="1272886" cy="1272886"/>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211" y="2761794"/>
            <a:ext cx="3190011" cy="2078181"/>
          </a:xfrm>
          <a:prstGeom prst="rect">
            <a:avLst/>
          </a:prstGeom>
        </p:spPr>
      </p:pic>
    </p:spTree>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3"/>
          <p:cNvSpPr txBox="1">
            <a:spLocks noGrp="1"/>
          </p:cNvSpPr>
          <p:nvPr>
            <p:ph type="title"/>
          </p:nvPr>
        </p:nvSpPr>
        <p:spPr>
          <a:xfrm>
            <a:off x="156412" y="1149725"/>
            <a:ext cx="6635313"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Định nghĩa</a:t>
            </a:r>
            <a:endParaRPr dirty="0"/>
          </a:p>
        </p:txBody>
      </p:sp>
      <p:sp>
        <p:nvSpPr>
          <p:cNvPr id="173" name="Google Shape;173;p13"/>
          <p:cNvSpPr txBox="1">
            <a:spLocks noGrp="1"/>
          </p:cNvSpPr>
          <p:nvPr>
            <p:ph type="body" idx="2"/>
          </p:nvPr>
        </p:nvSpPr>
        <p:spPr>
          <a:xfrm>
            <a:off x="4721290" y="789709"/>
            <a:ext cx="2070484" cy="5409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200" b="1" dirty="0"/>
          </a:p>
        </p:txBody>
      </p:sp>
      <p:sp>
        <p:nvSpPr>
          <p:cNvPr id="174" name="Google Shape;174;p13"/>
          <p:cNvSpPr txBox="1">
            <a:spLocks noGrp="1"/>
          </p:cNvSpPr>
          <p:nvPr>
            <p:ph type="body" idx="2"/>
          </p:nvPr>
        </p:nvSpPr>
        <p:spPr>
          <a:xfrm>
            <a:off x="1031425" y="4286925"/>
            <a:ext cx="5202600" cy="82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dirty="0" smtClean="0">
                <a:solidFill>
                  <a:srgbClr val="3796BF"/>
                </a:solidFill>
              </a:rPr>
              <a:t>.</a:t>
            </a:r>
            <a:endParaRPr sz="1000" dirty="0">
              <a:solidFill>
                <a:srgbClr val="3796BF"/>
              </a:solidFill>
            </a:endParaRPr>
          </a:p>
          <a:p>
            <a:pPr marL="0" lvl="0" indent="0" algn="l" rtl="0">
              <a:spcBef>
                <a:spcPts val="0"/>
              </a:spcBef>
              <a:spcAft>
                <a:spcPts val="0"/>
              </a:spcAft>
              <a:buClr>
                <a:schemeClr val="dk1"/>
              </a:buClr>
              <a:buSzPts val="1100"/>
              <a:buFont typeface="Arial"/>
              <a:buNone/>
            </a:pPr>
            <a:endParaRPr sz="1000" dirty="0">
              <a:solidFill>
                <a:srgbClr val="3796BF"/>
              </a:solidFill>
            </a:endParaRPr>
          </a:p>
          <a:p>
            <a:pPr marL="0" lvl="0" indent="0" algn="l" rtl="0">
              <a:spcBef>
                <a:spcPts val="0"/>
              </a:spcBef>
              <a:spcAft>
                <a:spcPts val="0"/>
              </a:spcAft>
              <a:buNone/>
            </a:pPr>
            <a:endParaRPr sz="1000" dirty="0">
              <a:solidFill>
                <a:srgbClr val="3796BF"/>
              </a:solidFill>
            </a:endParaRPr>
          </a:p>
        </p:txBody>
      </p:sp>
      <p:sp>
        <p:nvSpPr>
          <p:cNvPr id="175" name="Google Shape;175;p13"/>
          <p:cNvSpPr txBox="1">
            <a:spLocks noGrp="1"/>
          </p:cNvSpPr>
          <p:nvPr>
            <p:ph type="body" idx="1"/>
          </p:nvPr>
        </p:nvSpPr>
        <p:spPr>
          <a:xfrm>
            <a:off x="156412" y="1932710"/>
            <a:ext cx="8710862" cy="1773016"/>
          </a:xfrm>
          <a:prstGeom prst="rect">
            <a:avLst/>
          </a:prstGeom>
          <a:gradFill>
            <a:gsLst>
              <a:gs pos="0">
                <a:srgbClr val="FFFF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spcFirstLastPara="1" wrap="square" lIns="91425" tIns="91425" rIns="91425" bIns="91425" anchor="t" anchorCtr="0">
            <a:noAutofit/>
          </a:bodyPr>
          <a:lstStyle/>
          <a:p>
            <a:pPr marL="0" lvl="0" indent="0">
              <a:buClr>
                <a:schemeClr val="dk1"/>
              </a:buClr>
              <a:buSzPts val="1100"/>
              <a:buNone/>
            </a:pPr>
            <a:r>
              <a:rPr lang="vi-VN" sz="1600" dirty="0"/>
              <a:t> </a:t>
            </a:r>
            <a:r>
              <a:rPr lang="vi-VN" sz="2400" dirty="0"/>
              <a:t>Viêm màng </a:t>
            </a:r>
            <a:r>
              <a:rPr lang="vi-VN" sz="2400" dirty="0" smtClean="0"/>
              <a:t>não mủ là </a:t>
            </a:r>
            <a:r>
              <a:rPr lang="vi-VN" sz="2400" dirty="0"/>
              <a:t>tình trạng nhiễm khuẩn màng não do các tác nhân gây bệnh có khả năng sinh mủ- chủ yếu vi khuẩn </a:t>
            </a:r>
            <a:r>
              <a:rPr lang="vi-VN" sz="2400" dirty="0" smtClean="0"/>
              <a:t>xâm nhập vào </a:t>
            </a:r>
            <a:r>
              <a:rPr lang="vi-VN" sz="2400" dirty="0"/>
              <a:t>màng não gây </a:t>
            </a:r>
            <a:r>
              <a:rPr lang="vi-VN" sz="2400" dirty="0" smtClean="0"/>
              <a:t>nên.</a:t>
            </a:r>
            <a:endParaRPr lang="vi-VN" sz="2400" dirty="0"/>
          </a:p>
          <a:p>
            <a:pPr marL="0" lvl="0" indent="0" algn="l" rtl="0">
              <a:spcBef>
                <a:spcPts val="600"/>
              </a:spcBef>
              <a:spcAft>
                <a:spcPts val="0"/>
              </a:spcAft>
              <a:buNone/>
            </a:pPr>
            <a:endParaRPr sz="2400" dirty="0"/>
          </a:p>
        </p:txBody>
      </p:sp>
      <p:sp>
        <p:nvSpPr>
          <p:cNvPr id="176" name="Google Shape;176;p13"/>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63" y="156411"/>
            <a:ext cx="4481662" cy="601578"/>
          </a:xfrm>
        </p:spPr>
        <p:txBody>
          <a:bodyPr/>
          <a:lstStyle/>
          <a:p>
            <a:r>
              <a:rPr lang="vi-VN" dirty="0" smtClean="0"/>
              <a:t>Sự lưu thông dịch não tủy</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56" y="1626134"/>
            <a:ext cx="4441371" cy="351736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7686" y="661737"/>
            <a:ext cx="4256314" cy="4481763"/>
          </a:xfrm>
          <a:prstGeom prst="rect">
            <a:avLst/>
          </a:prstGeom>
        </p:spPr>
      </p:pic>
    </p:spTree>
    <p:extLst>
      <p:ext uri="{BB962C8B-B14F-4D97-AF65-F5344CB8AC3E}">
        <p14:creationId xmlns:p14="http://schemas.microsoft.com/office/powerpoint/2010/main" val="41801698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4"/>
          <p:cNvSpPr txBox="1">
            <a:spLocks noGrp="1"/>
          </p:cNvSpPr>
          <p:nvPr>
            <p:ph type="ctrTitle" idx="4294967295"/>
          </p:nvPr>
        </p:nvSpPr>
        <p:spPr>
          <a:xfrm>
            <a:off x="685800" y="2093550"/>
            <a:ext cx="4924200" cy="719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a:solidFill>
                  <a:srgbClr val="FF9900"/>
                </a:solidFill>
              </a:rPr>
              <a:t>HELLO!</a:t>
            </a:r>
            <a:endParaRPr sz="6000">
              <a:solidFill>
                <a:srgbClr val="FF9900"/>
              </a:solidFill>
            </a:endParaRPr>
          </a:p>
        </p:txBody>
      </p:sp>
      <p:sp>
        <p:nvSpPr>
          <p:cNvPr id="182" name="Google Shape;182;p14"/>
          <p:cNvSpPr txBox="1">
            <a:spLocks noGrp="1"/>
          </p:cNvSpPr>
          <p:nvPr>
            <p:ph type="subTitle" idx="4294967295"/>
          </p:nvPr>
        </p:nvSpPr>
        <p:spPr>
          <a:xfrm>
            <a:off x="685800" y="2608685"/>
            <a:ext cx="4924200" cy="1953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3600" b="1" dirty="0">
                <a:solidFill>
                  <a:srgbClr val="3796BF"/>
                </a:solidFill>
              </a:rPr>
              <a:t>I am Jayden Smith</a:t>
            </a:r>
            <a:endParaRPr sz="3600" b="1" dirty="0">
              <a:solidFill>
                <a:srgbClr val="3796BF"/>
              </a:solidFill>
            </a:endParaRPr>
          </a:p>
          <a:p>
            <a:pPr marL="0" lvl="0" indent="0" algn="l" rtl="0">
              <a:spcBef>
                <a:spcPts val="600"/>
              </a:spcBef>
              <a:spcAft>
                <a:spcPts val="0"/>
              </a:spcAft>
              <a:buClr>
                <a:schemeClr val="dk1"/>
              </a:buClr>
              <a:buSzPts val="1100"/>
              <a:buFont typeface="Arial"/>
              <a:buNone/>
            </a:pPr>
            <a:r>
              <a:rPr lang="en" dirty="0"/>
              <a:t>I am here because I love to give presentations. </a:t>
            </a:r>
            <a:endParaRPr dirty="0"/>
          </a:p>
          <a:p>
            <a:pPr marL="0" lvl="0" indent="0" algn="l" rtl="0">
              <a:spcBef>
                <a:spcPts val="600"/>
              </a:spcBef>
              <a:spcAft>
                <a:spcPts val="0"/>
              </a:spcAft>
              <a:buClr>
                <a:schemeClr val="dk1"/>
              </a:buClr>
              <a:buSzPts val="1100"/>
              <a:buFont typeface="Arial"/>
              <a:buNone/>
            </a:pPr>
            <a:r>
              <a:rPr lang="en" dirty="0"/>
              <a:t>You can find me at @username</a:t>
            </a:r>
            <a:endParaRPr sz="3600" b="1" dirty="0"/>
          </a:p>
        </p:txBody>
      </p:sp>
      <p:sp>
        <p:nvSpPr>
          <p:cNvPr id="184" name="Google Shape;184;p14"/>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rgbClr val="FFFFFF"/>
                </a:solidFill>
              </a:rPr>
              <a:t>4</a:t>
            </a:fld>
            <a:endParaRPr>
              <a:solidFill>
                <a:srgbClr val="FFFFFF"/>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799" y="393601"/>
            <a:ext cx="7969827" cy="45556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5"/>
          <p:cNvSpPr txBox="1">
            <a:spLocks noGrp="1"/>
          </p:cNvSpPr>
          <p:nvPr>
            <p:ph type="ctrTitle"/>
          </p:nvPr>
        </p:nvSpPr>
        <p:spPr>
          <a:xfrm>
            <a:off x="704461" y="2393558"/>
            <a:ext cx="50745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7200" b="0" dirty="0" smtClean="0">
                <a:solidFill>
                  <a:srgbClr val="3796BF"/>
                </a:solidFill>
              </a:rPr>
              <a:t>1.Dịch tễ </a:t>
            </a:r>
            <a:endParaRPr sz="7200" b="0" dirty="0">
              <a:solidFill>
                <a:srgbClr val="3796BF"/>
              </a:solidFill>
            </a:endParaRPr>
          </a:p>
        </p:txBody>
      </p:sp>
      <p:sp>
        <p:nvSpPr>
          <p:cNvPr id="190" name="Google Shape;190;p15"/>
          <p:cNvSpPr txBox="1">
            <a:spLocks noGrp="1"/>
          </p:cNvSpPr>
          <p:nvPr>
            <p:ph type="subTitle" idx="1"/>
          </p:nvPr>
        </p:nvSpPr>
        <p:spPr>
          <a:xfrm>
            <a:off x="685800" y="3449654"/>
            <a:ext cx="5074500" cy="7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1" name="Google Shape;191;p15"/>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6"/>
          <p:cNvSpPr txBox="1">
            <a:spLocks noGrp="1"/>
          </p:cNvSpPr>
          <p:nvPr>
            <p:ph type="body" idx="1"/>
          </p:nvPr>
        </p:nvSpPr>
        <p:spPr>
          <a:xfrm>
            <a:off x="2822775" y="2161800"/>
            <a:ext cx="3498300" cy="8199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endParaRPr dirty="0"/>
          </a:p>
        </p:txBody>
      </p:sp>
      <p:sp>
        <p:nvSpPr>
          <p:cNvPr id="197" name="Google Shape;197;p16"/>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graphicFrame>
        <p:nvGraphicFramePr>
          <p:cNvPr id="2" name="Diagram 1"/>
          <p:cNvGraphicFramePr/>
          <p:nvPr>
            <p:extLst>
              <p:ext uri="{D42A27DB-BD31-4B8C-83A1-F6EECF244321}">
                <p14:modId xmlns:p14="http://schemas.microsoft.com/office/powerpoint/2010/main" val="2659580008"/>
              </p:ext>
            </p:extLst>
          </p:nvPr>
        </p:nvGraphicFramePr>
        <p:xfrm>
          <a:off x="872836" y="503852"/>
          <a:ext cx="7773531" cy="4411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3415004" y="503853"/>
            <a:ext cx="3470988" cy="307777"/>
          </a:xfrm>
          <a:prstGeom prst="rect">
            <a:avLst/>
          </a:prstGeom>
          <a:noFill/>
        </p:spPr>
        <p:txBody>
          <a:bodyPr wrap="square" rtlCol="0">
            <a:spAutoFit/>
          </a:bodyPr>
          <a:lstStyle/>
          <a:p>
            <a:endParaRPr lang="en-US" dirty="0"/>
          </a:p>
        </p:txBody>
      </p:sp>
      <p:sp>
        <p:nvSpPr>
          <p:cNvPr id="6" name="Rectangle 5"/>
          <p:cNvSpPr/>
          <p:nvPr/>
        </p:nvSpPr>
        <p:spPr>
          <a:xfrm>
            <a:off x="3423099" y="196076"/>
            <a:ext cx="5223268" cy="923330"/>
          </a:xfrm>
          <a:prstGeom prst="rect">
            <a:avLst/>
          </a:prstGeom>
        </p:spPr>
        <p:style>
          <a:lnRef idx="2">
            <a:schemeClr val="accent6"/>
          </a:lnRef>
          <a:fillRef idx="1">
            <a:schemeClr val="lt1"/>
          </a:fillRef>
          <a:effectRef idx="0">
            <a:schemeClr val="accent6"/>
          </a:effectRef>
          <a:fontRef idx="minor">
            <a:schemeClr val="dk1"/>
          </a:fontRef>
        </p:style>
        <p:txBody>
          <a:bodyPr wrap="square" lIns="91440" tIns="45720" rIns="91440" bIns="45720">
            <a:spAutoFit/>
          </a:bodyPr>
          <a:lstStyle/>
          <a:p>
            <a:pPr algn="ctr"/>
            <a:r>
              <a:rPr lang="en-US" sz="5400" b="1"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Theo mùa</a:t>
            </a:r>
            <a:endParaRPr 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7"/>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203" name="Google Shape;203;p17"/>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101600" lvl="0" indent="0" algn="l" rtl="0">
              <a:spcBef>
                <a:spcPts val="600"/>
              </a:spcBef>
              <a:spcAft>
                <a:spcPts val="0"/>
              </a:spcAft>
              <a:buSzPts val="2000"/>
              <a:buNone/>
            </a:pPr>
            <a:endParaRPr dirty="0"/>
          </a:p>
        </p:txBody>
      </p:sp>
      <p:sp>
        <p:nvSpPr>
          <p:cNvPr id="204" name="Google Shape;204;p17"/>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6220" y="144417"/>
            <a:ext cx="5082073" cy="468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99796" y="662473"/>
            <a:ext cx="2733869" cy="4524315"/>
          </a:xfrm>
          <a:prstGeom prst="rect">
            <a:avLst/>
          </a:prstGeom>
          <a:noFill/>
        </p:spPr>
        <p:txBody>
          <a:bodyPr wrap="square" rtlCol="0">
            <a:spAutoFit/>
          </a:bodyPr>
          <a:lstStyle/>
          <a:p>
            <a:pPr lvl="0">
              <a:buClrTx/>
            </a:pPr>
            <a:r>
              <a:rPr lang="vi-VN" sz="1800" kern="1200" dirty="0" smtClean="0">
                <a:solidFill>
                  <a:prstClr val="black"/>
                </a:solidFill>
                <a:latin typeface="Times New Roman"/>
                <a:ea typeface="Calibri"/>
                <a:cs typeface="+mn-cs"/>
              </a:rPr>
              <a:t>-</a:t>
            </a:r>
            <a:r>
              <a:rPr lang="en-US" sz="1800" kern="1200" dirty="0" err="1" smtClean="0">
                <a:solidFill>
                  <a:prstClr val="black"/>
                </a:solidFill>
                <a:latin typeface="Times New Roman"/>
                <a:ea typeface="Calibri"/>
                <a:cs typeface="+mn-cs"/>
              </a:rPr>
              <a:t>Việt</a:t>
            </a:r>
            <a:r>
              <a:rPr lang="en-US" sz="1800" kern="1200" dirty="0" smtClean="0">
                <a:solidFill>
                  <a:prstClr val="black"/>
                </a:solidFill>
                <a:latin typeface="Times New Roman"/>
                <a:ea typeface="Calibri"/>
                <a:cs typeface="+mn-cs"/>
              </a:rPr>
              <a:t> </a:t>
            </a:r>
            <a:r>
              <a:rPr lang="en-US" sz="1800" kern="1200" dirty="0">
                <a:solidFill>
                  <a:prstClr val="black"/>
                </a:solidFill>
                <a:latin typeface="Times New Roman"/>
                <a:ea typeface="Calibri"/>
                <a:cs typeface="+mn-cs"/>
              </a:rPr>
              <a:t>Nam có bệnh viêm màng não do não mô cầu nhóm A lưu hành ở nhiều nơi. Vi khuẩn đã được phân lập trong các vụ dịch ở huyện Bảo Thắng tỉnh Lào Cai; huyện Tuần Giáo tỉnh Lai Châu; huyện Quản Bạ, Mèo Vạc tỉnh Hà Giang; huyện Hiệp Hoà tỉnh Bắc Giang; huyện Mỹ Hào tỉnh Hưng Yên và huyện Thạch Hà tỉnh Hà Tĩnh</a:t>
            </a:r>
          </a:p>
          <a:p>
            <a:pPr lvl="0">
              <a:buClrTx/>
            </a:pPr>
            <a:r>
              <a:rPr lang="en-US" sz="1800" kern="1200" dirty="0" smtClean="0">
                <a:solidFill>
                  <a:prstClr val="black"/>
                </a:solidFill>
                <a:latin typeface="Times New Roman"/>
                <a:ea typeface="+mn-ea"/>
                <a:cs typeface="+mn-cs"/>
              </a:rPr>
              <a:t>-</a:t>
            </a:r>
            <a:r>
              <a:rPr lang="vi-VN" sz="1800" kern="1200" dirty="0">
                <a:solidFill>
                  <a:prstClr val="black"/>
                </a:solidFill>
                <a:latin typeface="Times New Roman"/>
                <a:ea typeface="+mn-ea"/>
                <a:cs typeface="+mn-cs"/>
              </a:rPr>
              <a:t>T</a:t>
            </a:r>
            <a:r>
              <a:rPr lang="en-US" sz="1800" kern="1200" dirty="0" smtClean="0">
                <a:solidFill>
                  <a:prstClr val="black"/>
                </a:solidFill>
                <a:latin typeface="Times New Roman"/>
                <a:ea typeface="Calibri"/>
                <a:cs typeface="+mn-cs"/>
              </a:rPr>
              <a:t>ỷ </a:t>
            </a:r>
            <a:r>
              <a:rPr lang="en-US" sz="1800" kern="1200" dirty="0">
                <a:solidFill>
                  <a:prstClr val="black"/>
                </a:solidFill>
                <a:latin typeface="Times New Roman"/>
                <a:ea typeface="Calibri"/>
                <a:cs typeface="+mn-cs"/>
              </a:rPr>
              <a:t>lệ mắc bệnh từ 1991-2000 ở Việt Nam là 2,3/ 100.000 </a:t>
            </a:r>
            <a:endParaRPr lang="en-US" sz="1800" kern="1200" dirty="0">
              <a:solidFill>
                <a:prstClr val="black"/>
              </a:solidFill>
              <a:latin typeface="Calibri"/>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9"/>
          <p:cNvSpPr txBox="1">
            <a:spLocks noGrp="1"/>
          </p:cNvSpPr>
          <p:nvPr>
            <p:ph type="body" idx="1"/>
          </p:nvPr>
        </p:nvSpPr>
        <p:spPr>
          <a:xfrm>
            <a:off x="1031425" y="1860875"/>
            <a:ext cx="2796000" cy="3064800"/>
          </a:xfrm>
          <a:prstGeom prst="rect">
            <a:avLst/>
          </a:prstGeom>
        </p:spPr>
        <p:txBody>
          <a:bodyPr spcFirstLastPara="1" wrap="square" lIns="91425" tIns="91425" rIns="91425" bIns="91425" anchor="t" anchorCtr="0">
            <a:noAutofit/>
          </a:bodyPr>
          <a:lstStyle/>
          <a:p>
            <a:pPr marL="0" lvl="0" indent="0">
              <a:lnSpc>
                <a:spcPct val="90000"/>
              </a:lnSpc>
              <a:spcBef>
                <a:spcPts val="1000"/>
              </a:spcBef>
              <a:buClrTx/>
              <a:buSzTx/>
              <a:buNone/>
            </a:pPr>
            <a:endParaRPr lang="en-US" sz="3200" kern="1200" dirty="0">
              <a:solidFill>
                <a:srgbClr val="333333"/>
              </a:solidFill>
              <a:latin typeface="Times New Roman" pitchFamily="18" charset="0"/>
              <a:ea typeface="+mn-ea"/>
              <a:cs typeface="Times New Roman" pitchFamily="18" charset="0"/>
            </a:endParaRPr>
          </a:p>
          <a:p>
            <a:pPr marL="0" lvl="0" indent="0" algn="l" rtl="0">
              <a:spcBef>
                <a:spcPts val="600"/>
              </a:spcBef>
              <a:spcAft>
                <a:spcPts val="0"/>
              </a:spcAft>
              <a:buNone/>
            </a:pPr>
            <a:endParaRPr b="1" dirty="0"/>
          </a:p>
        </p:txBody>
      </p:sp>
      <p:sp>
        <p:nvSpPr>
          <p:cNvPr id="230" name="Google Shape;230;p19"/>
          <p:cNvSpPr txBox="1">
            <a:spLocks noGrp="1"/>
          </p:cNvSpPr>
          <p:nvPr>
            <p:ph type="title"/>
          </p:nvPr>
        </p:nvSpPr>
        <p:spPr>
          <a:xfrm>
            <a:off x="1675237" y="198003"/>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Nguyên nhân gây bệnh</a:t>
            </a:r>
            <a:endParaRPr dirty="0"/>
          </a:p>
        </p:txBody>
      </p:sp>
      <p:sp>
        <p:nvSpPr>
          <p:cNvPr id="231" name="Google Shape;231;p19"/>
          <p:cNvSpPr txBox="1">
            <a:spLocks noGrp="1"/>
          </p:cNvSpPr>
          <p:nvPr>
            <p:ph type="body" idx="2"/>
          </p:nvPr>
        </p:nvSpPr>
        <p:spPr>
          <a:xfrm>
            <a:off x="3995772" y="1860875"/>
            <a:ext cx="2796000" cy="3064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b="1" dirty="0"/>
          </a:p>
        </p:txBody>
      </p:sp>
      <p:sp>
        <p:nvSpPr>
          <p:cNvPr id="232" name="Google Shape;232;p19"/>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graphicFrame>
        <p:nvGraphicFramePr>
          <p:cNvPr id="2" name="Diagram 1"/>
          <p:cNvGraphicFramePr/>
          <p:nvPr>
            <p:extLst>
              <p:ext uri="{D42A27DB-BD31-4B8C-83A1-F6EECF244321}">
                <p14:modId xmlns:p14="http://schemas.microsoft.com/office/powerpoint/2010/main" val="2022378116"/>
              </p:ext>
            </p:extLst>
          </p:nvPr>
        </p:nvGraphicFramePr>
        <p:xfrm>
          <a:off x="945573" y="886408"/>
          <a:ext cx="7134737" cy="40392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
            </a:r>
            <a:br>
              <a:rPr lang="en-US" dirty="0"/>
            </a:br>
            <a:endParaRPr lang="en-US" dirty="0"/>
          </a:p>
        </p:txBody>
      </p:sp>
      <p:sp>
        <p:nvSpPr>
          <p:cNvPr id="3" name="Text Placeholder 2"/>
          <p:cNvSpPr>
            <a:spLocks noGrp="1"/>
          </p:cNvSpPr>
          <p:nvPr>
            <p:ph type="body" idx="1"/>
          </p:nvPr>
        </p:nvSpPr>
        <p:spPr/>
        <p:txBody>
          <a:bodyPr/>
          <a:lstStyle/>
          <a:p>
            <a:endParaRPr lang="en-US" dirty="0"/>
          </a:p>
        </p:txBody>
      </p:sp>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1371" y="1860875"/>
            <a:ext cx="3246624" cy="306479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667" y="1860875"/>
            <a:ext cx="3281073" cy="3064799"/>
          </a:xfrm>
          <a:prstGeom prst="rect">
            <a:avLst/>
          </a:prstGeom>
        </p:spPr>
      </p:pic>
      <p:sp>
        <p:nvSpPr>
          <p:cNvPr id="8" name="Rectangle 7"/>
          <p:cNvSpPr/>
          <p:nvPr/>
        </p:nvSpPr>
        <p:spPr>
          <a:xfrm>
            <a:off x="1566962" y="878311"/>
            <a:ext cx="5803192" cy="523220"/>
          </a:xfrm>
          <a:prstGeom prst="rect">
            <a:avLst/>
          </a:prstGeom>
        </p:spPr>
        <p:txBody>
          <a:bodyPr wrap="none">
            <a:spAutoFit/>
          </a:bodyPr>
          <a:lstStyle/>
          <a:p>
            <a:r>
              <a:rPr lang="en-US" sz="2800" b="1" dirty="0">
                <a:latin typeface="Times New Roman" pitchFamily="18" charset="0"/>
                <a:cs typeface="Times New Roman" pitchFamily="18" charset="0"/>
              </a:rPr>
              <a:t>Streptococcus pneumoniae (phế </a:t>
            </a:r>
            <a:r>
              <a:rPr lang="en-US" sz="2800" b="1" dirty="0" smtClean="0">
                <a:latin typeface="Times New Roman" pitchFamily="18" charset="0"/>
                <a:cs typeface="Times New Roman" pitchFamily="18" charset="0"/>
              </a:rPr>
              <a:t>cầu)</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3186994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1000" y="1352695"/>
            <a:ext cx="5760300" cy="680700"/>
          </a:xfrm>
        </p:spPr>
        <p:txBody>
          <a:bodyPr/>
          <a:lstStyle/>
          <a:p>
            <a:pPr lvl="0"/>
            <a:r>
              <a:rPr lang="en-US" dirty="0">
                <a:solidFill>
                  <a:schemeClr val="tx1"/>
                </a:solidFill>
              </a:rPr>
              <a:t>Não mô cầu</a:t>
            </a:r>
            <a:r>
              <a:rPr lang="en-US" dirty="0"/>
              <a:t/>
            </a:r>
            <a:br>
              <a:rPr lang="en-US" dirty="0"/>
            </a:br>
            <a:endParaRPr lang="en-US" dirty="0"/>
          </a:p>
        </p:txBody>
      </p:sp>
      <p:sp>
        <p:nvSpPr>
          <p:cNvPr id="3" name="Text Placeholder 2"/>
          <p:cNvSpPr>
            <a:spLocks noGrp="1"/>
          </p:cNvSpPr>
          <p:nvPr>
            <p:ph type="body" idx="1"/>
          </p:nvPr>
        </p:nvSpPr>
        <p:spPr/>
        <p:txBody>
          <a:bodyPr/>
          <a:lstStyle/>
          <a:p>
            <a:endParaRPr lang="en-US" dirty="0"/>
          </a:p>
        </p:txBody>
      </p:sp>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425" y="1860875"/>
            <a:ext cx="2808704" cy="2253926"/>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8476" y="1860875"/>
            <a:ext cx="2783296" cy="2253926"/>
          </a:xfrm>
          <a:prstGeom prst="rect">
            <a:avLst/>
          </a:prstGeom>
        </p:spPr>
      </p:pic>
    </p:spTree>
    <p:extLst>
      <p:ext uri="{BB962C8B-B14F-4D97-AF65-F5344CB8AC3E}">
        <p14:creationId xmlns:p14="http://schemas.microsoft.com/office/powerpoint/2010/main" val="8680024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333333"/>
                </a:solidFill>
                <a:latin typeface="Times New Roman" pitchFamily="18" charset="0"/>
                <a:cs typeface="Times New Roman" pitchFamily="18" charset="0"/>
              </a:rPr>
              <a:t/>
            </a:r>
            <a:br>
              <a:rPr lang="en-US" dirty="0">
                <a:solidFill>
                  <a:srgbClr val="333333"/>
                </a:solidFill>
                <a:latin typeface="Times New Roman" pitchFamily="18" charset="0"/>
                <a:cs typeface="Times New Roman" pitchFamily="18" charset="0"/>
              </a:rPr>
            </a:br>
            <a:r>
              <a:rPr lang="en-US" sz="2800" dirty="0">
                <a:solidFill>
                  <a:srgbClr val="333333"/>
                </a:solidFill>
                <a:latin typeface="Times New Roman" pitchFamily="18" charset="0"/>
                <a:cs typeface="Times New Roman" pitchFamily="18" charset="0"/>
              </a:rPr>
              <a:t>Haemophilus influenzae loại b</a:t>
            </a:r>
            <a:r>
              <a:rPr lang="en-US" sz="2800" dirty="0"/>
              <a:t/>
            </a:r>
            <a:br>
              <a:rPr lang="en-US" sz="2800" dirty="0"/>
            </a:br>
            <a:endParaRPr lang="en-US" dirty="0"/>
          </a:p>
        </p:txBody>
      </p:sp>
      <p:sp>
        <p:nvSpPr>
          <p:cNvPr id="3" name="Text Placeholder 2"/>
          <p:cNvSpPr>
            <a:spLocks noGrp="1"/>
          </p:cNvSpPr>
          <p:nvPr>
            <p:ph type="body" idx="1"/>
          </p:nvPr>
        </p:nvSpPr>
        <p:spPr/>
        <p:txBody>
          <a:bodyPr/>
          <a:lstStyle/>
          <a:p>
            <a:endParaRPr lang="en-US" dirty="0"/>
          </a:p>
        </p:txBody>
      </p:sp>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424" y="1831423"/>
            <a:ext cx="5785011" cy="3124701"/>
          </a:xfrm>
          <a:prstGeom prst="rect">
            <a:avLst/>
          </a:prstGeom>
        </p:spPr>
      </p:pic>
    </p:spTree>
    <p:extLst>
      <p:ext uri="{BB962C8B-B14F-4D97-AF65-F5344CB8AC3E}">
        <p14:creationId xmlns:p14="http://schemas.microsoft.com/office/powerpoint/2010/main" val="34529922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solidFill>
                  <a:srgbClr val="333333"/>
                </a:solidFill>
                <a:latin typeface="Times New Roman" pitchFamily="18" charset="0"/>
                <a:cs typeface="Times New Roman" pitchFamily="18" charset="0"/>
              </a:rPr>
              <a:t>Viêm màng não mủ do E.Coli</a:t>
            </a:r>
            <a:br>
              <a:rPr lang="en-US" dirty="0">
                <a:solidFill>
                  <a:srgbClr val="333333"/>
                </a:solidFill>
                <a:latin typeface="Times New Roman" pitchFamily="18" charset="0"/>
                <a:cs typeface="Times New Roman" pitchFamily="18" charset="0"/>
              </a:rPr>
            </a:br>
            <a:endParaRPr lang="en-US" dirty="0"/>
          </a:p>
        </p:txBody>
      </p:sp>
      <p:sp>
        <p:nvSpPr>
          <p:cNvPr id="3" name="Text Placeholder 2"/>
          <p:cNvSpPr>
            <a:spLocks noGrp="1"/>
          </p:cNvSpPr>
          <p:nvPr>
            <p:ph type="body" idx="1"/>
          </p:nvPr>
        </p:nvSpPr>
        <p:spPr/>
        <p:txBody>
          <a:bodyPr/>
          <a:lstStyle/>
          <a:p>
            <a:endParaRPr lang="en-US"/>
          </a:p>
        </p:txBody>
      </p:sp>
      <p:sp>
        <p:nvSpPr>
          <p:cNvPr id="4" name="Text Placeholder 3"/>
          <p:cNvSpPr>
            <a:spLocks noGrp="1"/>
          </p:cNvSpPr>
          <p:nvPr>
            <p:ph type="body" idx="2"/>
          </p:nvPr>
        </p:nvSpPr>
        <p:spPr/>
        <p:txBody>
          <a:bodyPr/>
          <a:lstStyle/>
          <a:p>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425" y="1830425"/>
            <a:ext cx="2796000" cy="3049011"/>
          </a:xfrm>
          <a:prstGeom prst="rect">
            <a:avLst/>
          </a:prstGeom>
        </p:spPr>
      </p:pic>
    </p:spTree>
    <p:extLst>
      <p:ext uri="{BB962C8B-B14F-4D97-AF65-F5344CB8AC3E}">
        <p14:creationId xmlns:p14="http://schemas.microsoft.com/office/powerpoint/2010/main" val="462507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chemeClr val="tx1"/>
                </a:solidFill>
                <a:latin typeface="Times New Roman"/>
                <a:ea typeface="Calibri"/>
              </a:rPr>
              <a:t>Viêm màng não mủ do Listeria </a:t>
            </a:r>
            <a:r>
              <a:rPr lang="en-US" sz="3200" dirty="0" err="1" smtClean="0">
                <a:solidFill>
                  <a:schemeClr val="tx1"/>
                </a:solidFill>
                <a:latin typeface="Times New Roman"/>
                <a:ea typeface="Calibri"/>
              </a:rPr>
              <a:t>monocytogenes</a:t>
            </a:r>
            <a:r>
              <a:rPr lang="vi-VN" sz="3200" dirty="0" smtClean="0">
                <a:solidFill>
                  <a:schemeClr val="tx1"/>
                </a:solidFill>
                <a:latin typeface="Times New Roman"/>
                <a:ea typeface="Calibri"/>
              </a:rPr>
              <a:t>:</a:t>
            </a:r>
            <a:endParaRPr lang="en-US" dirty="0">
              <a:solidFill>
                <a:schemeClr val="tx1"/>
              </a:solidFill>
            </a:endParaRPr>
          </a:p>
        </p:txBody>
      </p:sp>
      <p:sp>
        <p:nvSpPr>
          <p:cNvPr id="3" name="Text Placeholder 2"/>
          <p:cNvSpPr>
            <a:spLocks noGrp="1"/>
          </p:cNvSpPr>
          <p:nvPr>
            <p:ph type="body" idx="1"/>
          </p:nvPr>
        </p:nvSpPr>
        <p:spPr/>
        <p:txBody>
          <a:bodyPr/>
          <a:lstStyle/>
          <a:p>
            <a:endParaRPr lang="en-US" dirty="0"/>
          </a:p>
        </p:txBody>
      </p:sp>
      <p:sp>
        <p:nvSpPr>
          <p:cNvPr id="4" name="Text Placeholder 3"/>
          <p:cNvSpPr>
            <a:spLocks noGrp="1"/>
          </p:cNvSpPr>
          <p:nvPr>
            <p:ph type="body" idx="2"/>
          </p:nvPr>
        </p:nvSpPr>
        <p:spPr/>
        <p:txBody>
          <a:bodyPr/>
          <a:lstStyle/>
          <a:p>
            <a:endParaRPr lang="en-US"/>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425" y="1880755"/>
            <a:ext cx="2796000" cy="2691245"/>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5772" y="1860876"/>
            <a:ext cx="4561012" cy="2711124"/>
          </a:xfrm>
          <a:prstGeom prst="rect">
            <a:avLst/>
          </a:prstGeom>
        </p:spPr>
      </p:pic>
    </p:spTree>
    <p:extLst>
      <p:ext uri="{BB962C8B-B14F-4D97-AF65-F5344CB8AC3E}">
        <p14:creationId xmlns:p14="http://schemas.microsoft.com/office/powerpoint/2010/main" val="2758322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799" y="228601"/>
            <a:ext cx="7904748" cy="541420"/>
          </a:xfrm>
        </p:spPr>
        <p:style>
          <a:lnRef idx="1">
            <a:schemeClr val="accent3"/>
          </a:lnRef>
          <a:fillRef idx="3">
            <a:schemeClr val="accent3"/>
          </a:fillRef>
          <a:effectRef idx="2">
            <a:schemeClr val="accent3"/>
          </a:effectRef>
          <a:fontRef idx="minor">
            <a:schemeClr val="lt1"/>
          </a:fontRef>
        </p:style>
        <p:txBody>
          <a:bodyPr/>
          <a:lstStyle/>
          <a:p>
            <a:pPr algn="ctr"/>
            <a:r>
              <a:rPr lang="en-US" sz="1800" b="0" i="1" dirty="0" err="1">
                <a:solidFill>
                  <a:srgbClr val="000000"/>
                </a:solidFill>
                <a:latin typeface="Arial"/>
              </a:rPr>
              <a:t>Tần</a:t>
            </a:r>
            <a:r>
              <a:rPr lang="en-US" sz="1800" b="0" i="1" dirty="0">
                <a:solidFill>
                  <a:srgbClr val="000000"/>
                </a:solidFill>
                <a:latin typeface="Arial"/>
              </a:rPr>
              <a:t> </a:t>
            </a:r>
            <a:r>
              <a:rPr lang="en-US" sz="1800" b="0" i="1" dirty="0" err="1">
                <a:solidFill>
                  <a:srgbClr val="000000"/>
                </a:solidFill>
                <a:latin typeface="Arial"/>
              </a:rPr>
              <a:t>suất</a:t>
            </a:r>
            <a:r>
              <a:rPr lang="en-US" sz="1800" b="0" i="1" dirty="0">
                <a:solidFill>
                  <a:srgbClr val="000000"/>
                </a:solidFill>
                <a:latin typeface="Arial"/>
              </a:rPr>
              <a:t> vi </a:t>
            </a:r>
            <a:r>
              <a:rPr lang="en-US" sz="1800" b="0" i="1" dirty="0" err="1">
                <a:solidFill>
                  <a:srgbClr val="000000"/>
                </a:solidFill>
                <a:latin typeface="Arial"/>
              </a:rPr>
              <a:t>khuẩn</a:t>
            </a:r>
            <a:r>
              <a:rPr lang="en-US" sz="1800" b="0" i="1" dirty="0">
                <a:solidFill>
                  <a:srgbClr val="000000"/>
                </a:solidFill>
                <a:latin typeface="Arial"/>
              </a:rPr>
              <a:t> </a:t>
            </a:r>
            <a:r>
              <a:rPr lang="en-US" sz="1800" b="0" i="1" dirty="0" err="1">
                <a:solidFill>
                  <a:srgbClr val="000000"/>
                </a:solidFill>
                <a:latin typeface="Arial"/>
              </a:rPr>
              <a:t>phân</a:t>
            </a:r>
            <a:r>
              <a:rPr lang="en-US" sz="1800" b="0" i="1" dirty="0">
                <a:solidFill>
                  <a:srgbClr val="000000"/>
                </a:solidFill>
                <a:latin typeface="Arial"/>
              </a:rPr>
              <a:t> </a:t>
            </a:r>
            <a:r>
              <a:rPr lang="en-US" sz="1800" b="0" i="1" dirty="0" err="1">
                <a:solidFill>
                  <a:srgbClr val="000000"/>
                </a:solidFill>
                <a:latin typeface="Arial"/>
              </a:rPr>
              <a:t>lập</a:t>
            </a:r>
            <a:r>
              <a:rPr lang="en-US" sz="1800" b="0" i="1" dirty="0">
                <a:solidFill>
                  <a:srgbClr val="000000"/>
                </a:solidFill>
                <a:latin typeface="Arial"/>
              </a:rPr>
              <a:t> </a:t>
            </a:r>
            <a:r>
              <a:rPr lang="en-US" sz="1800" b="0" i="1" dirty="0" err="1">
                <a:solidFill>
                  <a:srgbClr val="000000"/>
                </a:solidFill>
                <a:latin typeface="Arial"/>
              </a:rPr>
              <a:t>từ</a:t>
            </a:r>
            <a:r>
              <a:rPr lang="en-US" sz="1800" b="0" i="1" dirty="0">
                <a:solidFill>
                  <a:srgbClr val="000000"/>
                </a:solidFill>
                <a:latin typeface="Arial"/>
              </a:rPr>
              <a:t> CSF </a:t>
            </a:r>
            <a:r>
              <a:rPr lang="en-US" sz="1800" b="0" i="1" dirty="0" err="1">
                <a:solidFill>
                  <a:srgbClr val="000000"/>
                </a:solidFill>
                <a:latin typeface="Arial"/>
              </a:rPr>
              <a:t>của</a:t>
            </a:r>
            <a:r>
              <a:rPr lang="en-US" sz="1800" b="0" i="1" dirty="0">
                <a:solidFill>
                  <a:srgbClr val="000000"/>
                </a:solidFill>
                <a:latin typeface="Arial"/>
              </a:rPr>
              <a:t> </a:t>
            </a:r>
            <a:r>
              <a:rPr lang="en-US" sz="1800" b="0" i="1" dirty="0" err="1">
                <a:solidFill>
                  <a:srgbClr val="000000"/>
                </a:solidFill>
                <a:latin typeface="Arial"/>
              </a:rPr>
              <a:t>trẻ</a:t>
            </a:r>
            <a:r>
              <a:rPr lang="en-US" sz="1800" b="0" i="1" dirty="0">
                <a:solidFill>
                  <a:srgbClr val="000000"/>
                </a:solidFill>
                <a:latin typeface="Arial"/>
              </a:rPr>
              <a:t> </a:t>
            </a:r>
            <a:r>
              <a:rPr lang="en-US" sz="1800" b="0" i="1" dirty="0" err="1">
                <a:solidFill>
                  <a:srgbClr val="000000"/>
                </a:solidFill>
                <a:latin typeface="Arial"/>
              </a:rPr>
              <a:t>em</a:t>
            </a:r>
            <a:r>
              <a:rPr lang="en-US" sz="1800" b="0" i="1" dirty="0">
                <a:solidFill>
                  <a:srgbClr val="000000"/>
                </a:solidFill>
                <a:latin typeface="Arial"/>
              </a:rPr>
              <a:t> </a:t>
            </a:r>
            <a:r>
              <a:rPr lang="en-US" sz="1800" b="0" i="1" dirty="0" err="1">
                <a:solidFill>
                  <a:srgbClr val="000000"/>
                </a:solidFill>
                <a:latin typeface="Arial"/>
              </a:rPr>
              <a:t>bị</a:t>
            </a:r>
            <a:r>
              <a:rPr lang="en-US" sz="1800" b="0" i="1" dirty="0">
                <a:solidFill>
                  <a:srgbClr val="000000"/>
                </a:solidFill>
                <a:latin typeface="Arial"/>
              </a:rPr>
              <a:t> VMNM </a:t>
            </a:r>
            <a:r>
              <a:rPr lang="en-US" sz="1800" b="0" i="1" dirty="0" err="1">
                <a:solidFill>
                  <a:srgbClr val="000000"/>
                </a:solidFill>
                <a:latin typeface="Arial"/>
              </a:rPr>
              <a:t>tỉnh</a:t>
            </a:r>
            <a:r>
              <a:rPr lang="en-US" sz="1800" b="0" i="1" dirty="0">
                <a:solidFill>
                  <a:srgbClr val="000000"/>
                </a:solidFill>
                <a:latin typeface="Arial"/>
              </a:rPr>
              <a:t> </a:t>
            </a:r>
            <a:r>
              <a:rPr lang="en-US" sz="1800" b="0" i="1" dirty="0" err="1">
                <a:solidFill>
                  <a:srgbClr val="000000"/>
                </a:solidFill>
                <a:latin typeface="Arial"/>
              </a:rPr>
              <a:t>Vân</a:t>
            </a:r>
            <a:r>
              <a:rPr lang="en-US" sz="1800" b="0" i="1" dirty="0">
                <a:solidFill>
                  <a:srgbClr val="000000"/>
                </a:solidFill>
                <a:latin typeface="Arial"/>
              </a:rPr>
              <a:t> Nam- </a:t>
            </a:r>
            <a:r>
              <a:rPr lang="en-US" sz="1800" b="0" i="1" dirty="0" err="1">
                <a:solidFill>
                  <a:srgbClr val="000000"/>
                </a:solidFill>
                <a:latin typeface="Arial"/>
              </a:rPr>
              <a:t>Trung</a:t>
            </a:r>
            <a:r>
              <a:rPr lang="en-US" sz="1800" b="0" i="1" dirty="0">
                <a:solidFill>
                  <a:srgbClr val="000000"/>
                </a:solidFill>
                <a:latin typeface="Arial"/>
              </a:rPr>
              <a:t> </a:t>
            </a:r>
            <a:r>
              <a:rPr lang="en-US" sz="1800" b="0" i="1" dirty="0" err="1">
                <a:solidFill>
                  <a:srgbClr val="000000"/>
                </a:solidFill>
                <a:latin typeface="Arial"/>
              </a:rPr>
              <a:t>Quốc</a:t>
            </a:r>
            <a:r>
              <a:rPr lang="en-US" sz="1800" b="0" i="1" dirty="0">
                <a:solidFill>
                  <a:srgbClr val="000000"/>
                </a:solidFill>
                <a:latin typeface="Arial"/>
              </a:rPr>
              <a:t> 2012- 2015</a:t>
            </a:r>
            <a:endParaRPr lang="en-US" b="0" i="1" dirty="0"/>
          </a:p>
        </p:txBody>
      </p:sp>
      <p:graphicFrame>
        <p:nvGraphicFramePr>
          <p:cNvPr id="3" name="Table 2"/>
          <p:cNvGraphicFramePr>
            <a:graphicFrameLocks noGrp="1"/>
          </p:cNvGraphicFramePr>
          <p:nvPr>
            <p:extLst>
              <p:ext uri="{D42A27DB-BD31-4B8C-83A1-F6EECF244321}">
                <p14:modId xmlns:p14="http://schemas.microsoft.com/office/powerpoint/2010/main" val="2493758556"/>
              </p:ext>
            </p:extLst>
          </p:nvPr>
        </p:nvGraphicFramePr>
        <p:xfrm>
          <a:off x="1031430" y="974557"/>
          <a:ext cx="7343646" cy="4112680"/>
        </p:xfrm>
        <a:graphic>
          <a:graphicData uri="http://schemas.openxmlformats.org/drawingml/2006/table">
            <a:tbl>
              <a:tblPr firstRow="1" bandRow="1">
                <a:tableStyleId>{284E427A-3D55-4303-BF80-6455036E1DE7}</a:tableStyleId>
              </a:tblPr>
              <a:tblGrid>
                <a:gridCol w="1223941">
                  <a:extLst>
                    <a:ext uri="{9D8B030D-6E8A-4147-A177-3AD203B41FA5}">
                      <a16:colId xmlns:a16="http://schemas.microsoft.com/office/drawing/2014/main" val="20000"/>
                    </a:ext>
                  </a:extLst>
                </a:gridCol>
                <a:gridCol w="1223941">
                  <a:extLst>
                    <a:ext uri="{9D8B030D-6E8A-4147-A177-3AD203B41FA5}">
                      <a16:colId xmlns:a16="http://schemas.microsoft.com/office/drawing/2014/main" val="20001"/>
                    </a:ext>
                  </a:extLst>
                </a:gridCol>
                <a:gridCol w="1223941">
                  <a:extLst>
                    <a:ext uri="{9D8B030D-6E8A-4147-A177-3AD203B41FA5}">
                      <a16:colId xmlns:a16="http://schemas.microsoft.com/office/drawing/2014/main" val="20002"/>
                    </a:ext>
                  </a:extLst>
                </a:gridCol>
                <a:gridCol w="1223941">
                  <a:extLst>
                    <a:ext uri="{9D8B030D-6E8A-4147-A177-3AD203B41FA5}">
                      <a16:colId xmlns:a16="http://schemas.microsoft.com/office/drawing/2014/main" val="20003"/>
                    </a:ext>
                  </a:extLst>
                </a:gridCol>
                <a:gridCol w="1223941">
                  <a:extLst>
                    <a:ext uri="{9D8B030D-6E8A-4147-A177-3AD203B41FA5}">
                      <a16:colId xmlns:a16="http://schemas.microsoft.com/office/drawing/2014/main" val="20004"/>
                    </a:ext>
                  </a:extLst>
                </a:gridCol>
                <a:gridCol w="1223941">
                  <a:extLst>
                    <a:ext uri="{9D8B030D-6E8A-4147-A177-3AD203B41FA5}">
                      <a16:colId xmlns:a16="http://schemas.microsoft.com/office/drawing/2014/main" val="20005"/>
                    </a:ext>
                  </a:extLst>
                </a:gridCol>
              </a:tblGrid>
              <a:tr h="492500">
                <a:tc>
                  <a:txBody>
                    <a:bodyPr/>
                    <a:lstStyle/>
                    <a:p>
                      <a:r>
                        <a:rPr lang="en-US" dirty="0" smtClean="0"/>
                        <a:t>Mầm bệnh</a:t>
                      </a:r>
                      <a:r>
                        <a:rPr lang="en-US" baseline="0" dirty="0" smtClean="0"/>
                        <a:t> </a:t>
                      </a:r>
                      <a:endParaRPr lang="en-US" dirty="0"/>
                    </a:p>
                  </a:txBody>
                  <a:tcPr/>
                </a:tc>
                <a:tc>
                  <a:txBody>
                    <a:bodyPr/>
                    <a:lstStyle/>
                    <a:p>
                      <a:r>
                        <a:rPr lang="en-US" dirty="0" smtClean="0"/>
                        <a:t>2012</a:t>
                      </a:r>
                      <a:endParaRPr lang="en-US" dirty="0"/>
                    </a:p>
                  </a:txBody>
                  <a:tcPr/>
                </a:tc>
                <a:tc>
                  <a:txBody>
                    <a:bodyPr/>
                    <a:lstStyle/>
                    <a:p>
                      <a:r>
                        <a:rPr lang="en-US" dirty="0" smtClean="0"/>
                        <a:t>2013</a:t>
                      </a:r>
                      <a:endParaRPr lang="en-US" dirty="0"/>
                    </a:p>
                  </a:txBody>
                  <a:tcPr/>
                </a:tc>
                <a:tc>
                  <a:txBody>
                    <a:bodyPr/>
                    <a:lstStyle/>
                    <a:p>
                      <a:r>
                        <a:rPr lang="en-US" dirty="0" smtClean="0"/>
                        <a:t>2014</a:t>
                      </a:r>
                      <a:endParaRPr lang="en-US" dirty="0"/>
                    </a:p>
                  </a:txBody>
                  <a:tcPr/>
                </a:tc>
                <a:tc>
                  <a:txBody>
                    <a:bodyPr/>
                    <a:lstStyle/>
                    <a:p>
                      <a:r>
                        <a:rPr lang="en-US" dirty="0" smtClean="0"/>
                        <a:t>2015</a:t>
                      </a:r>
                      <a:endParaRPr lang="en-US" dirty="0"/>
                    </a:p>
                  </a:txBody>
                  <a:tcPr/>
                </a:tc>
                <a:tc>
                  <a:txBody>
                    <a:bodyPr/>
                    <a:lstStyle/>
                    <a:p>
                      <a:r>
                        <a:rPr lang="en-US" dirty="0" smtClean="0"/>
                        <a:t>Tổng</a:t>
                      </a:r>
                    </a:p>
                    <a:p>
                      <a:r>
                        <a:rPr lang="en-US" dirty="0" smtClean="0"/>
                        <a:t>N(%)</a:t>
                      </a:r>
                      <a:endParaRPr lang="en-US" dirty="0"/>
                    </a:p>
                  </a:txBody>
                  <a:tcPr/>
                </a:tc>
                <a:extLst>
                  <a:ext uri="{0D108BD9-81ED-4DB2-BD59-A6C34878D82A}">
                    <a16:rowId xmlns:a16="http://schemas.microsoft.com/office/drawing/2014/main" val="10000"/>
                  </a:ext>
                </a:extLst>
              </a:tr>
              <a:tr h="492500">
                <a:tc>
                  <a:txBody>
                    <a:bodyPr/>
                    <a:lstStyle/>
                    <a:p>
                      <a:r>
                        <a:rPr lang="en-US" dirty="0" smtClean="0">
                          <a:latin typeface="Times New Roman" pitchFamily="18" charset="0"/>
                          <a:cs typeface="Times New Roman" pitchFamily="18" charset="0"/>
                        </a:rPr>
                        <a:t>Vk gram dương</a:t>
                      </a:r>
                      <a:endParaRPr lang="en-US" dirty="0">
                        <a:latin typeface="Times New Roman" pitchFamily="18" charset="0"/>
                        <a:cs typeface="Times New Roman" pitchFamily="18" charset="0"/>
                      </a:endParaRPr>
                    </a:p>
                  </a:txBody>
                  <a:tcPr/>
                </a:tc>
                <a:tc>
                  <a:txBody>
                    <a:bodyPr/>
                    <a:lstStyle/>
                    <a:p>
                      <a:endParaRPr lang="en-US" dirty="0">
                        <a:latin typeface="Times New Roman" pitchFamily="18" charset="0"/>
                        <a:cs typeface="Times New Roman" pitchFamily="18" charset="0"/>
                      </a:endParaRPr>
                    </a:p>
                  </a:txBody>
                  <a:tcPr/>
                </a:tc>
                <a:tc>
                  <a:txBody>
                    <a:bodyPr/>
                    <a:lstStyle/>
                    <a:p>
                      <a:endParaRPr lang="en-US" dirty="0">
                        <a:latin typeface="Times New Roman" pitchFamily="18" charset="0"/>
                        <a:cs typeface="Times New Roman" pitchFamily="18" charset="0"/>
                      </a:endParaRPr>
                    </a:p>
                  </a:txBody>
                  <a:tcPr/>
                </a:tc>
                <a:tc>
                  <a:txBody>
                    <a:bodyPr/>
                    <a:lstStyle/>
                    <a:p>
                      <a:endParaRPr lang="en-US" dirty="0">
                        <a:latin typeface="Times New Roman" pitchFamily="18" charset="0"/>
                        <a:cs typeface="Times New Roman" pitchFamily="18" charset="0"/>
                      </a:endParaRPr>
                    </a:p>
                  </a:txBody>
                  <a:tcPr/>
                </a:tc>
                <a:tc>
                  <a:txBody>
                    <a:bodyPr/>
                    <a:lstStyle/>
                    <a:p>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91</a:t>
                      </a:r>
                    </a:p>
                    <a:p>
                      <a:r>
                        <a:rPr lang="en-US" dirty="0" smtClean="0">
                          <a:latin typeface="Times New Roman" pitchFamily="18" charset="0"/>
                          <a:cs typeface="Times New Roman" pitchFamily="18" charset="0"/>
                        </a:rPr>
                        <a:t>(50,8)</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530162">
                <a:tc>
                  <a:txBody>
                    <a:bodyPr/>
                    <a:lstStyle/>
                    <a:p>
                      <a:pPr algn="ctr">
                        <a:lnSpc>
                          <a:spcPts val="1965"/>
                        </a:lnSpc>
                        <a:spcBef>
                          <a:spcPts val="1660"/>
                        </a:spcBef>
                        <a:spcAft>
                          <a:spcPts val="1660"/>
                        </a:spcAft>
                      </a:pPr>
                      <a:r>
                        <a:rPr lang="en-US" sz="1600" i="1" dirty="0">
                          <a:effectLst/>
                          <a:latin typeface="Times New Roman"/>
                          <a:ea typeface="Times New Roman"/>
                          <a:cs typeface="Times New Roman"/>
                        </a:rPr>
                        <a:t>Phế cầu khuẩn</a:t>
                      </a:r>
                      <a:endParaRPr lang="en-US" sz="1100" dirty="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4 (2.2)</a:t>
                      </a:r>
                      <a:endParaRPr lang="en-US" sz="1100" dirty="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10 (5.6)</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8 (4.4)</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10 (5.6)</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32 (17.8)</a:t>
                      </a:r>
                      <a:endParaRPr lang="en-US" sz="1100" dirty="0">
                        <a:effectLst/>
                        <a:latin typeface="Calibri"/>
                        <a:ea typeface="Calibri"/>
                        <a:cs typeface="Times New Roman"/>
                      </a:endParaRPr>
                    </a:p>
                  </a:txBody>
                  <a:tcPr marL="60960" marR="60960" marT="30480" marB="30480"/>
                </a:tc>
                <a:extLst>
                  <a:ext uri="{0D108BD9-81ED-4DB2-BD59-A6C34878D82A}">
                    <a16:rowId xmlns:a16="http://schemas.microsoft.com/office/drawing/2014/main" val="10002"/>
                  </a:ext>
                </a:extLst>
              </a:tr>
              <a:tr h="771583">
                <a:tc>
                  <a:txBody>
                    <a:bodyPr/>
                    <a:lstStyle/>
                    <a:p>
                      <a:pPr algn="ctr">
                        <a:lnSpc>
                          <a:spcPts val="1965"/>
                        </a:lnSpc>
                        <a:spcBef>
                          <a:spcPts val="1660"/>
                        </a:spcBef>
                        <a:spcAft>
                          <a:spcPts val="1660"/>
                        </a:spcAft>
                      </a:pPr>
                      <a:r>
                        <a:rPr lang="en-US" sz="1600" i="1" dirty="0">
                          <a:effectLst/>
                          <a:latin typeface="Times New Roman"/>
                          <a:ea typeface="Times New Roman"/>
                          <a:cs typeface="Times New Roman"/>
                        </a:rPr>
                        <a:t>Liên cầu khuẩn nhóm B</a:t>
                      </a:r>
                      <a:endParaRPr lang="en-US" sz="1100" dirty="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2 (1.1)</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2 (1.1)</a:t>
                      </a:r>
                      <a:endParaRPr lang="en-US" sz="1100" dirty="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4 (2.2)</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5 (2.9)</a:t>
                      </a:r>
                      <a:endParaRPr lang="en-US" sz="1100" dirty="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13 (7.2)</a:t>
                      </a:r>
                      <a:endParaRPr lang="en-US" sz="1100" dirty="0">
                        <a:effectLst/>
                        <a:latin typeface="Calibri"/>
                        <a:ea typeface="Calibri"/>
                        <a:cs typeface="Times New Roman"/>
                      </a:endParaRPr>
                    </a:p>
                  </a:txBody>
                  <a:tcPr marL="60960" marR="60960" marT="30480" marB="30480"/>
                </a:tc>
                <a:extLst>
                  <a:ext uri="{0D108BD9-81ED-4DB2-BD59-A6C34878D82A}">
                    <a16:rowId xmlns:a16="http://schemas.microsoft.com/office/drawing/2014/main" val="10003"/>
                  </a:ext>
                </a:extLst>
              </a:tr>
              <a:tr h="530162">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Các vi khuẩn gram âm</a:t>
                      </a:r>
                      <a:endParaRPr lang="en-US" sz="1100" dirty="0">
                        <a:effectLst/>
                        <a:latin typeface="Calibri"/>
                        <a:ea typeface="Calibri"/>
                        <a:cs typeface="Times New Roman"/>
                      </a:endParaRPr>
                    </a:p>
                  </a:txBody>
                  <a:tcPr marL="60960" marR="60960" marT="30480" marB="30480"/>
                </a:tc>
                <a:tc>
                  <a:txBody>
                    <a:bodyPr/>
                    <a:lstStyle/>
                    <a:p>
                      <a:pPr>
                        <a:lnSpc>
                          <a:spcPct val="107000"/>
                        </a:lnSpc>
                      </a:pPr>
                      <a:endParaRPr lang="en-US" sz="1100">
                        <a:effectLst/>
                        <a:latin typeface="Calibri"/>
                        <a:cs typeface="Times New Roman"/>
                      </a:endParaRPr>
                    </a:p>
                  </a:txBody>
                  <a:tcPr marL="60960" marR="60960" marT="30480" marB="30480"/>
                </a:tc>
                <a:tc>
                  <a:txBody>
                    <a:bodyPr/>
                    <a:lstStyle/>
                    <a:p>
                      <a:pPr>
                        <a:lnSpc>
                          <a:spcPct val="107000"/>
                        </a:lnSpc>
                      </a:pPr>
                      <a:endParaRPr lang="en-US" sz="1100" dirty="0">
                        <a:effectLst/>
                        <a:latin typeface="Calibri"/>
                        <a:cs typeface="Times New Roman"/>
                      </a:endParaRPr>
                    </a:p>
                  </a:txBody>
                  <a:tcPr marL="60960" marR="60960" marT="30480" marB="30480"/>
                </a:tc>
                <a:tc>
                  <a:txBody>
                    <a:bodyPr/>
                    <a:lstStyle/>
                    <a:p>
                      <a:pPr>
                        <a:lnSpc>
                          <a:spcPct val="107000"/>
                        </a:lnSpc>
                      </a:pPr>
                      <a:endParaRPr lang="en-US" sz="1100">
                        <a:effectLst/>
                        <a:latin typeface="Calibri"/>
                        <a:cs typeface="Times New Roman"/>
                      </a:endParaRPr>
                    </a:p>
                  </a:txBody>
                  <a:tcPr marL="60960" marR="60960" marT="30480" marB="30480"/>
                </a:tc>
                <a:tc>
                  <a:txBody>
                    <a:bodyPr/>
                    <a:lstStyle/>
                    <a:p>
                      <a:pPr>
                        <a:lnSpc>
                          <a:spcPct val="107000"/>
                        </a:lnSpc>
                      </a:pPr>
                      <a:endParaRPr lang="en-US" sz="1100">
                        <a:effectLst/>
                        <a:latin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88 (49,2)</a:t>
                      </a:r>
                      <a:endParaRPr lang="en-US" sz="1100" dirty="0">
                        <a:effectLst/>
                        <a:latin typeface="Calibri"/>
                        <a:ea typeface="Calibri"/>
                        <a:cs typeface="Times New Roman"/>
                      </a:endParaRPr>
                    </a:p>
                  </a:txBody>
                  <a:tcPr marL="60960" marR="60960" marT="30480" marB="30480"/>
                </a:tc>
                <a:extLst>
                  <a:ext uri="{0D108BD9-81ED-4DB2-BD59-A6C34878D82A}">
                    <a16:rowId xmlns:a16="http://schemas.microsoft.com/office/drawing/2014/main" val="10004"/>
                  </a:ext>
                </a:extLst>
              </a:tr>
              <a:tr h="771583">
                <a:tc>
                  <a:txBody>
                    <a:bodyPr/>
                    <a:lstStyle/>
                    <a:p>
                      <a:pPr algn="ctr">
                        <a:lnSpc>
                          <a:spcPts val="1965"/>
                        </a:lnSpc>
                        <a:spcBef>
                          <a:spcPts val="1660"/>
                        </a:spcBef>
                        <a:spcAft>
                          <a:spcPts val="1660"/>
                        </a:spcAft>
                      </a:pPr>
                      <a:r>
                        <a:rPr lang="en-US" sz="1600" i="1" dirty="0">
                          <a:effectLst/>
                          <a:latin typeface="Times New Roman"/>
                          <a:ea typeface="Times New Roman"/>
                          <a:cs typeface="Times New Roman"/>
                        </a:rPr>
                        <a:t>Haemophilusinfluenzaetype b</a:t>
                      </a:r>
                      <a:endParaRPr lang="en-US" sz="1100" dirty="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2 (1.1)</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5 (2.9)</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4 (2.2)</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6 (3.3)</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17 (9,5)</a:t>
                      </a:r>
                      <a:endParaRPr lang="en-US" sz="1100" dirty="0">
                        <a:effectLst/>
                        <a:latin typeface="Calibri"/>
                        <a:ea typeface="Calibri"/>
                        <a:cs typeface="Times New Roman"/>
                      </a:endParaRPr>
                    </a:p>
                  </a:txBody>
                  <a:tcPr marL="60960" marR="60960" marT="30480" marB="30480"/>
                </a:tc>
                <a:extLst>
                  <a:ext uri="{0D108BD9-81ED-4DB2-BD59-A6C34878D82A}">
                    <a16:rowId xmlns:a16="http://schemas.microsoft.com/office/drawing/2014/main" val="10005"/>
                  </a:ext>
                </a:extLst>
              </a:tr>
              <a:tr h="337224">
                <a:tc>
                  <a:txBody>
                    <a:bodyPr/>
                    <a:lstStyle/>
                    <a:p>
                      <a:pPr algn="ctr">
                        <a:lnSpc>
                          <a:spcPts val="1965"/>
                        </a:lnSpc>
                        <a:spcBef>
                          <a:spcPts val="1660"/>
                        </a:spcBef>
                        <a:spcAft>
                          <a:spcPts val="1660"/>
                        </a:spcAft>
                      </a:pPr>
                      <a:r>
                        <a:rPr lang="en-US" sz="1600" i="1" dirty="0">
                          <a:effectLst/>
                          <a:latin typeface="Times New Roman"/>
                          <a:ea typeface="Times New Roman"/>
                          <a:cs typeface="Times New Roman"/>
                        </a:rPr>
                        <a:t>E</a:t>
                      </a:r>
                      <a:r>
                        <a:rPr lang="en-US" sz="1600" dirty="0">
                          <a:effectLst/>
                          <a:latin typeface="Times New Roman"/>
                          <a:ea typeface="Times New Roman"/>
                          <a:cs typeface="Times New Roman"/>
                        </a:rPr>
                        <a:t> . </a:t>
                      </a:r>
                      <a:r>
                        <a:rPr lang="en-US" sz="1600" i="1" dirty="0">
                          <a:effectLst/>
                          <a:latin typeface="Times New Roman"/>
                          <a:ea typeface="Times New Roman"/>
                          <a:cs typeface="Times New Roman"/>
                        </a:rPr>
                        <a:t>coli</a:t>
                      </a:r>
                      <a:endParaRPr lang="en-US" sz="1100" dirty="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5 (2.9)</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13 (7.3)</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15 (8.4)</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a:effectLst/>
                          <a:latin typeface="Times New Roman"/>
                          <a:ea typeface="Times New Roman"/>
                          <a:cs typeface="Times New Roman"/>
                        </a:rPr>
                        <a:t>18 (10.1)</a:t>
                      </a:r>
                      <a:endParaRPr lang="en-US" sz="1100">
                        <a:effectLst/>
                        <a:latin typeface="Calibri"/>
                        <a:ea typeface="Calibri"/>
                        <a:cs typeface="Times New Roman"/>
                      </a:endParaRPr>
                    </a:p>
                  </a:txBody>
                  <a:tcPr marL="60960" marR="60960" marT="30480" marB="30480"/>
                </a:tc>
                <a:tc>
                  <a:txBody>
                    <a:bodyPr/>
                    <a:lstStyle/>
                    <a:p>
                      <a:pPr algn="ctr">
                        <a:lnSpc>
                          <a:spcPts val="1965"/>
                        </a:lnSpc>
                        <a:spcBef>
                          <a:spcPts val="1660"/>
                        </a:spcBef>
                        <a:spcAft>
                          <a:spcPts val="1660"/>
                        </a:spcAft>
                      </a:pPr>
                      <a:r>
                        <a:rPr lang="en-US" sz="1600" dirty="0">
                          <a:effectLst/>
                          <a:latin typeface="Times New Roman"/>
                          <a:ea typeface="Times New Roman"/>
                          <a:cs typeface="Times New Roman"/>
                        </a:rPr>
                        <a:t>51 (28,5)</a:t>
                      </a:r>
                      <a:endParaRPr lang="en-US" sz="1100" dirty="0">
                        <a:effectLst/>
                        <a:latin typeface="Calibri"/>
                        <a:ea typeface="Calibri"/>
                        <a:cs typeface="Times New Roman"/>
                      </a:endParaRPr>
                    </a:p>
                  </a:txBody>
                  <a:tcPr marL="60960" marR="60960" marT="30480" marB="3048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99135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yêu tố thuận lợi</a:t>
            </a:r>
            <a:endParaRPr lang="en-US" dirty="0"/>
          </a:p>
        </p:txBody>
      </p:sp>
      <p:sp>
        <p:nvSpPr>
          <p:cNvPr id="3" name="Text Placeholder 2"/>
          <p:cNvSpPr>
            <a:spLocks noGrp="1"/>
          </p:cNvSpPr>
          <p:nvPr>
            <p:ph type="body" idx="1"/>
          </p:nvPr>
        </p:nvSpPr>
        <p:spPr/>
        <p:txBody>
          <a:bodyPr/>
          <a:lstStyle/>
          <a:p>
            <a:pPr marL="127000" indent="0">
              <a:buNone/>
            </a:pPr>
            <a:r>
              <a:rPr lang="vi-VN" dirty="0" smtClean="0"/>
              <a:t> </a:t>
            </a:r>
            <a:r>
              <a:rPr lang="en-US" dirty="0" smtClean="0"/>
              <a:t>- </a:t>
            </a:r>
            <a:r>
              <a:rPr lang="vi-VN" dirty="0" smtClean="0"/>
              <a:t>Tuổi </a:t>
            </a:r>
            <a:r>
              <a:rPr lang="en-US" dirty="0"/>
              <a:t>&lt;</a:t>
            </a:r>
            <a:r>
              <a:rPr lang="vi-VN" dirty="0" smtClean="0"/>
              <a:t> </a:t>
            </a:r>
            <a:r>
              <a:rPr lang="vi-VN" dirty="0"/>
              <a:t>3 đặc biệt là trẻ sơ </a:t>
            </a:r>
            <a:r>
              <a:rPr lang="vi-VN" dirty="0" smtClean="0"/>
              <a:t>sinh</a:t>
            </a:r>
            <a:endParaRPr lang="en-US" dirty="0" smtClean="0"/>
          </a:p>
          <a:p>
            <a:pPr marL="127000" indent="0">
              <a:buNone/>
            </a:pPr>
            <a:r>
              <a:rPr lang="en-US" dirty="0" smtClean="0"/>
              <a:t>-</a:t>
            </a:r>
            <a:r>
              <a:rPr lang="vi-VN" dirty="0" smtClean="0"/>
              <a:t> Môi </a:t>
            </a:r>
            <a:r>
              <a:rPr lang="vi-VN" dirty="0"/>
              <a:t>trường sống đông đúc vệ sinh kém</a:t>
            </a:r>
            <a:endParaRPr lang="en-US" dirty="0"/>
          </a:p>
        </p:txBody>
      </p:sp>
      <p:sp>
        <p:nvSpPr>
          <p:cNvPr id="4" name="Text Placeholder 3"/>
          <p:cNvSpPr>
            <a:spLocks noGrp="1"/>
          </p:cNvSpPr>
          <p:nvPr>
            <p:ph type="body" idx="2"/>
          </p:nvPr>
        </p:nvSpPr>
        <p:spPr/>
        <p:txBody>
          <a:bodyPr/>
          <a:lstStyle/>
          <a:p>
            <a:r>
              <a:rPr lang="vi-VN" dirty="0"/>
              <a:t>N</a:t>
            </a:r>
            <a:r>
              <a:rPr lang="vi-VN" dirty="0" smtClean="0"/>
              <a:t>am </a:t>
            </a:r>
            <a:r>
              <a:rPr lang="en-US" dirty="0"/>
              <a:t>&gt;</a:t>
            </a:r>
            <a:r>
              <a:rPr lang="vi-VN" dirty="0" smtClean="0"/>
              <a:t> </a:t>
            </a:r>
            <a:r>
              <a:rPr lang="vi-VN" dirty="0"/>
              <a:t>nữ </a:t>
            </a:r>
            <a:endParaRPr lang="en-US" dirty="0" smtClean="0"/>
          </a:p>
          <a:p>
            <a:r>
              <a:rPr lang="vi-VN" dirty="0"/>
              <a:t>T</a:t>
            </a:r>
            <a:r>
              <a:rPr lang="vi-VN" dirty="0" smtClean="0"/>
              <a:t>ổn </a:t>
            </a:r>
            <a:r>
              <a:rPr lang="vi-VN" dirty="0"/>
              <a:t>thương miễn </a:t>
            </a:r>
            <a:r>
              <a:rPr lang="vi-VN" dirty="0" smtClean="0"/>
              <a:t>dịch</a:t>
            </a:r>
            <a:r>
              <a:rPr lang="en-US" dirty="0" smtClean="0"/>
              <a:t>: đẻ</a:t>
            </a:r>
            <a:r>
              <a:rPr lang="vi-VN" dirty="0" smtClean="0"/>
              <a:t> non</a:t>
            </a:r>
            <a:r>
              <a:rPr lang="en-US" dirty="0" smtClean="0"/>
              <a:t>,</a:t>
            </a:r>
            <a:r>
              <a:rPr lang="vi-VN" dirty="0" smtClean="0"/>
              <a:t> </a:t>
            </a:r>
            <a:r>
              <a:rPr lang="vi-VN" dirty="0"/>
              <a:t>suy giảm miễn </a:t>
            </a:r>
            <a:r>
              <a:rPr lang="vi-VN" dirty="0" smtClean="0"/>
              <a:t>dịch</a:t>
            </a:r>
            <a:r>
              <a:rPr lang="en-US" dirty="0" smtClean="0"/>
              <a:t>,</a:t>
            </a:r>
            <a:r>
              <a:rPr lang="vi-VN" dirty="0" smtClean="0"/>
              <a:t> </a:t>
            </a:r>
            <a:r>
              <a:rPr lang="vi-VN" dirty="0"/>
              <a:t>cắt </a:t>
            </a:r>
            <a:r>
              <a:rPr lang="vi-VN" dirty="0" smtClean="0"/>
              <a:t>lách</a:t>
            </a:r>
            <a:r>
              <a:rPr lang="en-US" dirty="0" smtClean="0"/>
              <a:t>,</a:t>
            </a:r>
            <a:r>
              <a:rPr lang="vi-VN" dirty="0" smtClean="0"/>
              <a:t> </a:t>
            </a:r>
            <a:r>
              <a:rPr lang="vi-VN" dirty="0"/>
              <a:t>suy dinh </a:t>
            </a:r>
            <a:r>
              <a:rPr lang="vi-VN" dirty="0" smtClean="0"/>
              <a:t>dưỡng</a:t>
            </a:r>
            <a:endParaRPr lang="en-US" dirty="0"/>
          </a:p>
          <a:p>
            <a:r>
              <a:rPr lang="vi-VN" dirty="0" smtClean="0"/>
              <a:t> </a:t>
            </a:r>
            <a:r>
              <a:rPr lang="vi-VN" dirty="0"/>
              <a:t>N</a:t>
            </a:r>
            <a:r>
              <a:rPr lang="vi-VN" dirty="0" smtClean="0"/>
              <a:t>hiễm </a:t>
            </a:r>
            <a:r>
              <a:rPr lang="vi-VN" dirty="0"/>
              <a:t>khuẩn cấp hoặc mãn </a:t>
            </a:r>
            <a:r>
              <a:rPr lang="vi-VN" dirty="0" smtClean="0"/>
              <a:t>tính</a:t>
            </a:r>
            <a:r>
              <a:rPr lang="en-US" dirty="0" smtClean="0"/>
              <a:t>,</a:t>
            </a:r>
            <a:r>
              <a:rPr lang="vi-VN" dirty="0" smtClean="0"/>
              <a:t> </a:t>
            </a:r>
            <a:r>
              <a:rPr lang="vi-VN" dirty="0"/>
              <a:t>nhiễm khuẩn hô hấp</a:t>
            </a:r>
            <a:endParaRPr lang="en-US" dirty="0"/>
          </a:p>
        </p:txBody>
      </p:sp>
      <p:sp>
        <p:nvSpPr>
          <p:cNvPr id="5" name="Text Placeholder 4"/>
          <p:cNvSpPr>
            <a:spLocks noGrp="1"/>
          </p:cNvSpPr>
          <p:nvPr>
            <p:ph type="body" idx="3"/>
          </p:nvPr>
        </p:nvSpPr>
        <p:spPr/>
        <p:txBody>
          <a:bodyPr/>
          <a:lstStyle/>
          <a:p>
            <a:r>
              <a:rPr lang="vi-VN" dirty="0"/>
              <a:t>D</a:t>
            </a:r>
            <a:r>
              <a:rPr lang="vi-VN" dirty="0" smtClean="0"/>
              <a:t>ị tật</a:t>
            </a:r>
            <a:r>
              <a:rPr lang="en-US" dirty="0" smtClean="0"/>
              <a:t>,</a:t>
            </a:r>
            <a:r>
              <a:rPr lang="vi-VN" dirty="0" smtClean="0"/>
              <a:t> </a:t>
            </a:r>
            <a:r>
              <a:rPr lang="vi-VN" dirty="0"/>
              <a:t>chấn thương màng </a:t>
            </a:r>
            <a:r>
              <a:rPr lang="vi-VN" dirty="0" smtClean="0"/>
              <a:t>não</a:t>
            </a:r>
            <a:r>
              <a:rPr lang="en-US" dirty="0" smtClean="0"/>
              <a:t>,</a:t>
            </a:r>
            <a:r>
              <a:rPr lang="vi-VN" dirty="0" smtClean="0"/>
              <a:t> </a:t>
            </a:r>
            <a:r>
              <a:rPr lang="vi-VN" dirty="0"/>
              <a:t>thoát vị màng não </a:t>
            </a:r>
            <a:r>
              <a:rPr lang="vi-VN" dirty="0" smtClean="0"/>
              <a:t>tủy</a:t>
            </a:r>
            <a:r>
              <a:rPr lang="en-US" dirty="0"/>
              <a:t>,</a:t>
            </a:r>
            <a:r>
              <a:rPr lang="vi-VN" dirty="0" smtClean="0"/>
              <a:t> </a:t>
            </a:r>
            <a:r>
              <a:rPr lang="vi-VN" dirty="0"/>
              <a:t>dẫn lưu não </a:t>
            </a:r>
            <a:r>
              <a:rPr lang="vi-VN" dirty="0" smtClean="0"/>
              <a:t>thất</a:t>
            </a:r>
            <a:r>
              <a:rPr lang="en-US" dirty="0" smtClean="0"/>
              <a:t>,</a:t>
            </a:r>
            <a:r>
              <a:rPr lang="vi-VN" dirty="0" smtClean="0"/>
              <a:t> </a:t>
            </a:r>
            <a:r>
              <a:rPr lang="vi-VN" dirty="0"/>
              <a:t>chấn thương sọ não </a:t>
            </a:r>
            <a:endParaRPr lang="en-US" dirty="0"/>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46219602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3" name="Title 2"/>
          <p:cNvSpPr>
            <a:spLocks noGrp="1"/>
          </p:cNvSpPr>
          <p:nvPr>
            <p:ph type="title"/>
          </p:nvPr>
        </p:nvSpPr>
        <p:spPr>
          <a:xfrm>
            <a:off x="1020046" y="1159055"/>
            <a:ext cx="5760300" cy="680700"/>
          </a:xfrm>
          <a:ln w="19050"/>
        </p:spPr>
        <p:txBody>
          <a:bodyPr/>
          <a:lstStyle/>
          <a:p>
            <a:endParaRPr lang="en-US" dirty="0"/>
          </a:p>
        </p:txBody>
      </p:sp>
      <p:sp>
        <p:nvSpPr>
          <p:cNvPr id="4" name="Rectangle 3"/>
          <p:cNvSpPr/>
          <p:nvPr/>
        </p:nvSpPr>
        <p:spPr>
          <a:xfrm>
            <a:off x="3153747" y="172422"/>
            <a:ext cx="1586203" cy="396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 khuẩn gây</a:t>
            </a:r>
            <a:endParaRPr lang="en-US" dirty="0"/>
          </a:p>
        </p:txBody>
      </p:sp>
      <p:sp>
        <p:nvSpPr>
          <p:cNvPr id="5" name="Rectangle 4"/>
          <p:cNvSpPr/>
          <p:nvPr/>
        </p:nvSpPr>
        <p:spPr>
          <a:xfrm>
            <a:off x="3153747" y="699794"/>
            <a:ext cx="1586203" cy="38255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Niêm mạc hô hấp</a:t>
            </a:r>
            <a:endParaRPr lang="en-US" dirty="0"/>
          </a:p>
        </p:txBody>
      </p:sp>
      <p:sp>
        <p:nvSpPr>
          <p:cNvPr id="6" name="Rectangle 5"/>
          <p:cNvSpPr/>
          <p:nvPr/>
        </p:nvSpPr>
        <p:spPr>
          <a:xfrm>
            <a:off x="4889241" y="695322"/>
            <a:ext cx="1651517" cy="4803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Gây viêm tại chỗ </a:t>
            </a:r>
            <a:endParaRPr lang="en-US" dirty="0"/>
          </a:p>
        </p:txBody>
      </p:sp>
      <p:sp>
        <p:nvSpPr>
          <p:cNvPr id="7" name="Rectangle 6"/>
          <p:cNvSpPr/>
          <p:nvPr/>
        </p:nvSpPr>
        <p:spPr>
          <a:xfrm>
            <a:off x="3153747" y="1208313"/>
            <a:ext cx="1586203" cy="2985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Vào máu</a:t>
            </a:r>
            <a:endParaRPr lang="en-US" dirty="0"/>
          </a:p>
        </p:txBody>
      </p:sp>
      <p:sp>
        <p:nvSpPr>
          <p:cNvPr id="9" name="Rectangle 8"/>
          <p:cNvSpPr/>
          <p:nvPr/>
        </p:nvSpPr>
        <p:spPr>
          <a:xfrm>
            <a:off x="4889241" y="1315614"/>
            <a:ext cx="1651517" cy="363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Không gây bệnh</a:t>
            </a:r>
            <a:endParaRPr lang="en-US" dirty="0"/>
          </a:p>
        </p:txBody>
      </p:sp>
      <p:sp>
        <p:nvSpPr>
          <p:cNvPr id="10" name="Rectangle 9"/>
          <p:cNvSpPr/>
          <p:nvPr/>
        </p:nvSpPr>
        <p:spPr>
          <a:xfrm>
            <a:off x="914400" y="1124337"/>
            <a:ext cx="2043404" cy="46653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Nhiễm khuẩn máu</a:t>
            </a:r>
            <a:endParaRPr lang="en-US" dirty="0"/>
          </a:p>
        </p:txBody>
      </p:sp>
      <p:sp>
        <p:nvSpPr>
          <p:cNvPr id="11" name="Rectangle 10"/>
          <p:cNvSpPr/>
          <p:nvPr/>
        </p:nvSpPr>
        <p:spPr>
          <a:xfrm>
            <a:off x="3153747" y="1688840"/>
            <a:ext cx="1586203" cy="534274"/>
          </a:xfrm>
          <a:prstGeom prst="rect">
            <a:avLst/>
          </a:prstGeom>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Vào màng não</a:t>
            </a:r>
          </a:p>
          <a:p>
            <a:pPr algn="ctr"/>
            <a:r>
              <a:rPr lang="en-US" dirty="0" smtClean="0"/>
              <a:t>( Khoang dưới nhện)</a:t>
            </a:r>
          </a:p>
        </p:txBody>
      </p:sp>
      <p:sp>
        <p:nvSpPr>
          <p:cNvPr id="12" name="Rectangle 11"/>
          <p:cNvSpPr/>
          <p:nvPr/>
        </p:nvSpPr>
        <p:spPr>
          <a:xfrm>
            <a:off x="914401" y="1723734"/>
            <a:ext cx="2043404" cy="534274"/>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Vì khuẩn từ các ô nhiễm khuẩn kế cận</a:t>
            </a:r>
            <a:endParaRPr lang="en-US" dirty="0"/>
          </a:p>
        </p:txBody>
      </p:sp>
      <p:sp>
        <p:nvSpPr>
          <p:cNvPr id="13" name="Rectangle 12"/>
          <p:cNvSpPr/>
          <p:nvPr/>
        </p:nvSpPr>
        <p:spPr>
          <a:xfrm>
            <a:off x="914400" y="2388637"/>
            <a:ext cx="2076061" cy="597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Đại thực bào bạch cầu trung tính</a:t>
            </a:r>
            <a:endParaRPr lang="en-US" dirty="0"/>
          </a:p>
        </p:txBody>
      </p:sp>
      <p:sp>
        <p:nvSpPr>
          <p:cNvPr id="14" name="Rectangle 13"/>
          <p:cNvSpPr/>
          <p:nvPr/>
        </p:nvSpPr>
        <p:spPr>
          <a:xfrm>
            <a:off x="914400" y="3153747"/>
            <a:ext cx="2108718" cy="718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Sinh yếu tố hoại tử </a:t>
            </a:r>
          </a:p>
          <a:p>
            <a:pPr algn="ctr"/>
            <a:r>
              <a:rPr lang="en-US" dirty="0" smtClean="0"/>
              <a:t>(TNF) và prostaglandin</a:t>
            </a:r>
            <a:endParaRPr lang="en-US" dirty="0"/>
          </a:p>
        </p:txBody>
      </p:sp>
      <p:sp>
        <p:nvSpPr>
          <p:cNvPr id="15" name="Rectangle 14"/>
          <p:cNvSpPr/>
          <p:nvPr/>
        </p:nvSpPr>
        <p:spPr>
          <a:xfrm>
            <a:off x="914401" y="4068147"/>
            <a:ext cx="2108718" cy="38255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Phản ứng viêm</a:t>
            </a:r>
          </a:p>
          <a:p>
            <a:pPr algn="ctr"/>
            <a:r>
              <a:rPr lang="en-US" dirty="0" smtClean="0"/>
              <a:t>Viêm các mạch máu</a:t>
            </a:r>
            <a:endParaRPr lang="en-US" dirty="0"/>
          </a:p>
        </p:txBody>
      </p:sp>
      <p:sp>
        <p:nvSpPr>
          <p:cNvPr id="16" name="Rectangle 15"/>
          <p:cNvSpPr/>
          <p:nvPr/>
        </p:nvSpPr>
        <p:spPr>
          <a:xfrm>
            <a:off x="3153747" y="2481943"/>
            <a:ext cx="1586203" cy="3103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Nhân lên</a:t>
            </a:r>
            <a:endParaRPr lang="en-US" dirty="0"/>
          </a:p>
        </p:txBody>
      </p:sp>
      <p:sp>
        <p:nvSpPr>
          <p:cNvPr id="17" name="Rectangle 16"/>
          <p:cNvSpPr/>
          <p:nvPr/>
        </p:nvSpPr>
        <p:spPr>
          <a:xfrm>
            <a:off x="3153747" y="3228392"/>
            <a:ext cx="1586203" cy="5505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Tiết nội độc tố</a:t>
            </a:r>
          </a:p>
          <a:p>
            <a:pPr algn="ctr"/>
            <a:r>
              <a:rPr lang="en-US" dirty="0" smtClean="0"/>
              <a:t>Phù não</a:t>
            </a:r>
            <a:endParaRPr lang="en-US" dirty="0"/>
          </a:p>
        </p:txBody>
      </p:sp>
      <p:sp>
        <p:nvSpPr>
          <p:cNvPr id="18" name="Rectangle 17"/>
          <p:cNvSpPr/>
          <p:nvPr/>
        </p:nvSpPr>
        <p:spPr>
          <a:xfrm>
            <a:off x="3193401" y="3946849"/>
            <a:ext cx="1546548" cy="50385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Giảm lưu lượng máu não</a:t>
            </a:r>
            <a:endParaRPr lang="en-US" dirty="0"/>
          </a:p>
        </p:txBody>
      </p:sp>
      <p:sp>
        <p:nvSpPr>
          <p:cNvPr id="19" name="Rectangle 18"/>
          <p:cNvSpPr/>
          <p:nvPr/>
        </p:nvSpPr>
        <p:spPr>
          <a:xfrm>
            <a:off x="3153747" y="4679303"/>
            <a:ext cx="1586202" cy="38721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Các biểu hiện lâm sàng</a:t>
            </a:r>
            <a:endParaRPr lang="en-US" dirty="0"/>
          </a:p>
        </p:txBody>
      </p:sp>
      <p:sp>
        <p:nvSpPr>
          <p:cNvPr id="20" name="Rectangle 19"/>
          <p:cNvSpPr/>
          <p:nvPr/>
        </p:nvSpPr>
        <p:spPr>
          <a:xfrm>
            <a:off x="4928897" y="2481942"/>
            <a:ext cx="1611861" cy="3918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Tăng Lymphocyte</a:t>
            </a:r>
            <a:endParaRPr lang="en-US" dirty="0"/>
          </a:p>
        </p:txBody>
      </p:sp>
      <p:sp>
        <p:nvSpPr>
          <p:cNvPr id="22" name="Rectangle 21"/>
          <p:cNvSpPr/>
          <p:nvPr/>
        </p:nvSpPr>
        <p:spPr>
          <a:xfrm>
            <a:off x="4928897" y="2985796"/>
            <a:ext cx="1611861" cy="326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Tăng Ig trong DNT</a:t>
            </a:r>
            <a:endParaRPr lang="en-US" dirty="0"/>
          </a:p>
        </p:txBody>
      </p:sp>
      <p:sp>
        <p:nvSpPr>
          <p:cNvPr id="23" name="Rectangle 22"/>
          <p:cNvSpPr/>
          <p:nvPr/>
        </p:nvSpPr>
        <p:spPr>
          <a:xfrm>
            <a:off x="4928898" y="3503645"/>
            <a:ext cx="1611860" cy="5645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Rối loạn bài tiết và lưu thông dịch não</a:t>
            </a:r>
            <a:endParaRPr lang="en-US" dirty="0"/>
          </a:p>
        </p:txBody>
      </p:sp>
      <p:sp>
        <p:nvSpPr>
          <p:cNvPr id="25" name="Rectangle 24"/>
          <p:cNvSpPr/>
          <p:nvPr/>
        </p:nvSpPr>
        <p:spPr>
          <a:xfrm>
            <a:off x="4928897" y="4259423"/>
            <a:ext cx="1611861" cy="35922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Tăng áp lực nội sọ</a:t>
            </a:r>
            <a:endParaRPr lang="en-US" dirty="0"/>
          </a:p>
        </p:txBody>
      </p:sp>
      <p:cxnSp>
        <p:nvCxnSpPr>
          <p:cNvPr id="27" name="Straight Arrow Connector 26"/>
          <p:cNvCxnSpPr>
            <a:stCxn id="4" idx="2"/>
            <a:endCxn id="5" idx="0"/>
          </p:cNvCxnSpPr>
          <p:nvPr/>
        </p:nvCxnSpPr>
        <p:spPr>
          <a:xfrm>
            <a:off x="3946849" y="569167"/>
            <a:ext cx="0" cy="13062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5" idx="2"/>
            <a:endCxn id="3" idx="0"/>
          </p:cNvCxnSpPr>
          <p:nvPr/>
        </p:nvCxnSpPr>
        <p:spPr>
          <a:xfrm flipH="1">
            <a:off x="3900196" y="1082349"/>
            <a:ext cx="46653" cy="767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a:stCxn id="5" idx="3"/>
            <a:endCxn id="6" idx="1"/>
          </p:cNvCxnSpPr>
          <p:nvPr/>
        </p:nvCxnSpPr>
        <p:spPr>
          <a:xfrm>
            <a:off x="4739950" y="891072"/>
            <a:ext cx="149291" cy="4441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7" name="Straight Arrow Connector 226"/>
          <p:cNvCxnSpPr>
            <a:endCxn id="9" idx="1"/>
          </p:cNvCxnSpPr>
          <p:nvPr/>
        </p:nvCxnSpPr>
        <p:spPr>
          <a:xfrm>
            <a:off x="4599992" y="1348270"/>
            <a:ext cx="289249" cy="14929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9" name="Straight Arrow Connector 228"/>
          <p:cNvCxnSpPr>
            <a:stCxn id="11" idx="2"/>
            <a:endCxn id="16" idx="0"/>
          </p:cNvCxnSpPr>
          <p:nvPr/>
        </p:nvCxnSpPr>
        <p:spPr>
          <a:xfrm>
            <a:off x="3946849" y="2223114"/>
            <a:ext cx="0" cy="25882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1" name="Straight Arrow Connector 230"/>
          <p:cNvCxnSpPr>
            <a:stCxn id="16" idx="3"/>
            <a:endCxn id="20" idx="1"/>
          </p:cNvCxnSpPr>
          <p:nvPr/>
        </p:nvCxnSpPr>
        <p:spPr>
          <a:xfrm>
            <a:off x="4739950" y="2637113"/>
            <a:ext cx="188947" cy="4077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3" name="Straight Arrow Connector 232"/>
          <p:cNvCxnSpPr>
            <a:stCxn id="17" idx="3"/>
            <a:endCxn id="25" idx="1"/>
          </p:cNvCxnSpPr>
          <p:nvPr/>
        </p:nvCxnSpPr>
        <p:spPr>
          <a:xfrm>
            <a:off x="4739950" y="3503645"/>
            <a:ext cx="188947" cy="93539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5" name="Straight Arrow Connector 234"/>
          <p:cNvCxnSpPr>
            <a:endCxn id="17" idx="0"/>
          </p:cNvCxnSpPr>
          <p:nvPr/>
        </p:nvCxnSpPr>
        <p:spPr>
          <a:xfrm flipH="1">
            <a:off x="3946849" y="2792282"/>
            <a:ext cx="25660" cy="43611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7" name="Straight Arrow Connector 236"/>
          <p:cNvCxnSpPr>
            <a:stCxn id="17" idx="2"/>
          </p:cNvCxnSpPr>
          <p:nvPr/>
        </p:nvCxnSpPr>
        <p:spPr>
          <a:xfrm>
            <a:off x="3946849" y="3778898"/>
            <a:ext cx="51318" cy="16795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9" name="Straight Arrow Connector 238"/>
          <p:cNvCxnSpPr>
            <a:stCxn id="18" idx="2"/>
            <a:endCxn id="19" idx="0"/>
          </p:cNvCxnSpPr>
          <p:nvPr/>
        </p:nvCxnSpPr>
        <p:spPr>
          <a:xfrm flipH="1">
            <a:off x="3946848" y="4450702"/>
            <a:ext cx="19827" cy="22860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44" name="Straight Arrow Connector 243"/>
          <p:cNvCxnSpPr>
            <a:stCxn id="7" idx="2"/>
            <a:endCxn id="11" idx="0"/>
          </p:cNvCxnSpPr>
          <p:nvPr/>
        </p:nvCxnSpPr>
        <p:spPr>
          <a:xfrm>
            <a:off x="3946849" y="1506893"/>
            <a:ext cx="0" cy="181947"/>
          </a:xfrm>
          <a:prstGeom prst="straightConnector1">
            <a:avLst/>
          </a:prstGeom>
          <a:ln w="1905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a:endCxn id="7" idx="1"/>
          </p:cNvCxnSpPr>
          <p:nvPr/>
        </p:nvCxnSpPr>
        <p:spPr>
          <a:xfrm>
            <a:off x="2990461" y="1357602"/>
            <a:ext cx="163286" cy="1"/>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253" name="Straight Arrow Connector 252"/>
          <p:cNvCxnSpPr>
            <a:stCxn id="12" idx="3"/>
            <a:endCxn id="11" idx="1"/>
          </p:cNvCxnSpPr>
          <p:nvPr/>
        </p:nvCxnSpPr>
        <p:spPr>
          <a:xfrm flipV="1">
            <a:off x="2957805" y="1955977"/>
            <a:ext cx="195942" cy="348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5" name="Straight Arrow Connector 254"/>
          <p:cNvCxnSpPr>
            <a:stCxn id="16" idx="1"/>
          </p:cNvCxnSpPr>
          <p:nvPr/>
        </p:nvCxnSpPr>
        <p:spPr>
          <a:xfrm flipH="1" flipV="1">
            <a:off x="2983462" y="2637112"/>
            <a:ext cx="170285" cy="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58" name="Straight Arrow Connector 257"/>
          <p:cNvCxnSpPr>
            <a:stCxn id="13" idx="2"/>
            <a:endCxn id="14" idx="0"/>
          </p:cNvCxnSpPr>
          <p:nvPr/>
        </p:nvCxnSpPr>
        <p:spPr>
          <a:xfrm>
            <a:off x="1952431" y="2985796"/>
            <a:ext cx="16328" cy="16795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a:stCxn id="14" idx="2"/>
            <a:endCxn id="15" idx="0"/>
          </p:cNvCxnSpPr>
          <p:nvPr/>
        </p:nvCxnSpPr>
        <p:spPr>
          <a:xfrm>
            <a:off x="1968759" y="3872204"/>
            <a:ext cx="1" cy="195943"/>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2" name="Straight Arrow Connector 261"/>
          <p:cNvCxnSpPr>
            <a:stCxn id="15" idx="2"/>
          </p:cNvCxnSpPr>
          <p:nvPr/>
        </p:nvCxnSpPr>
        <p:spPr>
          <a:xfrm>
            <a:off x="1968760" y="4450702"/>
            <a:ext cx="1140666" cy="54117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4" name="Straight Arrow Connector 263"/>
          <p:cNvCxnSpPr>
            <a:stCxn id="25" idx="2"/>
            <a:endCxn id="19" idx="3"/>
          </p:cNvCxnSpPr>
          <p:nvPr/>
        </p:nvCxnSpPr>
        <p:spPr>
          <a:xfrm flipH="1">
            <a:off x="4739949" y="4618652"/>
            <a:ext cx="994879" cy="25426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a:stCxn id="15" idx="3"/>
            <a:endCxn id="18" idx="1"/>
          </p:cNvCxnSpPr>
          <p:nvPr/>
        </p:nvCxnSpPr>
        <p:spPr>
          <a:xfrm flipV="1">
            <a:off x="3023119" y="4198776"/>
            <a:ext cx="170282" cy="6064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a:stCxn id="20" idx="2"/>
            <a:endCxn id="22" idx="0"/>
          </p:cNvCxnSpPr>
          <p:nvPr/>
        </p:nvCxnSpPr>
        <p:spPr>
          <a:xfrm>
            <a:off x="5734828" y="2873829"/>
            <a:ext cx="0" cy="111967"/>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a:stCxn id="22" idx="2"/>
            <a:endCxn id="23" idx="0"/>
          </p:cNvCxnSpPr>
          <p:nvPr/>
        </p:nvCxnSpPr>
        <p:spPr>
          <a:xfrm>
            <a:off x="5734828" y="3312367"/>
            <a:ext cx="0" cy="19127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2" name="Straight Arrow Connector 271"/>
          <p:cNvCxnSpPr>
            <a:stCxn id="23" idx="2"/>
            <a:endCxn id="25" idx="0"/>
          </p:cNvCxnSpPr>
          <p:nvPr/>
        </p:nvCxnSpPr>
        <p:spPr>
          <a:xfrm>
            <a:off x="5734828" y="4068147"/>
            <a:ext cx="0" cy="19127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0" name="TextBox 279"/>
          <p:cNvSpPr txBox="1"/>
          <p:nvPr/>
        </p:nvSpPr>
        <p:spPr>
          <a:xfrm>
            <a:off x="7083591" y="569167"/>
            <a:ext cx="172790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800" b="1" i="1"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Cơ chế bệnh sinh </a:t>
            </a:r>
            <a:endParaRPr lang="en-US" sz="2800" b="1" i="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822775" y="768927"/>
            <a:ext cx="3983270" cy="2899063"/>
          </a:xfrm>
        </p:spPr>
        <p:txBody>
          <a:bodyPr/>
          <a:lstStyle/>
          <a:p>
            <a:r>
              <a:rPr lang="vi-VN" sz="5400" dirty="0" smtClean="0">
                <a:solidFill>
                  <a:srgbClr val="FF0000"/>
                </a:solidFill>
              </a:rPr>
              <a:t>LÂM SÀNG:</a:t>
            </a:r>
          </a:p>
          <a:p>
            <a:r>
              <a:rPr lang="vi-VN" dirty="0" smtClean="0"/>
              <a:t>Hội chứng nhiễm trùng </a:t>
            </a:r>
          </a:p>
          <a:p>
            <a:r>
              <a:rPr lang="vi-VN" dirty="0" smtClean="0"/>
              <a:t>Hội chứng màng não </a:t>
            </a:r>
          </a:p>
          <a:p>
            <a:r>
              <a:rPr lang="vi-VN" dirty="0" smtClean="0"/>
              <a:t>Biểu hiện khác </a:t>
            </a:r>
          </a:p>
          <a:p>
            <a:r>
              <a:rPr lang="vi-VN" dirty="0" smtClean="0"/>
              <a:t>Trẻ sơ sinh</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16898751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9027" y="249382"/>
            <a:ext cx="6047509" cy="1091045"/>
          </a:xfrm>
        </p:spPr>
        <p:txBody>
          <a:bodyPr/>
          <a:lstStyle/>
          <a:p>
            <a:r>
              <a:rPr lang="vi-VN" sz="3200" dirty="0" smtClean="0">
                <a:solidFill>
                  <a:srgbClr val="FF0000"/>
                </a:solidFill>
              </a:rPr>
              <a:t>Hội chứng nhiễm trùng:</a:t>
            </a:r>
            <a:endParaRPr lang="en-US" sz="3200"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980" y="2535382"/>
            <a:ext cx="5130512" cy="247996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9918" y="2680855"/>
            <a:ext cx="3335482" cy="233449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7495" y="935183"/>
            <a:ext cx="2637905" cy="1600199"/>
          </a:xfrm>
          <a:prstGeom prst="rect">
            <a:avLst/>
          </a:prstGeom>
        </p:spPr>
      </p:pic>
    </p:spTree>
    <p:extLst>
      <p:ext uri="{BB962C8B-B14F-4D97-AF65-F5344CB8AC3E}">
        <p14:creationId xmlns:p14="http://schemas.microsoft.com/office/powerpoint/2010/main" val="133704163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822775" y="393602"/>
            <a:ext cx="3498300" cy="1216990"/>
          </a:xfrm>
        </p:spPr>
        <p:txBody>
          <a:bodyPr/>
          <a:lstStyle/>
          <a:p>
            <a:r>
              <a:rPr lang="vi-VN" dirty="0" smtClean="0"/>
              <a:t>HỘI CHỨNG MÀNG NÃO:</a:t>
            </a:r>
          </a:p>
          <a:p>
            <a:r>
              <a:rPr lang="vi-VN" dirty="0" smtClean="0">
                <a:solidFill>
                  <a:srgbClr val="FF0000"/>
                </a:solidFill>
              </a:rPr>
              <a:t>Cơ năng</a:t>
            </a:r>
          </a:p>
          <a:p>
            <a:r>
              <a:rPr lang="vi-VN" dirty="0" smtClean="0">
                <a:solidFill>
                  <a:srgbClr val="FF0000"/>
                </a:solidFill>
              </a:rPr>
              <a:t>Thực thể</a:t>
            </a:r>
            <a:endParaRPr lang="en-US" dirty="0">
              <a:solidFill>
                <a:srgbClr val="FF0000"/>
              </a:solidFill>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 y="3366655"/>
            <a:ext cx="3719947" cy="167293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99" y="1610592"/>
            <a:ext cx="3224645" cy="162098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4342" y="1891145"/>
            <a:ext cx="4396792" cy="3148446"/>
          </a:xfrm>
          <a:prstGeom prst="rect">
            <a:avLst/>
          </a:prstGeom>
        </p:spPr>
      </p:pic>
    </p:spTree>
    <p:extLst>
      <p:ext uri="{BB962C8B-B14F-4D97-AF65-F5344CB8AC3E}">
        <p14:creationId xmlns:p14="http://schemas.microsoft.com/office/powerpoint/2010/main" val="256868359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0818" y="1995054"/>
            <a:ext cx="3740728" cy="2576946"/>
          </a:xfrm>
          <a:prstGeom prst="rect">
            <a:avLst/>
          </a:prstGeom>
        </p:spPr>
      </p:pic>
    </p:spTree>
    <p:extLst>
      <p:ext uri="{BB962C8B-B14F-4D97-AF65-F5344CB8AC3E}">
        <p14:creationId xmlns:p14="http://schemas.microsoft.com/office/powerpoint/2010/main" val="3857461799"/>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4536" y="446809"/>
            <a:ext cx="4509655" cy="665018"/>
          </a:xfrm>
        </p:spPr>
        <p:txBody>
          <a:bodyPr/>
          <a:lstStyle/>
          <a:p>
            <a:r>
              <a:rPr lang="vi-VN" dirty="0" smtClean="0">
                <a:solidFill>
                  <a:srgbClr val="FF0000"/>
                </a:solidFill>
              </a:rPr>
              <a:t>CẬn Lâm SÀng:</a:t>
            </a:r>
            <a:endParaRPr lang="en-US" dirty="0">
              <a:solidFill>
                <a:srgbClr val="FF0000"/>
              </a:solidFill>
            </a:endParaRPr>
          </a:p>
        </p:txBody>
      </p:sp>
      <p:pic>
        <p:nvPicPr>
          <p:cNvPr id="3" name="Picture 2"/>
          <p:cNvPicPr>
            <a:picLocks noChangeAspect="1"/>
          </p:cNvPicPr>
          <p:nvPr/>
        </p:nvPicPr>
        <p:blipFill>
          <a:blip r:embed="rId2"/>
          <a:stretch>
            <a:fillRect/>
          </a:stretch>
        </p:blipFill>
        <p:spPr>
          <a:xfrm>
            <a:off x="3927764" y="1111826"/>
            <a:ext cx="4644736" cy="3906983"/>
          </a:xfrm>
          <a:prstGeom prst="rect">
            <a:avLst/>
          </a:prstGeom>
        </p:spPr>
        <p:style>
          <a:lnRef idx="1">
            <a:schemeClr val="accent6"/>
          </a:lnRef>
          <a:fillRef idx="2">
            <a:schemeClr val="accent6"/>
          </a:fillRef>
          <a:effectRef idx="1">
            <a:schemeClr val="accent6"/>
          </a:effectRef>
          <a:fontRef idx="minor">
            <a:schemeClr val="dk1"/>
          </a:fontRef>
        </p:style>
      </p:pic>
      <p:sp>
        <p:nvSpPr>
          <p:cNvPr id="4" name="Cloud 3"/>
          <p:cNvSpPr/>
          <p:nvPr/>
        </p:nvSpPr>
        <p:spPr>
          <a:xfrm>
            <a:off x="83127" y="654628"/>
            <a:ext cx="3491346" cy="2005446"/>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1600" dirty="0" smtClean="0">
                <a:solidFill>
                  <a:srgbClr val="FF0000"/>
                </a:solidFill>
                <a:latin typeface="+mj-lt"/>
              </a:rPr>
              <a:t>CHỌC DỊCH NÃO TỦY:</a:t>
            </a:r>
          </a:p>
          <a:p>
            <a:pPr algn="ctr"/>
            <a:endParaRPr lang="vi-VN" sz="1600" dirty="0" smtClean="0">
              <a:latin typeface="+mj-lt"/>
            </a:endParaRPr>
          </a:p>
          <a:p>
            <a:pPr algn="ctr"/>
            <a:r>
              <a:rPr lang="vi-VN" sz="1600" dirty="0" smtClean="0">
                <a:latin typeface="+mj-lt"/>
              </a:rPr>
              <a:t>+Chỉ định </a:t>
            </a:r>
          </a:p>
          <a:p>
            <a:pPr algn="ctr"/>
            <a:r>
              <a:rPr lang="vi-VN" sz="1600" dirty="0" smtClean="0">
                <a:latin typeface="+mj-lt"/>
              </a:rPr>
              <a:t>+Chống chỉ định</a:t>
            </a:r>
            <a:endParaRPr lang="en-US" sz="1600" dirty="0">
              <a:latin typeface="+mj-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7" y="2867893"/>
            <a:ext cx="3657600" cy="2150915"/>
          </a:xfrm>
          <a:prstGeom prst="rect">
            <a:avLst/>
          </a:prstGeom>
        </p:spPr>
      </p:pic>
    </p:spTree>
    <p:extLst>
      <p:ext uri="{BB962C8B-B14F-4D97-AF65-F5344CB8AC3E}">
        <p14:creationId xmlns:p14="http://schemas.microsoft.com/office/powerpoint/2010/main" val="1302863416"/>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425" y="187037"/>
            <a:ext cx="5760300" cy="206564"/>
          </a:xfrm>
        </p:spPr>
        <p:txBody>
          <a:bodyPr/>
          <a:lstStyle/>
          <a:p>
            <a:endParaRPr lang="en-US" dirty="0"/>
          </a:p>
        </p:txBody>
      </p:sp>
      <p:sp>
        <p:nvSpPr>
          <p:cNvPr id="3" name="Text Placeholder 2"/>
          <p:cNvSpPr>
            <a:spLocks noGrp="1"/>
          </p:cNvSpPr>
          <p:nvPr>
            <p:ph type="body" idx="1"/>
          </p:nvPr>
        </p:nvSpPr>
        <p:spPr>
          <a:xfrm>
            <a:off x="467591" y="393602"/>
            <a:ext cx="2805545" cy="4532074"/>
          </a:xfrm>
        </p:spPr>
        <p:style>
          <a:lnRef idx="2">
            <a:schemeClr val="accent3"/>
          </a:lnRef>
          <a:fillRef idx="1">
            <a:schemeClr val="lt1"/>
          </a:fillRef>
          <a:effectRef idx="0">
            <a:schemeClr val="accent3"/>
          </a:effectRef>
          <a:fontRef idx="minor">
            <a:schemeClr val="dk1"/>
          </a:fontRef>
        </p:style>
        <p:txBody>
          <a:bodyPr/>
          <a:lstStyle/>
          <a:p>
            <a:pPr>
              <a:lnSpc>
                <a:spcPct val="107000"/>
              </a:lnSpc>
              <a:spcAft>
                <a:spcPts val="800"/>
              </a:spcAft>
            </a:pPr>
            <a:r>
              <a:rPr lang="vi-VN"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Xét nghiệm DNT khác:</a:t>
            </a:r>
            <a:endParaRPr lang="en-US" sz="1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-Phản ứng Pandy (+) mạnh: Tăng Globulin trong DNT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-CRP tăng trong DNT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-Tìm kháng nguyên vi khuẩn.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-PCR</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-ELISA</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Text Placeholder 3"/>
          <p:cNvSpPr>
            <a:spLocks noGrp="1"/>
          </p:cNvSpPr>
          <p:nvPr>
            <p:ph type="body" idx="2"/>
          </p:nvPr>
        </p:nvSpPr>
        <p:spPr>
          <a:xfrm>
            <a:off x="3449782" y="393602"/>
            <a:ext cx="5107002" cy="4532074"/>
          </a:xfrm>
        </p:spPr>
        <p:style>
          <a:lnRef idx="2">
            <a:schemeClr val="accent3"/>
          </a:lnRef>
          <a:fillRef idx="1">
            <a:schemeClr val="lt1"/>
          </a:fillRef>
          <a:effectRef idx="0">
            <a:schemeClr val="accent3"/>
          </a:effectRef>
          <a:fontRef idx="minor">
            <a:schemeClr val="dk1"/>
          </a:fontRef>
        </p:style>
        <p:txBody>
          <a:bodyPr/>
          <a:lstStyle/>
          <a:p>
            <a:pPr>
              <a:lnSpc>
                <a:spcPct val="107000"/>
              </a:lnSpc>
              <a:spcAft>
                <a:spcPts val="800"/>
              </a:spcAft>
            </a:pPr>
            <a:r>
              <a:rPr lang="vi-VN"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Các xét nghiệm khác:</a:t>
            </a:r>
            <a:endParaRPr lang="en-US" sz="1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-CTM: BC tăng cao, tỷ lệ BCDNTT chiếm ưu thế, ở trẻ nhỏ thường giảm nồng độ huyết sắc tố.</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-Cấy máu, cấy dịch tỵ hầu, dịch hút tại ổ xuất huyết hoại tử...có thể xác định được vi khuẩn gây bệnh.</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-CT sọ não, siêu âm qua thóp,..để xác định các biến chứng có thể gặp.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-Điện giải đồ</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-Khí máu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-Đo nồng độ kháng sinh trong máu và DNT.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27673531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5118" y="290946"/>
            <a:ext cx="4800600" cy="415636"/>
          </a:xfrm>
        </p:spPr>
        <p:txBody>
          <a:bodyPr/>
          <a:lstStyle/>
          <a:p>
            <a:r>
              <a:rPr lang="vi-VN" dirty="0" smtClean="0">
                <a:solidFill>
                  <a:srgbClr val="FF0000"/>
                </a:solidFill>
              </a:rPr>
              <a:t>CHẨN ĐOÁN XÁC ĐỊNH:</a:t>
            </a:r>
            <a:endParaRPr lang="en-US" dirty="0">
              <a:solidFill>
                <a:srgbClr val="FF0000"/>
              </a:solidFill>
            </a:endParaRPr>
          </a:p>
        </p:txBody>
      </p:sp>
      <p:sp>
        <p:nvSpPr>
          <p:cNvPr id="3" name="Subtitle 2"/>
          <p:cNvSpPr>
            <a:spLocks noGrp="1"/>
          </p:cNvSpPr>
          <p:nvPr>
            <p:ph type="subTitle" idx="1"/>
          </p:nvPr>
        </p:nvSpPr>
        <p:spPr>
          <a:xfrm>
            <a:off x="280555" y="613064"/>
            <a:ext cx="8530935" cy="4457700"/>
          </a:xfrm>
        </p:spPr>
        <p:style>
          <a:lnRef idx="0">
            <a:schemeClr val="accent3"/>
          </a:lnRef>
          <a:fillRef idx="3">
            <a:schemeClr val="accent3"/>
          </a:fillRef>
          <a:effectRef idx="3">
            <a:schemeClr val="accent3"/>
          </a:effectRef>
          <a:fontRef idx="minor">
            <a:schemeClr val="lt1"/>
          </a:fontRef>
        </p:style>
        <p:txBody>
          <a:bodyPr/>
          <a:lstStyle/>
          <a:p>
            <a:pPr>
              <a:lnSpc>
                <a:spcPct val="107000"/>
              </a:lnSpc>
              <a:spcAft>
                <a:spcPts val="800"/>
              </a:spcAft>
            </a:pPr>
            <a:r>
              <a:rPr lang="vi-VN" sz="16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*Lâm sàng: </a:t>
            </a:r>
            <a:endPar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Hội chứng nhiễm khuẩn cấp và Hội chứng màng não</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*CLS: </a:t>
            </a:r>
            <a:endPar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Dịch não tủy:</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+Dịch đục, mủ.</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+Soi, cấy có vi khuẩn → đây là tiêu chuẩn vàng để chẩn đoán.</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+Sinh hóa: Nồng độ Protein cao &gt; 1g/l, Glucoes giảm &lt;2.2 mmol/l, Tế bào tăng cao từ vài trăm tới vài nghìn/ mm3, trong đó bạch cầu đa nhân trung tính chiếm ưu thế)</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+PCR xác định loại vi khuẩn trong DNT</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+Tìm được các thành phần kháng nguyên của vi khuẩn.</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r>
              <a:rPr lang="vi-VN" sz="16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Chẩn đoán xác định nhiều khi khó khăn </a:t>
            </a:r>
            <a:r>
              <a:rPr lang="vi-VN"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trong trường hợp dịch não tủy trong, đã điều trị kháng sinh (VMNNK mất đầu). Trong trường hợp này cần phối hợp các dấu hiệu lâm sàng, biến đổi sinh hóa, tế bào DNT, yếu tố dịch tễ, các phương pháp xác định vi khuẩn như PCR, </a:t>
            </a:r>
            <a:r>
              <a:rPr lang="vi-VN" sz="16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ELISA,...</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2036922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1145" y="509155"/>
            <a:ext cx="4900580" cy="540327"/>
          </a:xfrm>
        </p:spPr>
        <p:txBody>
          <a:bodyPr/>
          <a:lstStyle/>
          <a:p>
            <a:r>
              <a:rPr lang="vi-VN" dirty="0" smtClean="0">
                <a:solidFill>
                  <a:srgbClr val="00B050"/>
                </a:solidFill>
              </a:rPr>
              <a:t>Chẩn đoán phân biệt:</a:t>
            </a:r>
            <a:endParaRPr lang="en-US" dirty="0">
              <a:solidFill>
                <a:srgbClr val="00B050"/>
              </a:solidFill>
            </a:endParaRPr>
          </a:p>
        </p:txBody>
      </p:sp>
      <p:sp>
        <p:nvSpPr>
          <p:cNvPr id="3" name="Text Placeholder 2"/>
          <p:cNvSpPr>
            <a:spLocks noGrp="1"/>
          </p:cNvSpPr>
          <p:nvPr>
            <p:ph type="body" idx="1"/>
          </p:nvPr>
        </p:nvSpPr>
        <p:spPr>
          <a:xfrm>
            <a:off x="280555" y="861192"/>
            <a:ext cx="3179618" cy="4064484"/>
          </a:xfrm>
        </p:spPr>
        <p:txBody>
          <a:bodyPr/>
          <a:lstStyle/>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a:t>
            </a:r>
            <a:r>
              <a:rPr lang="vi-VN"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Trước khi chọc dò DNT:</a:t>
            </a:r>
            <a:endParaRPr lang="en-US" sz="1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-Co giật do sốt cao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-Động kinh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-Viêm màng não do căn nguyên virus, lao</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-Xuất huyết não, màng não</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-Viêm PQ nặng</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vi-VN" dirty="0">
                <a:latin typeface="Times New Roman" panose="02020603050405020304" pitchFamily="18" charset="0"/>
                <a:ea typeface="Calibri" panose="020F0502020204030204" pitchFamily="34" charset="0"/>
                <a:cs typeface="Times New Roman" panose="02020603050405020304" pitchFamily="18" charset="0"/>
              </a:rPr>
              <a:t>-Nhiễm khuẩn huyết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3699164" y="1401518"/>
            <a:ext cx="5247408" cy="4578605"/>
          </a:xfrm>
          <a:prstGeom prst="rect">
            <a:avLst/>
          </a:prstGeom>
        </p:spPr>
      </p:pic>
      <p:sp>
        <p:nvSpPr>
          <p:cNvPr id="4" name="Text Placeholder 3"/>
          <p:cNvSpPr>
            <a:spLocks noGrp="1"/>
          </p:cNvSpPr>
          <p:nvPr>
            <p:ph type="body" idx="2"/>
          </p:nvPr>
        </p:nvSpPr>
        <p:spPr>
          <a:xfrm>
            <a:off x="3995771" y="861191"/>
            <a:ext cx="4950801" cy="4064484"/>
          </a:xfrm>
        </p:spPr>
        <p:txBody>
          <a:bodyPr/>
          <a:lstStyle/>
          <a:p>
            <a:r>
              <a:rPr lang="vi-VN" dirty="0" smtClean="0"/>
              <a:t>*</a:t>
            </a:r>
            <a:r>
              <a:rPr lang="vi-VN" dirty="0" smtClean="0">
                <a:solidFill>
                  <a:srgbClr val="FF0000"/>
                </a:solidFill>
              </a:rPr>
              <a:t>Sau chọc dò DNT:</a:t>
            </a:r>
            <a:endParaRPr lang="en-US" dirty="0">
              <a:solidFill>
                <a:srgbClr val="FF0000"/>
              </a:solidFill>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397945190"/>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8"/>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smtClean="0">
                <a:solidFill>
                  <a:schemeClr val="tx1"/>
                </a:solidFill>
              </a:rPr>
              <a:t>ĐIỀU TRỊ:</a:t>
            </a:r>
            <a:endParaRPr dirty="0">
              <a:solidFill>
                <a:schemeClr val="tx1"/>
              </a:solidFill>
            </a:endParaRPr>
          </a:p>
        </p:txBody>
      </p:sp>
      <p:sp>
        <p:nvSpPr>
          <p:cNvPr id="309" name="Google Shape;309;p28"/>
          <p:cNvSpPr/>
          <p:nvPr/>
        </p:nvSpPr>
        <p:spPr>
          <a:xfrm>
            <a:off x="1154667" y="1866318"/>
            <a:ext cx="2191500" cy="1852200"/>
          </a:xfrm>
          <a:prstGeom prst="homePlate">
            <a:avLst>
              <a:gd name="adj" fmla="val 30129"/>
            </a:avLst>
          </a:prstGeom>
          <a:solidFill>
            <a:srgbClr val="00B05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dirty="0" smtClean="0">
                <a:solidFill>
                  <a:srgbClr val="FFFFFF"/>
                </a:solidFill>
                <a:latin typeface="Roboto Condensed"/>
                <a:ea typeface="Roboto Condensed"/>
                <a:cs typeface="Roboto Condensed"/>
                <a:sym typeface="Roboto Condensed"/>
              </a:rPr>
              <a:t>Nguyên Tắc </a:t>
            </a:r>
            <a:endParaRPr dirty="0">
              <a:solidFill>
                <a:srgbClr val="FFFFFF"/>
              </a:solidFill>
              <a:latin typeface="Roboto Condensed"/>
              <a:ea typeface="Roboto Condensed"/>
              <a:cs typeface="Roboto Condensed"/>
              <a:sym typeface="Roboto Condensed"/>
            </a:endParaRPr>
          </a:p>
        </p:txBody>
      </p:sp>
      <p:sp>
        <p:nvSpPr>
          <p:cNvPr id="310" name="Google Shape;310;p28"/>
          <p:cNvSpPr/>
          <p:nvPr/>
        </p:nvSpPr>
        <p:spPr>
          <a:xfrm>
            <a:off x="2902828" y="1866318"/>
            <a:ext cx="2233800" cy="1852200"/>
          </a:xfrm>
          <a:prstGeom prst="chevron">
            <a:avLst>
              <a:gd name="adj" fmla="val 29853"/>
            </a:avLst>
          </a:prstGeom>
          <a:solidFill>
            <a:srgbClr val="4BB5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dirty="0" smtClean="0">
                <a:solidFill>
                  <a:srgbClr val="FFFFFF"/>
                </a:solidFill>
                <a:latin typeface="Roboto Condensed"/>
                <a:ea typeface="Roboto Condensed"/>
                <a:cs typeface="Roboto Condensed"/>
                <a:sym typeface="Roboto Condensed"/>
              </a:rPr>
              <a:t>Khi chưa có kết quả DNT</a:t>
            </a:r>
            <a:endParaRPr dirty="0">
              <a:solidFill>
                <a:srgbClr val="FFFFFF"/>
              </a:solidFill>
              <a:latin typeface="Roboto Condensed"/>
              <a:ea typeface="Roboto Condensed"/>
              <a:cs typeface="Roboto Condensed"/>
              <a:sym typeface="Roboto Condensed"/>
            </a:endParaRPr>
          </a:p>
        </p:txBody>
      </p:sp>
      <p:sp>
        <p:nvSpPr>
          <p:cNvPr id="311" name="Google Shape;311;p28"/>
          <p:cNvSpPr/>
          <p:nvPr/>
        </p:nvSpPr>
        <p:spPr>
          <a:xfrm>
            <a:off x="4693288" y="1866318"/>
            <a:ext cx="2233800" cy="1852200"/>
          </a:xfrm>
          <a:prstGeom prst="chevron">
            <a:avLst>
              <a:gd name="adj" fmla="val 29853"/>
            </a:avLst>
          </a:prstGeom>
          <a:solidFill>
            <a:srgbClr val="C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dirty="0" smtClean="0">
                <a:solidFill>
                  <a:srgbClr val="FFFFFF"/>
                </a:solidFill>
                <a:latin typeface="Roboto Condensed"/>
                <a:ea typeface="Roboto Condensed"/>
                <a:cs typeface="Roboto Condensed"/>
                <a:sym typeface="Roboto Condensed"/>
              </a:rPr>
              <a:t>Khi có kết quả DNT và KSĐ</a:t>
            </a:r>
            <a:endParaRPr dirty="0">
              <a:solidFill>
                <a:srgbClr val="FFFFFF"/>
              </a:solidFill>
              <a:latin typeface="Roboto Condensed"/>
              <a:ea typeface="Roboto Condensed"/>
              <a:cs typeface="Roboto Condensed"/>
              <a:sym typeface="Roboto Condensed"/>
            </a:endParaRPr>
          </a:p>
        </p:txBody>
      </p:sp>
      <p:sp>
        <p:nvSpPr>
          <p:cNvPr id="312" name="Google Shape;312;p28"/>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891144" y="393601"/>
            <a:ext cx="5683830" cy="500017"/>
          </a:xfrm>
        </p:spPr>
        <p:style>
          <a:lnRef idx="1">
            <a:schemeClr val="accent4"/>
          </a:lnRef>
          <a:fillRef idx="2">
            <a:schemeClr val="accent4"/>
          </a:fillRef>
          <a:effectRef idx="1">
            <a:schemeClr val="accent4"/>
          </a:effectRef>
          <a:fontRef idx="minor">
            <a:schemeClr val="dk1"/>
          </a:fontRef>
        </p:style>
        <p:txBody>
          <a:bodyPr/>
          <a:lstStyle/>
          <a:p>
            <a:r>
              <a:rPr lang="vi-VN" dirty="0" smtClean="0"/>
              <a:t>Khi chưa xác định căn nguyên vi khuẩn:</a:t>
            </a: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pic>
        <p:nvPicPr>
          <p:cNvPr id="4" name="Picture 3"/>
          <p:cNvPicPr>
            <a:picLocks noChangeAspect="1"/>
          </p:cNvPicPr>
          <p:nvPr/>
        </p:nvPicPr>
        <p:blipFill>
          <a:blip r:embed="rId2"/>
          <a:stretch>
            <a:fillRect/>
          </a:stretch>
        </p:blipFill>
        <p:spPr>
          <a:xfrm>
            <a:off x="1891144" y="1007918"/>
            <a:ext cx="5683829" cy="3958937"/>
          </a:xfrm>
          <a:prstGeom prst="rect">
            <a:avLst/>
          </a:prstGeom>
        </p:spPr>
        <p:style>
          <a:lnRef idx="1">
            <a:schemeClr val="accent3"/>
          </a:lnRef>
          <a:fillRef idx="2">
            <a:schemeClr val="accent3"/>
          </a:fillRef>
          <a:effectRef idx="1">
            <a:schemeClr val="accent3"/>
          </a:effectRef>
          <a:fontRef idx="minor">
            <a:schemeClr val="dk1"/>
          </a:fontRef>
        </p:style>
      </p:pic>
    </p:spTree>
    <p:extLst>
      <p:ext uri="{BB962C8B-B14F-4D97-AF65-F5344CB8AC3E}">
        <p14:creationId xmlns:p14="http://schemas.microsoft.com/office/powerpoint/2010/main" val="398305120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9565" y="145475"/>
            <a:ext cx="5607352" cy="359852"/>
          </a:xfrm>
        </p:spPr>
        <p:style>
          <a:lnRef idx="1">
            <a:schemeClr val="accent5"/>
          </a:lnRef>
          <a:fillRef idx="3">
            <a:schemeClr val="accent5"/>
          </a:fillRef>
          <a:effectRef idx="2">
            <a:schemeClr val="accent5"/>
          </a:effectRef>
          <a:fontRef idx="minor">
            <a:schemeClr val="lt1"/>
          </a:fontRef>
        </p:style>
        <p:txBody>
          <a:bodyPr/>
          <a:lstStyle/>
          <a:p>
            <a:r>
              <a:rPr lang="vi-VN" sz="2800" dirty="0" smtClean="0"/>
              <a:t>Khi đã xác định căn nguyên vi khuẩn:</a:t>
            </a:r>
            <a:endParaRPr lang="en-US" sz="2800" dirty="0"/>
          </a:p>
        </p:txBody>
      </p:sp>
      <p:pic>
        <p:nvPicPr>
          <p:cNvPr id="4" name="Picture 3"/>
          <p:cNvPicPr>
            <a:picLocks noChangeAspect="1"/>
          </p:cNvPicPr>
          <p:nvPr/>
        </p:nvPicPr>
        <p:blipFill>
          <a:blip r:embed="rId2"/>
          <a:stretch>
            <a:fillRect/>
          </a:stretch>
        </p:blipFill>
        <p:spPr>
          <a:xfrm>
            <a:off x="1599564" y="601579"/>
            <a:ext cx="5607352" cy="4427620"/>
          </a:xfrm>
          <a:prstGeom prst="rect">
            <a:avLst/>
          </a:prstGeom>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276967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1126" y="393600"/>
            <a:ext cx="5600599" cy="965968"/>
          </a:xfrm>
        </p:spPr>
        <p:txBody>
          <a:bodyPr/>
          <a:lstStyle/>
          <a:p>
            <a:r>
              <a:rPr lang="vi-VN" dirty="0" smtClean="0"/>
              <a:t>Điều trị phối hợp:</a:t>
            </a:r>
            <a:endParaRPr lang="en-US" dirty="0"/>
          </a:p>
        </p:txBody>
      </p:sp>
      <p:sp>
        <p:nvSpPr>
          <p:cNvPr id="3" name="Text Placeholder 2"/>
          <p:cNvSpPr>
            <a:spLocks noGrp="1"/>
          </p:cNvSpPr>
          <p:nvPr>
            <p:ph type="body" idx="1"/>
          </p:nvPr>
        </p:nvSpPr>
        <p:spPr>
          <a:xfrm>
            <a:off x="517358" y="1455821"/>
            <a:ext cx="8039426" cy="3140242"/>
          </a:xfrm>
        </p:spPr>
        <p:style>
          <a:lnRef idx="2">
            <a:schemeClr val="accent4"/>
          </a:lnRef>
          <a:fillRef idx="1">
            <a:schemeClr val="lt1"/>
          </a:fillRef>
          <a:effectRef idx="0">
            <a:schemeClr val="accent4"/>
          </a:effectRef>
          <a:fontRef idx="minor">
            <a:schemeClr val="dk1"/>
          </a:fontRef>
        </p:style>
        <p:txBody>
          <a:bodyPr/>
          <a:lstStyle/>
          <a:p>
            <a:r>
              <a:rPr lang="vi-VN" dirty="0" smtClean="0">
                <a:solidFill>
                  <a:schemeClr val="tx1"/>
                </a:solidFill>
                <a:latin typeface="Times New Roman" panose="02020603050405020304" pitchFamily="18" charset="0"/>
              </a:rPr>
              <a:t>-</a:t>
            </a:r>
            <a:r>
              <a:rPr lang="vi-VN" dirty="0">
                <a:solidFill>
                  <a:schemeClr val="tx1"/>
                </a:solidFill>
                <a:latin typeface="Times New Roman" panose="02020603050405020304" pitchFamily="18" charset="0"/>
              </a:rPr>
              <a:t>Hôn mê,</a:t>
            </a:r>
            <a:r>
              <a:rPr lang="en-US" dirty="0">
                <a:solidFill>
                  <a:schemeClr val="tx1"/>
                </a:solidFill>
                <a:latin typeface="Times New Roman" panose="02020603050405020304" pitchFamily="18" charset="0"/>
              </a:rPr>
              <a:t> </a:t>
            </a:r>
            <a:r>
              <a:rPr lang="vi-VN" dirty="0" smtClean="0">
                <a:solidFill>
                  <a:schemeClr val="tx1"/>
                </a:solidFill>
                <a:latin typeface="Times New Roman" panose="02020603050405020304" pitchFamily="18" charset="0"/>
              </a:rPr>
              <a:t>dấu hiệu</a:t>
            </a:r>
            <a:r>
              <a:rPr lang="en-US" dirty="0" smtClean="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nhiễm</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khuẩn</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nặng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đe</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dọa</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sốc</a:t>
            </a:r>
            <a:r>
              <a:rPr lang="en-US" dirty="0">
                <a:solidFill>
                  <a:schemeClr val="tx1"/>
                </a:solidFill>
                <a:latin typeface="Times New Roman" panose="02020603050405020304" pitchFamily="18" charset="0"/>
              </a:rPr>
              <a:t> NK </a:t>
            </a:r>
            <a:r>
              <a:rPr lang="en-US" dirty="0" err="1">
                <a:solidFill>
                  <a:schemeClr val="tx1"/>
                </a:solidFill>
                <a:latin typeface="Times New Roman" panose="02020603050405020304" pitchFamily="18" charset="0"/>
              </a:rPr>
              <a:t>cần</a:t>
            </a:r>
            <a:r>
              <a:rPr lang="en-US" dirty="0">
                <a:solidFill>
                  <a:schemeClr val="tx1"/>
                </a:solidFill>
                <a:latin typeface="Times New Roman" panose="02020603050405020304" pitchFamily="18" charset="0"/>
              </a:rPr>
              <a:t> dc </a:t>
            </a:r>
            <a:r>
              <a:rPr lang="en-US" dirty="0" err="1">
                <a:solidFill>
                  <a:schemeClr val="tx1"/>
                </a:solidFill>
                <a:latin typeface="Times New Roman" panose="02020603050405020304" pitchFamily="18" charset="0"/>
              </a:rPr>
              <a:t>điều</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trị</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tại</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phòng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cấp</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cứu</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hoặc</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phòng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điều</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trị</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đặc</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biệt</a:t>
            </a:r>
            <a:r>
              <a:rPr lang="en-US" dirty="0">
                <a:solidFill>
                  <a:schemeClr val="tx1"/>
                </a:solidFill>
                <a:latin typeface="Times New Roman" panose="02020603050405020304" pitchFamily="18" charset="0"/>
              </a:rPr>
              <a:t>.</a:t>
            </a:r>
            <a:endParaRPr lang="en-US" dirty="0">
              <a:solidFill>
                <a:schemeClr val="tx1"/>
              </a:solidFill>
            </a:endParaRPr>
          </a:p>
          <a:p>
            <a:r>
              <a:rPr lang="vi-VN" dirty="0">
                <a:solidFill>
                  <a:schemeClr val="tx1"/>
                </a:solidFill>
                <a:latin typeface="Times New Roman" panose="02020603050405020304" pitchFamily="18" charset="0"/>
              </a:rPr>
              <a:t>-Co giật: cắt cơn giật bằng Senduxen, liều 0.1-0.2mg/kg/lần pha trong Dd NaCl 0.9% </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tiêm</a:t>
            </a:r>
            <a:r>
              <a:rPr lang="en-US" dirty="0">
                <a:solidFill>
                  <a:schemeClr val="tx1"/>
                </a:solidFill>
                <a:latin typeface="Times New Roman" panose="02020603050405020304" pitchFamily="18" charset="0"/>
              </a:rPr>
              <a:t> TMC </a:t>
            </a:r>
            <a:r>
              <a:rPr lang="en-US" dirty="0" err="1">
                <a:solidFill>
                  <a:schemeClr val="tx1"/>
                </a:solidFill>
                <a:latin typeface="Times New Roman" panose="02020603050405020304" pitchFamily="18" charset="0"/>
              </a:rPr>
              <a:t>cho</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tới</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khi</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ngừng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giật</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nếu</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còn</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giật</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có</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thể</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tiêm</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lại</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cứ</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sau</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mỗi</a:t>
            </a:r>
            <a:r>
              <a:rPr lang="en-US" dirty="0">
                <a:solidFill>
                  <a:schemeClr val="tx1"/>
                </a:solidFill>
                <a:latin typeface="Times New Roman" panose="02020603050405020304" pitchFamily="18" charset="0"/>
              </a:rPr>
              <a:t> 10 </a:t>
            </a:r>
            <a:r>
              <a:rPr lang="en-US" dirty="0" err="1">
                <a:solidFill>
                  <a:schemeClr val="tx1"/>
                </a:solidFill>
                <a:latin typeface="Times New Roman" panose="02020603050405020304" pitchFamily="18" charset="0"/>
              </a:rPr>
              <a:t>phút</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nhưng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không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quá</a:t>
            </a:r>
            <a:r>
              <a:rPr lang="en-US" dirty="0">
                <a:solidFill>
                  <a:schemeClr val="tx1"/>
                </a:solidFill>
                <a:latin typeface="Times New Roman" panose="02020603050405020304" pitchFamily="18" charset="0"/>
              </a:rPr>
              <a:t> 3 </a:t>
            </a:r>
            <a:r>
              <a:rPr lang="en-US" dirty="0" err="1">
                <a:solidFill>
                  <a:schemeClr val="tx1"/>
                </a:solidFill>
                <a:latin typeface="Times New Roman" panose="02020603050405020304" pitchFamily="18" charset="0"/>
              </a:rPr>
              <a:t>lần</a:t>
            </a:r>
            <a:r>
              <a:rPr lang="en-US" dirty="0">
                <a:solidFill>
                  <a:schemeClr val="tx1"/>
                </a:solidFill>
                <a:latin typeface="Times New Roman" panose="02020603050405020304" pitchFamily="18" charset="0"/>
              </a:rPr>
              <a:t> .</a:t>
            </a:r>
            <a:endParaRPr lang="en-US" dirty="0">
              <a:solidFill>
                <a:schemeClr val="tx1"/>
              </a:solidFill>
            </a:endParaRPr>
          </a:p>
          <a:p>
            <a:r>
              <a:rPr lang="en-US" dirty="0" err="1">
                <a:solidFill>
                  <a:schemeClr val="tx1"/>
                </a:solidFill>
                <a:latin typeface="Times New Roman" panose="02020603050405020304" pitchFamily="18" charset="0"/>
              </a:rPr>
              <a:t>Phòng</a:t>
            </a:r>
            <a:r>
              <a:rPr lang="en-US" dirty="0">
                <a:solidFill>
                  <a:schemeClr val="tx1"/>
                </a:solidFill>
                <a:latin typeface="Times New Roman" panose="02020603050405020304" pitchFamily="18" charset="0"/>
              </a:rPr>
              <a:t> co </a:t>
            </a:r>
            <a:r>
              <a:rPr lang="en-US" dirty="0" err="1">
                <a:solidFill>
                  <a:schemeClr val="tx1"/>
                </a:solidFill>
                <a:latin typeface="Times New Roman" panose="02020603050405020304" pitchFamily="18" charset="0"/>
              </a:rPr>
              <a:t>giật</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bằng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Gardenal</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uống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liều</a:t>
            </a:r>
            <a:r>
              <a:rPr lang="en-US" dirty="0">
                <a:solidFill>
                  <a:schemeClr val="tx1"/>
                </a:solidFill>
                <a:latin typeface="Times New Roman" panose="02020603050405020304" pitchFamily="18" charset="0"/>
              </a:rPr>
              <a:t> 5-20mg/kg/</a:t>
            </a:r>
            <a:r>
              <a:rPr lang="en-US" dirty="0" err="1">
                <a:solidFill>
                  <a:schemeClr val="tx1"/>
                </a:solidFill>
                <a:latin typeface="Times New Roman" panose="02020603050405020304" pitchFamily="18" charset="0"/>
              </a:rPr>
              <a:t>ngày</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kết</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hợp</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với</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dùng</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thuốc</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hạ</a:t>
            </a:r>
            <a:r>
              <a:rPr lang="en-US" dirty="0">
                <a:solidFill>
                  <a:schemeClr val="tx1"/>
                </a:solidFill>
                <a:latin typeface="Times New Roman" panose="02020603050405020304" pitchFamily="18" charset="0"/>
              </a:rPr>
              <a:t> </a:t>
            </a:r>
            <a:r>
              <a:rPr lang="en-US" dirty="0" err="1">
                <a:solidFill>
                  <a:schemeClr val="tx1"/>
                </a:solidFill>
                <a:latin typeface="Times New Roman" panose="02020603050405020304" pitchFamily="18" charset="0"/>
              </a:rPr>
              <a:t>nhiệt</a:t>
            </a:r>
            <a:r>
              <a:rPr lang="en-US" dirty="0">
                <a:solidFill>
                  <a:schemeClr val="tx1"/>
                </a:solidFill>
                <a:latin typeface="Times New Roman" panose="02020603050405020304" pitchFamily="18" charset="0"/>
              </a:rPr>
              <a:t>, </a:t>
            </a:r>
            <a:r>
              <a:rPr lang="vi-VN" dirty="0">
                <a:solidFill>
                  <a:schemeClr val="tx1"/>
                </a:solidFill>
                <a:latin typeface="Times New Roman" panose="02020603050405020304" pitchFamily="18" charset="0"/>
              </a:rPr>
              <a:t>chống phù não, cân bằng nước, điện giải và thăng bằng toan kiềm khi cần thiết.</a:t>
            </a:r>
            <a:endParaRPr lang="en-US" dirty="0">
              <a:solidFill>
                <a:schemeClr val="tx1"/>
              </a:solidFill>
            </a:endParaRP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extLst>
      <p:ext uri="{BB962C8B-B14F-4D97-AF65-F5344CB8AC3E}">
        <p14:creationId xmlns:p14="http://schemas.microsoft.com/office/powerpoint/2010/main" val="34077146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782053" y="1359568"/>
            <a:ext cx="7774731" cy="3621506"/>
          </a:xfrm>
        </p:spPr>
        <p:style>
          <a:lnRef idx="2">
            <a:schemeClr val="accent1"/>
          </a:lnRef>
          <a:fillRef idx="1">
            <a:schemeClr val="lt1"/>
          </a:fillRef>
          <a:effectRef idx="0">
            <a:schemeClr val="accent1"/>
          </a:effectRef>
          <a:fontRef idx="minor">
            <a:schemeClr val="dk1"/>
          </a:fontRef>
        </p:style>
        <p:txBody>
          <a:bodyPr/>
          <a:lstStyle/>
          <a:p>
            <a:pPr algn="l"/>
            <a:r>
              <a:rPr lang="vi-VN" dirty="0">
                <a:solidFill>
                  <a:schemeClr val="tx1"/>
                </a:solidFill>
                <a:latin typeface="Times New Roman" panose="02020603050405020304" pitchFamily="18" charset="0"/>
              </a:rPr>
              <a:t>-Suy hô hấp cần cho bệnh nhân thở O2, hỗ trợ hô hấp hoặc thở máy khi có chỉ định</a:t>
            </a:r>
            <a:r>
              <a:rPr lang="vi-VN" dirty="0" smtClean="0">
                <a:solidFill>
                  <a:schemeClr val="tx1"/>
                </a:solidFill>
                <a:latin typeface="Times New Roman" panose="02020603050405020304" pitchFamily="18" charset="0"/>
              </a:rPr>
              <a:t>.</a:t>
            </a:r>
            <a:endParaRPr lang="en-US" dirty="0">
              <a:solidFill>
                <a:schemeClr val="tx1"/>
              </a:solidFill>
            </a:endParaRPr>
          </a:p>
          <a:p>
            <a:pPr algn="l"/>
            <a:r>
              <a:rPr lang="vi-VN" dirty="0">
                <a:solidFill>
                  <a:schemeClr val="tx1"/>
                </a:solidFill>
                <a:latin typeface="Times New Roman" panose="02020603050405020304" pitchFamily="18" charset="0"/>
              </a:rPr>
              <a:t>-Chống viêm bằng Dexamethason liều 0.2-0.4 mg/kg/ngày chia 2 lần tiêm TMC trong 3 ngày đầu trong những trường hợp nặng.</a:t>
            </a:r>
            <a:endParaRPr lang="en-US" dirty="0">
              <a:solidFill>
                <a:schemeClr val="tx1"/>
              </a:solidFill>
            </a:endParaRPr>
          </a:p>
          <a:p>
            <a:pPr algn="l"/>
            <a:r>
              <a:rPr lang="vi-VN" dirty="0">
                <a:solidFill>
                  <a:schemeClr val="tx1"/>
                </a:solidFill>
                <a:latin typeface="Times New Roman" panose="02020603050405020304" pitchFamily="18" charset="0"/>
              </a:rPr>
              <a:t>-Chăm sóc và nuôi dưỡng: Đảm bảo thông khí, tránh ứ đọng đờm rãi. Nếu bệnh nhân không ăn được có thể cho ăn qua sonde hoặc nuôi dưỡng tĩnh mạch.</a:t>
            </a:r>
            <a:endParaRPr lang="en-US" dirty="0">
              <a:solidFill>
                <a:schemeClr val="tx1"/>
              </a:solidFill>
            </a:endParaRPr>
          </a:p>
          <a:p>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extLst>
      <p:ext uri="{BB962C8B-B14F-4D97-AF65-F5344CB8AC3E}">
        <p14:creationId xmlns:p14="http://schemas.microsoft.com/office/powerpoint/2010/main" val="12087043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453" y="601579"/>
            <a:ext cx="5095272" cy="553453"/>
          </a:xfrm>
        </p:spPr>
        <p:txBody>
          <a:bodyPr/>
          <a:lstStyle/>
          <a:p>
            <a:r>
              <a:rPr lang="vi-VN" dirty="0" smtClean="0"/>
              <a:t>Tại các tuyến Y tế:</a:t>
            </a:r>
            <a:endParaRPr lang="en-US" dirty="0"/>
          </a:p>
        </p:txBody>
      </p:sp>
      <p:sp>
        <p:nvSpPr>
          <p:cNvPr id="3" name="Text Placeholder 2"/>
          <p:cNvSpPr>
            <a:spLocks noGrp="1"/>
          </p:cNvSpPr>
          <p:nvPr>
            <p:ph type="body" idx="1"/>
          </p:nvPr>
        </p:nvSpPr>
        <p:spPr>
          <a:xfrm>
            <a:off x="1031425" y="1949116"/>
            <a:ext cx="7390680" cy="2349209"/>
          </a:xfrm>
        </p:spPr>
        <p:style>
          <a:lnRef idx="1">
            <a:schemeClr val="accent2"/>
          </a:lnRef>
          <a:fillRef idx="2">
            <a:schemeClr val="accent2"/>
          </a:fillRef>
          <a:effectRef idx="1">
            <a:schemeClr val="accent2"/>
          </a:effectRef>
          <a:fontRef idx="minor">
            <a:schemeClr val="dk1"/>
          </a:fontRef>
        </p:style>
        <p:txBody>
          <a:bodyPr/>
          <a:lstStyle/>
          <a:p>
            <a:r>
              <a:rPr lang="vi-VN" dirty="0" smtClean="0">
                <a:latin typeface="Times New Roman" panose="02020603050405020304" pitchFamily="18" charset="0"/>
              </a:rPr>
              <a:t>-</a:t>
            </a:r>
            <a:r>
              <a:rPr lang="vi-VN" dirty="0">
                <a:solidFill>
                  <a:schemeClr val="tx1"/>
                </a:solidFill>
                <a:latin typeface="Times New Roman" panose="02020603050405020304" pitchFamily="18" charset="0"/>
              </a:rPr>
              <a:t>Xã: Khám thận trọng, tỉ mỉ, nếu nghi ngờ bệnh nhân có khả năng mắc VMNM phải chuyển lên tuyến trên ngay sau khi đã sơ cứu ( chống/ phòng co giật, hạ sốt, chống suy hô hấp,..)</a:t>
            </a:r>
            <a:endParaRPr lang="en-US" dirty="0">
              <a:solidFill>
                <a:schemeClr val="tx1"/>
              </a:solidFill>
            </a:endParaRPr>
          </a:p>
          <a:p>
            <a:r>
              <a:rPr lang="vi-VN" dirty="0">
                <a:solidFill>
                  <a:schemeClr val="tx1"/>
                </a:solidFill>
                <a:latin typeface="Times New Roman" panose="02020603050405020304" pitchFamily="18" charset="0"/>
              </a:rPr>
              <a:t>-Huyện : Chỉ tiếp nhận điều trị khi có khả năng xác định chẩn đoán và bệnh nhân không có biểu hiện tiên lượng nặng</a:t>
            </a:r>
            <a:endParaRPr lang="en-US" dirty="0">
              <a:solidFill>
                <a:schemeClr val="tx1"/>
              </a:solidFill>
            </a:endParaRPr>
          </a:p>
          <a:p>
            <a:r>
              <a:rPr lang="vi-VN" dirty="0">
                <a:solidFill>
                  <a:schemeClr val="tx1"/>
                </a:solidFill>
                <a:latin typeface="Times New Roman" panose="02020603050405020304" pitchFamily="18" charset="0"/>
              </a:rPr>
              <a:t>-Tỉnh và TW: tiếp nhận và điều trị tất cả những TH VMNM</a:t>
            </a:r>
            <a:endParaRPr lang="en-US" dirty="0">
              <a:solidFill>
                <a:schemeClr val="tx1"/>
              </a:solidFill>
            </a:endParaRPr>
          </a:p>
          <a:p>
            <a:pPr marL="101600" indent="0">
              <a:buNone/>
            </a:pPr>
            <a:r>
              <a:rPr lang="vi-VN" dirty="0">
                <a:latin typeface="Times New Roman" panose="02020603050405020304" pitchFamily="18" charset="0"/>
              </a:rPr>
              <a:t> </a:t>
            </a:r>
            <a:endParaRPr lang="en-US" dirty="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extLst>
      <p:ext uri="{BB962C8B-B14F-4D97-AF65-F5344CB8AC3E}">
        <p14:creationId xmlns:p14="http://schemas.microsoft.com/office/powerpoint/2010/main" val="228443327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21105" y="757989"/>
            <a:ext cx="8313822" cy="3874169"/>
          </a:xfrm>
        </p:spPr>
        <p:style>
          <a:lnRef idx="2">
            <a:schemeClr val="accent2"/>
          </a:lnRef>
          <a:fillRef idx="1">
            <a:schemeClr val="lt1"/>
          </a:fillRef>
          <a:effectRef idx="0">
            <a:schemeClr val="accent2"/>
          </a:effectRef>
          <a:fontRef idx="minor">
            <a:schemeClr val="dk1"/>
          </a:fontRef>
        </p:style>
        <p:txBody>
          <a:bodyPr/>
          <a:lstStyle/>
          <a:p>
            <a:r>
              <a:rPr lang="vi-VN" dirty="0">
                <a:solidFill>
                  <a:srgbClr val="FF0000"/>
                </a:solidFill>
                <a:latin typeface="Times New Roman" panose="02020603050405020304" pitchFamily="18" charset="0"/>
              </a:rPr>
              <a:t>*Theo dõi:</a:t>
            </a:r>
            <a:endParaRPr lang="en-US" dirty="0">
              <a:solidFill>
                <a:srgbClr val="FF0000"/>
              </a:solidFill>
            </a:endParaRPr>
          </a:p>
          <a:p>
            <a:pPr algn="l"/>
            <a:r>
              <a:rPr lang="vi-VN" dirty="0">
                <a:solidFill>
                  <a:schemeClr val="tx1"/>
                </a:solidFill>
                <a:latin typeface="Times New Roman" panose="02020603050405020304" pitchFamily="18" charset="0"/>
              </a:rPr>
              <a:t>-Khám và theo dõi hàng ngày, hàng giờ tùy từng tình trạng bệnh.</a:t>
            </a:r>
            <a:endParaRPr lang="en-US" dirty="0">
              <a:solidFill>
                <a:schemeClr val="tx1"/>
              </a:solidFill>
            </a:endParaRPr>
          </a:p>
          <a:p>
            <a:pPr algn="l"/>
            <a:r>
              <a:rPr lang="vi-VN" dirty="0">
                <a:solidFill>
                  <a:schemeClr val="tx1"/>
                </a:solidFill>
                <a:latin typeface="Times New Roman" panose="02020603050405020304" pitchFamily="18" charset="0"/>
              </a:rPr>
              <a:t>-Xét nghiệm: DNT chọc 3 lần: Lúc vào viện, sau điều trị kháng sinh 1-3 ngày và trước khi ra viện. Các xét nghiệm cần thiết khác( điện giải đồ, khí máu,...) cho những bệnh nhân nặng để giúp cho điều trị</a:t>
            </a:r>
            <a:r>
              <a:rPr lang="vi-VN" dirty="0" smtClean="0">
                <a:solidFill>
                  <a:schemeClr val="tx1"/>
                </a:solidFill>
                <a:latin typeface="Times New Roman" panose="02020603050405020304" pitchFamily="18" charset="0"/>
              </a:rPr>
              <a:t>.</a:t>
            </a:r>
            <a:r>
              <a:rPr lang="vi-VN" dirty="0">
                <a:latin typeface="Times New Roman" panose="02020603050405020304" pitchFamily="18" charset="0"/>
              </a:rPr>
              <a:t> </a:t>
            </a:r>
            <a:endParaRPr lang="en-US" dirty="0"/>
          </a:p>
          <a:p>
            <a:pPr marL="76200" indent="0">
              <a:buNone/>
            </a:pPr>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extLst>
      <p:ext uri="{BB962C8B-B14F-4D97-AF65-F5344CB8AC3E}">
        <p14:creationId xmlns:p14="http://schemas.microsoft.com/office/powerpoint/2010/main" val="236523531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493295" y="541422"/>
            <a:ext cx="8277725" cy="4355432"/>
          </a:xfrm>
        </p:spPr>
        <p:style>
          <a:lnRef idx="2">
            <a:schemeClr val="accent2"/>
          </a:lnRef>
          <a:fillRef idx="1">
            <a:schemeClr val="lt1"/>
          </a:fillRef>
          <a:effectRef idx="0">
            <a:schemeClr val="accent2"/>
          </a:effectRef>
          <a:fontRef idx="minor">
            <a:schemeClr val="dk1"/>
          </a:fontRef>
        </p:style>
        <p:txBody>
          <a:bodyPr/>
          <a:lstStyle/>
          <a:p>
            <a:pPr algn="l"/>
            <a:r>
              <a:rPr lang="vi-VN" dirty="0">
                <a:solidFill>
                  <a:srgbClr val="FF0000"/>
                </a:solidFill>
                <a:latin typeface="Times New Roman" panose="02020603050405020304" pitchFamily="18" charset="0"/>
              </a:rPr>
              <a:t>*Tiến triển:</a:t>
            </a:r>
            <a:endParaRPr lang="en-US" dirty="0">
              <a:solidFill>
                <a:srgbClr val="FF0000"/>
              </a:solidFill>
            </a:endParaRPr>
          </a:p>
          <a:p>
            <a:pPr algn="l"/>
            <a:r>
              <a:rPr lang="vi-VN" dirty="0">
                <a:solidFill>
                  <a:schemeClr val="tx1"/>
                </a:solidFill>
                <a:latin typeface="Times New Roman" panose="02020603050405020304" pitchFamily="18" charset="0"/>
              </a:rPr>
              <a:t>-Tiến triển tốt: Hết sốt sau 2 – 8 ngày điều trị. Tr/chứng TK giảm dần và hết trong 7 – 10 ngày</a:t>
            </a:r>
            <a:endParaRPr lang="en-US" dirty="0">
              <a:solidFill>
                <a:schemeClr val="tx1"/>
              </a:solidFill>
            </a:endParaRPr>
          </a:p>
          <a:p>
            <a:pPr algn="l"/>
            <a:r>
              <a:rPr lang="vi-VN" dirty="0">
                <a:solidFill>
                  <a:schemeClr val="tx1"/>
                </a:solidFill>
                <a:latin typeface="Times New Roman" panose="02020603050405020304" pitchFamily="18" charset="0"/>
              </a:rPr>
              <a:t>-Tiến triển xấu: sốt dai dẳng, triệu chứng thần kinh, hô hấp, tuần hoàn kéo dài, nặng dần và tử vong</a:t>
            </a:r>
            <a:r>
              <a:rPr lang="vi-VN" dirty="0" smtClean="0">
                <a:solidFill>
                  <a:schemeClr val="tx1"/>
                </a:solidFill>
                <a:latin typeface="Times New Roman" panose="02020603050405020304" pitchFamily="18" charset="0"/>
              </a:rPr>
              <a:t>.</a:t>
            </a:r>
            <a:endParaRPr lang="en-US" dirty="0">
              <a:solidFill>
                <a:schemeClr val="tx1"/>
              </a:solidFill>
            </a:endParaRPr>
          </a:p>
          <a:p>
            <a:pPr algn="l"/>
            <a:r>
              <a:rPr lang="vi-VN" dirty="0">
                <a:solidFill>
                  <a:srgbClr val="FF0000"/>
                </a:solidFill>
                <a:latin typeface="Times New Roman" panose="02020603050405020304" pitchFamily="18" charset="0"/>
              </a:rPr>
              <a:t>*Tiêu chuẩn khỏi bệnh hoàn toàn:</a:t>
            </a:r>
            <a:endParaRPr lang="en-US" dirty="0">
              <a:solidFill>
                <a:srgbClr val="FF0000"/>
              </a:solidFill>
            </a:endParaRPr>
          </a:p>
          <a:p>
            <a:pPr algn="l"/>
            <a:r>
              <a:rPr lang="vi-VN" dirty="0">
                <a:solidFill>
                  <a:schemeClr val="tx1"/>
                </a:solidFill>
                <a:latin typeface="Times New Roman" panose="02020603050405020304" pitchFamily="18" charset="0"/>
              </a:rPr>
              <a:t> + Hết sốt</a:t>
            </a:r>
            <a:endParaRPr lang="en-US" dirty="0">
              <a:solidFill>
                <a:schemeClr val="tx1"/>
              </a:solidFill>
            </a:endParaRPr>
          </a:p>
          <a:p>
            <a:pPr algn="l"/>
            <a:r>
              <a:rPr lang="vi-VN" dirty="0">
                <a:solidFill>
                  <a:schemeClr val="tx1"/>
                </a:solidFill>
                <a:latin typeface="Times New Roman" panose="02020603050405020304" pitchFamily="18" charset="0"/>
              </a:rPr>
              <a:t> + Lâm sàng hoàn toàn bình thường ít nhất 3 ngày.</a:t>
            </a:r>
            <a:endParaRPr lang="en-US" dirty="0">
              <a:solidFill>
                <a:schemeClr val="tx1"/>
              </a:solidFill>
            </a:endParaRPr>
          </a:p>
          <a:p>
            <a:pPr algn="l"/>
            <a:r>
              <a:rPr lang="vi-VN" dirty="0">
                <a:solidFill>
                  <a:schemeClr val="tx1"/>
                </a:solidFill>
                <a:latin typeface="Times New Roman" panose="02020603050405020304" pitchFamily="18" charset="0"/>
              </a:rPr>
              <a:t> + DNT trở về mức bình thường.</a:t>
            </a:r>
            <a:endParaRPr lang="en-US" dirty="0">
              <a:solidFill>
                <a:schemeClr val="tx1"/>
              </a:solidFill>
            </a:endParaRPr>
          </a:p>
          <a:p>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extLst>
      <p:ext uri="{BB962C8B-B14F-4D97-AF65-F5344CB8AC3E}">
        <p14:creationId xmlns:p14="http://schemas.microsoft.com/office/powerpoint/2010/main" val="1218876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pic>
        <p:nvPicPr>
          <p:cNvPr id="4" name="Picture 3"/>
          <p:cNvPicPr>
            <a:picLocks noChangeAspect="1"/>
          </p:cNvPicPr>
          <p:nvPr/>
        </p:nvPicPr>
        <p:blipFill>
          <a:blip r:embed="rId2"/>
          <a:stretch>
            <a:fillRect/>
          </a:stretch>
        </p:blipFill>
        <p:spPr>
          <a:xfrm>
            <a:off x="760322" y="866276"/>
            <a:ext cx="7664115" cy="4030578"/>
          </a:xfrm>
          <a:prstGeom prst="rect">
            <a:avLst/>
          </a:prstGeom>
        </p:spPr>
        <p:style>
          <a:lnRef idx="1">
            <a:schemeClr val="accent3"/>
          </a:lnRef>
          <a:fillRef idx="3">
            <a:schemeClr val="accent3"/>
          </a:fillRef>
          <a:effectRef idx="2">
            <a:schemeClr val="accent3"/>
          </a:effectRef>
          <a:fontRef idx="minor">
            <a:schemeClr val="lt1"/>
          </a:fontRef>
        </p:style>
      </p:pic>
    </p:spTree>
    <p:extLst>
      <p:ext uri="{BB962C8B-B14F-4D97-AF65-F5344CB8AC3E}">
        <p14:creationId xmlns:p14="http://schemas.microsoft.com/office/powerpoint/2010/main" val="19115126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92504" y="2161800"/>
            <a:ext cx="8364279" cy="819900"/>
          </a:xfrm>
        </p:spPr>
        <p:txBody>
          <a:bodyPr/>
          <a:lstStyle/>
          <a:p>
            <a:r>
              <a:rPr lang="vi-VN" dirty="0">
                <a:solidFill>
                  <a:srgbClr val="FF0000"/>
                </a:solidFill>
                <a:latin typeface="Times New Roman" panose="02020603050405020304" pitchFamily="18" charset="0"/>
              </a:rPr>
              <a:t>*Di chứng:</a:t>
            </a:r>
            <a:endParaRPr lang="en-US" dirty="0">
              <a:solidFill>
                <a:srgbClr val="FF0000"/>
              </a:solidFill>
            </a:endParaRPr>
          </a:p>
          <a:p>
            <a:r>
              <a:rPr lang="vi-VN" dirty="0">
                <a:solidFill>
                  <a:schemeClr val="tx1"/>
                </a:solidFill>
                <a:latin typeface="Times New Roman" panose="02020603050405020304" pitchFamily="18" charset="0"/>
              </a:rPr>
              <a:t>-Điếc hoặc giảm thính lực thường gặp (28%).</a:t>
            </a:r>
            <a:endParaRPr lang="en-US" dirty="0">
              <a:solidFill>
                <a:schemeClr val="tx1"/>
              </a:solidFill>
            </a:endParaRPr>
          </a:p>
          <a:p>
            <a:r>
              <a:rPr lang="vi-VN" dirty="0">
                <a:solidFill>
                  <a:schemeClr val="tx1"/>
                </a:solidFill>
                <a:latin typeface="Times New Roman" panose="02020603050405020304" pitchFamily="18" charset="0"/>
              </a:rPr>
              <a:t>-9% có những vấn đề về nhân cách.</a:t>
            </a:r>
            <a:endParaRPr lang="en-US" dirty="0">
              <a:solidFill>
                <a:schemeClr val="tx1"/>
              </a:solidFill>
            </a:endParaRPr>
          </a:p>
          <a:p>
            <a:r>
              <a:rPr lang="vi-VN" dirty="0">
                <a:solidFill>
                  <a:schemeClr val="tx1"/>
                </a:solidFill>
                <a:latin typeface="Times New Roman" panose="02020603050405020304" pitchFamily="18" charset="0"/>
              </a:rPr>
              <a:t>-Chậm phát triển tinh thần, vận động, chậm phát triển ngôn ngữ.</a:t>
            </a:r>
            <a:endParaRPr lang="en-US" dirty="0">
              <a:solidFill>
                <a:schemeClr val="tx1"/>
              </a:solidFill>
            </a:endParaRPr>
          </a:p>
          <a:p>
            <a:r>
              <a:rPr lang="vi-VN" dirty="0">
                <a:solidFill>
                  <a:schemeClr val="tx1"/>
                </a:solidFill>
                <a:latin typeface="Times New Roman" panose="02020603050405020304" pitchFamily="18" charset="0"/>
              </a:rPr>
              <a:t>-Rối loạn hành vi, động kinh, đần độn kèm theo tăng trương lực cơ, xoắn vặn kiểu tổn thương ngoại tháp.</a:t>
            </a:r>
            <a:endParaRPr lang="en-US" dirty="0">
              <a:solidFill>
                <a:schemeClr val="tx1"/>
              </a:solidFill>
            </a:endParaRPr>
          </a:p>
          <a:p>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Tree>
    <p:extLst>
      <p:ext uri="{BB962C8B-B14F-4D97-AF65-F5344CB8AC3E}">
        <p14:creationId xmlns:p14="http://schemas.microsoft.com/office/powerpoint/2010/main" val="11715985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6631" y="565485"/>
            <a:ext cx="4265093" cy="529390"/>
          </a:xfrm>
        </p:spPr>
        <p:txBody>
          <a:bodyPr/>
          <a:lstStyle/>
          <a:p>
            <a:r>
              <a:rPr lang="vi-VN" dirty="0" smtClean="0"/>
              <a:t>Phòng bệnh:</a:t>
            </a:r>
            <a:endParaRPr lang="en-US" dirty="0"/>
          </a:p>
        </p:txBody>
      </p:sp>
      <p:sp>
        <p:nvSpPr>
          <p:cNvPr id="3" name="Text Placeholder 2"/>
          <p:cNvSpPr>
            <a:spLocks noGrp="1"/>
          </p:cNvSpPr>
          <p:nvPr>
            <p:ph type="body" idx="1"/>
          </p:nvPr>
        </p:nvSpPr>
        <p:spPr>
          <a:xfrm>
            <a:off x="469232" y="1094875"/>
            <a:ext cx="8277725" cy="3681662"/>
          </a:xfrm>
        </p:spPr>
        <p:txBody>
          <a:bodyPr/>
          <a:lstStyle/>
          <a:p>
            <a:pPr marL="0" lvl="0" indent="0">
              <a:buNone/>
            </a:pPr>
            <a:r>
              <a:rPr lang="vi-VN" dirty="0" smtClean="0">
                <a:solidFill>
                  <a:srgbClr val="FF0000"/>
                </a:solidFill>
                <a:latin typeface="Times New Roman" panose="02020603050405020304" pitchFamily="18" charset="0"/>
              </a:rPr>
              <a:t>1. Vaccine</a:t>
            </a:r>
            <a:r>
              <a:rPr lang="vi-VN" dirty="0">
                <a:solidFill>
                  <a:srgbClr val="FF0000"/>
                </a:solidFill>
                <a:latin typeface="Times New Roman" panose="02020603050405020304" pitchFamily="18" charset="0"/>
              </a:rPr>
              <a:t>:</a:t>
            </a:r>
            <a:endParaRPr lang="en-US" dirty="0">
              <a:solidFill>
                <a:srgbClr val="FF0000"/>
              </a:solidFill>
            </a:endParaRPr>
          </a:p>
          <a:p>
            <a:pPr marL="685800">
              <a:lnSpc>
                <a:spcPct val="107000"/>
              </a:lnSpc>
              <a:spcAft>
                <a:spcPts val="800"/>
              </a:spcAft>
            </a:pPr>
            <a:r>
              <a:rPr lang="vi-VN"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-Tiêm vaccine Hib cho tất cả trẻ em ( 3 liều lúc 2, 4 và 6 tháng</a:t>
            </a:r>
            <a:r>
              <a:rPr lang="vi-VN"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endParaRPr lang="vi-VN" sz="1600" dirty="0" smtClean="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685800">
              <a:lnSpc>
                <a:spcPct val="107000"/>
              </a:lnSpc>
              <a:spcAft>
                <a:spcPts val="800"/>
              </a:spcAft>
            </a:pPr>
            <a:r>
              <a:rPr lang="vi-VN"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vi-VN"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Đối với Vaccine phòng não mô cầu và phế cầu chỉ sử dụng cho  những vùng dịch lưu hành hoặc trên những người có cơ địa đặc biệt (suy giảm miễn dịch, sau cắt lách,...)      </a:t>
            </a:r>
            <a:endParaRPr lang="en-US" sz="16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0" lvl="0" indent="0">
              <a:buNone/>
            </a:pPr>
            <a:r>
              <a:rPr lang="vi-VN" dirty="0" smtClean="0">
                <a:solidFill>
                  <a:srgbClr val="FF0000"/>
                </a:solidFill>
                <a:latin typeface="Times New Roman" panose="02020603050405020304" pitchFamily="18" charset="0"/>
              </a:rPr>
              <a:t>2. Với </a:t>
            </a:r>
            <a:r>
              <a:rPr lang="vi-VN" dirty="0">
                <a:solidFill>
                  <a:srgbClr val="FF0000"/>
                </a:solidFill>
                <a:latin typeface="Times New Roman" panose="02020603050405020304" pitchFamily="18" charset="0"/>
              </a:rPr>
              <a:t>những người tiếp xúc nguồn lây:</a:t>
            </a:r>
            <a:endParaRPr lang="en-US" dirty="0">
              <a:solidFill>
                <a:srgbClr val="FF0000"/>
              </a:solidFill>
            </a:endParaRPr>
          </a:p>
          <a:p>
            <a:pPr marL="685800"/>
            <a:r>
              <a:rPr lang="vi-VN" dirty="0">
                <a:solidFill>
                  <a:schemeClr val="tx1"/>
                </a:solidFill>
                <a:latin typeface="Times New Roman" panose="02020603050405020304" pitchFamily="18" charset="0"/>
              </a:rPr>
              <a:t>-Dùng Rifampicin liều 10-20 mg/kg/ngày trong 4 ngày.</a:t>
            </a:r>
            <a:endParaRPr lang="en-US" dirty="0">
              <a:solidFill>
                <a:schemeClr val="tx1"/>
              </a:solidFill>
            </a:endParaRPr>
          </a:p>
          <a:p>
            <a:r>
              <a:rPr lang="vi-VN" dirty="0" smtClean="0">
                <a:solidFill>
                  <a:schemeClr val="tx1"/>
                </a:solidFill>
                <a:latin typeface="Times New Roman" panose="02020603050405020304" pitchFamily="18" charset="0"/>
                <a:ea typeface="Calibri" panose="020F0502020204030204" pitchFamily="34" charset="0"/>
              </a:rPr>
              <a:t>    -</a:t>
            </a:r>
            <a:r>
              <a:rPr lang="vi-VN" dirty="0">
                <a:solidFill>
                  <a:schemeClr val="tx1"/>
                </a:solidFill>
                <a:latin typeface="Times New Roman" panose="02020603050405020304" pitchFamily="18" charset="0"/>
                <a:ea typeface="Calibri" panose="020F0502020204030204" pitchFamily="34" charset="0"/>
              </a:rPr>
              <a:t>Cách ly và khử khuẩn môi trường, dụng cụ theo quy định</a:t>
            </a:r>
            <a:endParaRPr lang="en-US" dirty="0">
              <a:solidFill>
                <a:schemeClr val="tx1"/>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spTree>
    <p:extLst>
      <p:ext uri="{BB962C8B-B14F-4D97-AF65-F5344CB8AC3E}">
        <p14:creationId xmlns:p14="http://schemas.microsoft.com/office/powerpoint/2010/main" val="17221704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49705"/>
            <a:ext cx="8061158" cy="481263"/>
          </a:xfrm>
        </p:spPr>
        <p:txBody>
          <a:bodyPr/>
          <a:lstStyle/>
          <a:p>
            <a:r>
              <a:rPr lang="en-US" dirty="0">
                <a:solidFill>
                  <a:srgbClr val="FF0000"/>
                </a:solidFill>
              </a:rPr>
              <a:t>Case </a:t>
            </a:r>
            <a:r>
              <a:rPr lang="en-US" dirty="0" err="1">
                <a:solidFill>
                  <a:srgbClr val="FF0000"/>
                </a:solidFill>
              </a:rPr>
              <a:t>lâm</a:t>
            </a:r>
            <a:r>
              <a:rPr lang="en-US" dirty="0">
                <a:solidFill>
                  <a:srgbClr val="FF0000"/>
                </a:solidFill>
              </a:rPr>
              <a:t> </a:t>
            </a:r>
            <a:r>
              <a:rPr lang="en-US" dirty="0" err="1">
                <a:solidFill>
                  <a:srgbClr val="FF0000"/>
                </a:solidFill>
              </a:rPr>
              <a:t>sàng</a:t>
            </a:r>
            <a:endParaRPr lang="en-US" dirty="0">
              <a:solidFill>
                <a:srgbClr val="FF0000"/>
              </a:solidFill>
            </a:endParaRPr>
          </a:p>
        </p:txBody>
      </p:sp>
      <p:sp>
        <p:nvSpPr>
          <p:cNvPr id="3" name="Subtitle 2"/>
          <p:cNvSpPr>
            <a:spLocks noGrp="1"/>
          </p:cNvSpPr>
          <p:nvPr>
            <p:ph type="subTitle" idx="1"/>
          </p:nvPr>
        </p:nvSpPr>
        <p:spPr>
          <a:xfrm>
            <a:off x="685800" y="1371600"/>
            <a:ext cx="8061158" cy="3380874"/>
          </a:xfrm>
        </p:spPr>
        <p:style>
          <a:lnRef idx="3">
            <a:schemeClr val="lt1"/>
          </a:lnRef>
          <a:fillRef idx="1">
            <a:schemeClr val="accent6"/>
          </a:fillRef>
          <a:effectRef idx="1">
            <a:schemeClr val="accent6"/>
          </a:effectRef>
          <a:fontRef idx="minor">
            <a:schemeClr val="lt1"/>
          </a:fontRef>
        </p:style>
        <p:txBody>
          <a:bodyPr/>
          <a:lstStyle/>
          <a:p>
            <a:pPr marL="101600" indent="0"/>
            <a:r>
              <a:rPr lang="en-US" dirty="0" err="1"/>
              <a:t>Trẻ</a:t>
            </a:r>
            <a:r>
              <a:rPr lang="en-US" dirty="0"/>
              <a:t> </a:t>
            </a:r>
            <a:r>
              <a:rPr lang="en-US" dirty="0" err="1"/>
              <a:t>nam</a:t>
            </a:r>
            <a:r>
              <a:rPr lang="en-US" dirty="0"/>
              <a:t> 6 </a:t>
            </a:r>
            <a:r>
              <a:rPr lang="en-US" dirty="0" err="1"/>
              <a:t>tháng</a:t>
            </a:r>
            <a:r>
              <a:rPr lang="en-US" dirty="0"/>
              <a:t> </a:t>
            </a:r>
            <a:r>
              <a:rPr lang="en-US" dirty="0" err="1"/>
              <a:t>tuổi</a:t>
            </a:r>
            <a:r>
              <a:rPr lang="en-US" dirty="0"/>
              <a:t> </a:t>
            </a:r>
            <a:r>
              <a:rPr lang="en-US" dirty="0" err="1"/>
              <a:t>vào</a:t>
            </a:r>
            <a:r>
              <a:rPr lang="en-US" dirty="0"/>
              <a:t> </a:t>
            </a:r>
            <a:r>
              <a:rPr lang="en-US" dirty="0" err="1"/>
              <a:t>viện</a:t>
            </a:r>
            <a:r>
              <a:rPr lang="en-US" dirty="0"/>
              <a:t> </a:t>
            </a:r>
            <a:r>
              <a:rPr lang="en-US" dirty="0" err="1"/>
              <a:t>vì</a:t>
            </a:r>
            <a:r>
              <a:rPr lang="en-US" dirty="0"/>
              <a:t> </a:t>
            </a:r>
            <a:r>
              <a:rPr lang="en-US" dirty="0" err="1"/>
              <a:t>sốt</a:t>
            </a:r>
            <a:r>
              <a:rPr lang="en-US" dirty="0"/>
              <a:t> + </a:t>
            </a:r>
            <a:r>
              <a:rPr lang="en-US" dirty="0" err="1"/>
              <a:t>kém</a:t>
            </a:r>
            <a:r>
              <a:rPr lang="en-US" dirty="0"/>
              <a:t> </a:t>
            </a:r>
            <a:r>
              <a:rPr lang="en-US" dirty="0" err="1" smtClean="0"/>
              <a:t>chơi</a:t>
            </a:r>
            <a:r>
              <a:rPr lang="vi-VN" dirty="0" smtClean="0"/>
              <a:t>.</a:t>
            </a:r>
            <a:endParaRPr lang="en-US" dirty="0"/>
          </a:p>
          <a:p>
            <a:pPr marL="101600" indent="0"/>
            <a:r>
              <a:rPr lang="en-US" dirty="0"/>
              <a:t>Qua </a:t>
            </a:r>
            <a:r>
              <a:rPr lang="en-US" dirty="0" err="1"/>
              <a:t>hỏi</a:t>
            </a:r>
            <a:r>
              <a:rPr lang="en-US" dirty="0"/>
              <a:t> </a:t>
            </a:r>
            <a:r>
              <a:rPr lang="en-US" dirty="0" err="1"/>
              <a:t>và</a:t>
            </a:r>
            <a:r>
              <a:rPr lang="en-US" dirty="0"/>
              <a:t> </a:t>
            </a:r>
            <a:r>
              <a:rPr lang="en-US" dirty="0" err="1"/>
              <a:t>khám</a:t>
            </a:r>
            <a:r>
              <a:rPr lang="en-US" dirty="0"/>
              <a:t> </a:t>
            </a:r>
            <a:r>
              <a:rPr lang="en-US" dirty="0" err="1"/>
              <a:t>thấy</a:t>
            </a:r>
            <a:r>
              <a:rPr lang="en-US" dirty="0"/>
              <a:t>:</a:t>
            </a:r>
          </a:p>
          <a:p>
            <a:pPr>
              <a:buFont typeface="Arial" pitchFamily="34" charset="0"/>
              <a:buChar char="•"/>
            </a:pPr>
            <a:r>
              <a:rPr lang="en-US" dirty="0" err="1"/>
              <a:t>Tiền</a:t>
            </a:r>
            <a:r>
              <a:rPr lang="en-US" dirty="0"/>
              <a:t> </a:t>
            </a:r>
            <a:r>
              <a:rPr lang="en-US" dirty="0" err="1"/>
              <a:t>sử</a:t>
            </a:r>
            <a:r>
              <a:rPr lang="en-US" dirty="0"/>
              <a:t>:</a:t>
            </a:r>
          </a:p>
          <a:p>
            <a:r>
              <a:rPr lang="en-US" dirty="0" err="1"/>
              <a:t>Viêm</a:t>
            </a:r>
            <a:r>
              <a:rPr lang="en-US" dirty="0"/>
              <a:t> tai </a:t>
            </a:r>
            <a:r>
              <a:rPr lang="en-US" dirty="0" err="1"/>
              <a:t>giữa</a:t>
            </a:r>
            <a:r>
              <a:rPr lang="en-US" dirty="0"/>
              <a:t> ứ </a:t>
            </a:r>
            <a:r>
              <a:rPr lang="en-US" dirty="0" err="1"/>
              <a:t>mủ</a:t>
            </a:r>
            <a:r>
              <a:rPr lang="en-US" dirty="0"/>
              <a:t> 3 </a:t>
            </a:r>
            <a:r>
              <a:rPr lang="en-US" dirty="0" err="1"/>
              <a:t>ngày</a:t>
            </a:r>
            <a:r>
              <a:rPr lang="en-US" dirty="0"/>
              <a:t> </a:t>
            </a:r>
            <a:r>
              <a:rPr lang="en-US" dirty="0" err="1"/>
              <a:t>trước</a:t>
            </a:r>
            <a:r>
              <a:rPr lang="en-US" dirty="0"/>
              <a:t> </a:t>
            </a:r>
            <a:r>
              <a:rPr lang="en-US" dirty="0" err="1"/>
              <a:t>điều</a:t>
            </a:r>
            <a:r>
              <a:rPr lang="en-US" dirty="0"/>
              <a:t> </a:t>
            </a:r>
            <a:r>
              <a:rPr lang="en-US" dirty="0" err="1"/>
              <a:t>trị</a:t>
            </a:r>
            <a:r>
              <a:rPr lang="en-US" dirty="0"/>
              <a:t> </a:t>
            </a:r>
            <a:r>
              <a:rPr lang="en-US" dirty="0" err="1"/>
              <a:t>bằng</a:t>
            </a:r>
            <a:r>
              <a:rPr lang="en-US" dirty="0"/>
              <a:t> 6mg/kg/</a:t>
            </a:r>
            <a:r>
              <a:rPr lang="en-US" dirty="0" err="1"/>
              <a:t>ngày</a:t>
            </a:r>
            <a:endParaRPr lang="en-US" dirty="0"/>
          </a:p>
          <a:p>
            <a:r>
              <a:rPr lang="en-US" dirty="0" err="1"/>
              <a:t>Tiêm</a:t>
            </a:r>
            <a:r>
              <a:rPr lang="en-US" dirty="0"/>
              <a:t> </a:t>
            </a:r>
            <a:r>
              <a:rPr lang="en-US" dirty="0" err="1"/>
              <a:t>chủng</a:t>
            </a:r>
            <a:r>
              <a:rPr lang="en-US" dirty="0"/>
              <a:t> </a:t>
            </a:r>
            <a:r>
              <a:rPr lang="en-US" dirty="0" err="1"/>
              <a:t>đầy</a:t>
            </a:r>
            <a:r>
              <a:rPr lang="en-US" dirty="0"/>
              <a:t> </a:t>
            </a:r>
            <a:r>
              <a:rPr lang="en-US" dirty="0" err="1"/>
              <a:t>đủ</a:t>
            </a:r>
            <a:r>
              <a:rPr lang="en-US" dirty="0"/>
              <a:t> </a:t>
            </a:r>
            <a:r>
              <a:rPr lang="en-US" dirty="0" err="1"/>
              <a:t>theo</a:t>
            </a:r>
            <a:r>
              <a:rPr lang="en-US" dirty="0"/>
              <a:t> </a:t>
            </a:r>
            <a:r>
              <a:rPr lang="en-US" dirty="0" err="1"/>
              <a:t>lịch</a:t>
            </a:r>
            <a:endParaRPr lang="en-US" dirty="0"/>
          </a:p>
          <a:p>
            <a:pPr marL="101600" indent="0"/>
            <a:r>
              <a:rPr lang="en-US" dirty="0" err="1"/>
              <a:t>Ngày</a:t>
            </a:r>
            <a:r>
              <a:rPr lang="en-US" dirty="0"/>
              <a:t> nay </a:t>
            </a:r>
            <a:r>
              <a:rPr lang="en-US" dirty="0" err="1"/>
              <a:t>trẻ</a:t>
            </a:r>
            <a:r>
              <a:rPr lang="en-US" dirty="0"/>
              <a:t> </a:t>
            </a:r>
            <a:r>
              <a:rPr lang="en-US" dirty="0" err="1"/>
              <a:t>đột</a:t>
            </a:r>
            <a:r>
              <a:rPr lang="en-US" dirty="0"/>
              <a:t> </a:t>
            </a:r>
            <a:r>
              <a:rPr lang="en-US" dirty="0" err="1"/>
              <a:t>ngột</a:t>
            </a:r>
            <a:r>
              <a:rPr lang="en-US" dirty="0"/>
              <a:t> </a:t>
            </a:r>
            <a:r>
              <a:rPr lang="en-US" dirty="0" err="1"/>
              <a:t>sốt</a:t>
            </a:r>
            <a:r>
              <a:rPr lang="en-US" dirty="0"/>
              <a:t> </a:t>
            </a:r>
            <a:r>
              <a:rPr lang="en-US" dirty="0" err="1"/>
              <a:t>cao</a:t>
            </a:r>
            <a:r>
              <a:rPr lang="en-US" dirty="0"/>
              <a:t> 38,5 -39 </a:t>
            </a:r>
            <a:r>
              <a:rPr lang="en-US" dirty="0" err="1"/>
              <a:t>độ</a:t>
            </a:r>
            <a:r>
              <a:rPr lang="en-US" dirty="0"/>
              <a:t>, </a:t>
            </a:r>
            <a:r>
              <a:rPr lang="en-US" dirty="0" err="1"/>
              <a:t>kèm</a:t>
            </a:r>
            <a:r>
              <a:rPr lang="en-US" dirty="0"/>
              <a:t> </a:t>
            </a:r>
            <a:r>
              <a:rPr lang="en-US" dirty="0" err="1"/>
              <a:t>nôn</a:t>
            </a:r>
            <a:r>
              <a:rPr lang="en-US" dirty="0"/>
              <a:t> 3 </a:t>
            </a:r>
            <a:r>
              <a:rPr lang="en-US" dirty="0" err="1"/>
              <a:t>lần</a:t>
            </a:r>
            <a:r>
              <a:rPr lang="en-US" dirty="0"/>
              <a:t>. </a:t>
            </a:r>
            <a:r>
              <a:rPr lang="en-US" dirty="0" err="1"/>
              <a:t>Trẻ</a:t>
            </a:r>
            <a:r>
              <a:rPr lang="en-US" dirty="0"/>
              <a:t> </a:t>
            </a:r>
            <a:r>
              <a:rPr lang="en-US" dirty="0" err="1"/>
              <a:t>mệt</a:t>
            </a:r>
            <a:r>
              <a:rPr lang="en-US" dirty="0"/>
              <a:t>, </a:t>
            </a:r>
            <a:r>
              <a:rPr lang="en-US" dirty="0" err="1"/>
              <a:t>ít</a:t>
            </a:r>
            <a:r>
              <a:rPr lang="en-US" dirty="0"/>
              <a:t> </a:t>
            </a:r>
            <a:r>
              <a:rPr lang="en-US" dirty="0" err="1"/>
              <a:t>hóng</a:t>
            </a:r>
            <a:r>
              <a:rPr lang="en-US" dirty="0"/>
              <a:t> </a:t>
            </a:r>
            <a:r>
              <a:rPr lang="en-US" dirty="0" err="1"/>
              <a:t>chuyện</a:t>
            </a:r>
            <a:r>
              <a:rPr lang="en-US" dirty="0"/>
              <a:t>, </a:t>
            </a:r>
            <a:r>
              <a:rPr lang="en-US" dirty="0" err="1"/>
              <a:t>không</a:t>
            </a:r>
            <a:r>
              <a:rPr lang="en-US" dirty="0"/>
              <a:t> co </a:t>
            </a:r>
            <a:r>
              <a:rPr lang="en-US" dirty="0" err="1"/>
              <a:t>giật</a:t>
            </a:r>
            <a:r>
              <a:rPr lang="en-US" dirty="0"/>
              <a:t>, </a:t>
            </a:r>
            <a:r>
              <a:rPr lang="en-US" dirty="0" err="1"/>
              <a:t>không</a:t>
            </a:r>
            <a:r>
              <a:rPr lang="en-US" dirty="0"/>
              <a:t> </a:t>
            </a:r>
            <a:r>
              <a:rPr lang="en-US" dirty="0" err="1"/>
              <a:t>ỉa</a:t>
            </a:r>
            <a:r>
              <a:rPr lang="en-US" dirty="0"/>
              <a:t> </a:t>
            </a:r>
            <a:r>
              <a:rPr lang="en-US" dirty="0" err="1"/>
              <a:t>lỏng</a:t>
            </a:r>
            <a:r>
              <a:rPr lang="en-US" dirty="0"/>
              <a:t> =&gt; </a:t>
            </a:r>
            <a:r>
              <a:rPr lang="vi-VN" dirty="0" err="1" smtClean="0"/>
              <a:t>V</a:t>
            </a:r>
            <a:r>
              <a:rPr lang="en-US" dirty="0" err="1" smtClean="0"/>
              <a:t>ào</a:t>
            </a:r>
            <a:r>
              <a:rPr lang="en-US" dirty="0" smtClean="0"/>
              <a:t> </a:t>
            </a:r>
            <a:r>
              <a:rPr lang="en-US" dirty="0" err="1"/>
              <a:t>viện</a:t>
            </a:r>
            <a:endParaRPr lang="en-US" dirty="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extLst>
      <p:ext uri="{BB962C8B-B14F-4D97-AF65-F5344CB8AC3E}">
        <p14:creationId xmlns:p14="http://schemas.microsoft.com/office/powerpoint/2010/main" val="36481155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2505" y="529389"/>
            <a:ext cx="8614612" cy="4475748"/>
          </a:xfrm>
          <a:prstGeom prst="rect">
            <a:avLst/>
          </a:prstGeom>
        </p:spPr>
        <p:style>
          <a:lnRef idx="1">
            <a:schemeClr val="accent2"/>
          </a:lnRef>
          <a:fillRef idx="3">
            <a:schemeClr val="accent2"/>
          </a:fillRef>
          <a:effectRef idx="2">
            <a:schemeClr val="accent2"/>
          </a:effectRef>
          <a:fontRef idx="minor">
            <a:schemeClr val="lt1"/>
          </a:fontRef>
        </p:style>
      </p:pic>
      <p:sp>
        <p:nvSpPr>
          <p:cNvPr id="2" name="Text Placeholder 1"/>
          <p:cNvSpPr>
            <a:spLocks noGrp="1"/>
          </p:cNvSpPr>
          <p:nvPr>
            <p:ph type="body" idx="1"/>
          </p:nvPr>
        </p:nvSpPr>
        <p:spPr/>
        <p:txBody>
          <a:bodyPr/>
          <a:lstStyle/>
          <a:p>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extLst>
      <p:ext uri="{BB962C8B-B14F-4D97-AF65-F5344CB8AC3E}">
        <p14:creationId xmlns:p14="http://schemas.microsoft.com/office/powerpoint/2010/main" val="16163629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73768"/>
            <a:ext cx="5074500" cy="745958"/>
          </a:xfrm>
        </p:spPr>
        <p:txBody>
          <a:bodyPr/>
          <a:lstStyle/>
          <a:p>
            <a:r>
              <a:rPr lang="vi-VN" dirty="0" smtClean="0">
                <a:solidFill>
                  <a:srgbClr val="FF0000"/>
                </a:solidFill>
              </a:rPr>
              <a:t>Cận Lâm Sàng:</a:t>
            </a:r>
            <a:endParaRPr lang="en-US" dirty="0">
              <a:solidFill>
                <a:srgbClr val="FF0000"/>
              </a:solidFill>
            </a:endParaRPr>
          </a:p>
        </p:txBody>
      </p:sp>
      <p:sp>
        <p:nvSpPr>
          <p:cNvPr id="3" name="Subtitle 2"/>
          <p:cNvSpPr>
            <a:spLocks noGrp="1"/>
          </p:cNvSpPr>
          <p:nvPr>
            <p:ph type="subTitle" idx="1"/>
          </p:nvPr>
        </p:nvSpPr>
        <p:spPr>
          <a:xfrm>
            <a:off x="360947" y="1287379"/>
            <a:ext cx="8518359" cy="3741821"/>
          </a:xfrm>
        </p:spPr>
        <p:style>
          <a:lnRef idx="3">
            <a:schemeClr val="lt1"/>
          </a:lnRef>
          <a:fillRef idx="1">
            <a:schemeClr val="accent3"/>
          </a:fillRef>
          <a:effectRef idx="1">
            <a:schemeClr val="accent3"/>
          </a:effectRef>
          <a:fontRef idx="minor">
            <a:schemeClr val="lt1"/>
          </a:fontRef>
        </p:style>
        <p:txBody>
          <a:bodyPr/>
          <a:lstStyle/>
          <a:p>
            <a:r>
              <a:rPr lang="vi-VN" dirty="0"/>
              <a:t>Công thức máu: HC 4,7 T/L 	Hb 133g/l	 BC 18,5G/L	N% 77%</a:t>
            </a:r>
          </a:p>
          <a:p>
            <a:r>
              <a:rPr lang="vi-VN" dirty="0"/>
              <a:t>Sinh hóa </a:t>
            </a:r>
            <a:r>
              <a:rPr lang="vi-VN" dirty="0" smtClean="0"/>
              <a:t>máu:  </a:t>
            </a:r>
            <a:r>
              <a:rPr lang="vi-VN" dirty="0"/>
              <a:t>Gm 7,1	 ure 4,6	 cre 53	 CRP 22,7mg/l</a:t>
            </a:r>
          </a:p>
          <a:p>
            <a:r>
              <a:rPr lang="vi-VN" dirty="0"/>
              <a:t>Nước tiểu bình thường </a:t>
            </a:r>
          </a:p>
          <a:p>
            <a:r>
              <a:rPr lang="vi-VN" dirty="0"/>
              <a:t>Nội soi TMH viêm tai giữa cấp ứ mủ </a:t>
            </a:r>
            <a:r>
              <a:rPr lang="vi-VN" dirty="0" smtClean="0"/>
              <a:t>bên P</a:t>
            </a:r>
            <a:endParaRPr lang="vi-VN" dirty="0"/>
          </a:p>
          <a:p>
            <a:r>
              <a:rPr lang="vi-VN" dirty="0"/>
              <a:t>Xq tim phổi bình thường </a:t>
            </a:r>
          </a:p>
          <a:p>
            <a:endParaRPr lang="vi-VN" dirty="0" smtClean="0"/>
          </a:p>
          <a:p>
            <a:r>
              <a:rPr lang="vi-VN" dirty="0" smtClean="0">
                <a:solidFill>
                  <a:srgbClr val="FF0000"/>
                </a:solidFill>
              </a:rPr>
              <a:t>Chọc DNT:</a:t>
            </a:r>
          </a:p>
          <a:p>
            <a:r>
              <a:rPr lang="vi-VN" dirty="0"/>
              <a:t>DNT đục , áp lực tăng </a:t>
            </a:r>
          </a:p>
          <a:p>
            <a:r>
              <a:rPr lang="vi-VN" dirty="0"/>
              <a:t>BC 450 	N 90%</a:t>
            </a:r>
          </a:p>
          <a:p>
            <a:r>
              <a:rPr lang="vi-VN" dirty="0"/>
              <a:t>Protein 0,75 g/l</a:t>
            </a:r>
          </a:p>
          <a:p>
            <a:r>
              <a:rPr lang="vi-VN" dirty="0"/>
              <a:t>Glucose 1,5 mmol/l</a:t>
            </a:r>
          </a:p>
          <a:p>
            <a:r>
              <a:rPr lang="vi-VN" dirty="0"/>
              <a:t>Nhuộm soi cầu khuẩn gr </a:t>
            </a:r>
            <a:r>
              <a:rPr lang="vi-VN" dirty="0" smtClean="0"/>
              <a:t>(+)</a:t>
            </a:r>
            <a:endParaRPr lang="vi-VN" dirty="0"/>
          </a:p>
          <a:p>
            <a:endParaRPr lang="vi-VN" dirty="0" smtClean="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Tree>
    <p:extLst>
      <p:ext uri="{BB962C8B-B14F-4D97-AF65-F5344CB8AC3E}">
        <p14:creationId xmlns:p14="http://schemas.microsoft.com/office/powerpoint/2010/main" val="686824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346158" y="1142999"/>
            <a:ext cx="4114800" cy="2887579"/>
          </a:xfrm>
        </p:spPr>
        <p:txBody>
          <a:bodyPr/>
          <a:lstStyle/>
          <a:p>
            <a:r>
              <a:rPr lang="vi-VN" dirty="0">
                <a:solidFill>
                  <a:srgbClr val="FF0000"/>
                </a:solidFill>
              </a:rPr>
              <a:t>Chẩn đoán ? </a:t>
            </a:r>
          </a:p>
          <a:p>
            <a:r>
              <a:rPr lang="vi-VN" dirty="0">
                <a:solidFill>
                  <a:srgbClr val="FF0000"/>
                </a:solidFill>
              </a:rPr>
              <a:t>Hướng điều trị?</a:t>
            </a:r>
          </a:p>
          <a:p>
            <a:endParaRPr lang="en-US"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Tree>
    <p:extLst>
      <p:ext uri="{BB962C8B-B14F-4D97-AF65-F5344CB8AC3E}">
        <p14:creationId xmlns:p14="http://schemas.microsoft.com/office/powerpoint/2010/main" val="4189032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525829778"/>
      </p:ext>
    </p:extLst>
  </p:cSld>
  <p:clrMapOvr>
    <a:masterClrMapping/>
  </p:clrMapOvr>
  <mc:AlternateContent xmlns:mc="http://schemas.openxmlformats.org/markup-compatibility/2006" xmlns:p14="http://schemas.microsoft.com/office/powerpoint/2010/main">
    <mc:Choice Requires="p14">
      <p:transition spd="slow" p14:dur="5000">
        <p14:vortex dir="r"/>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Wolsey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377</TotalTime>
  <Words>1771</Words>
  <Application>Microsoft Office PowerPoint</Application>
  <PresentationFormat>On-screen Show (16:9)</PresentationFormat>
  <Paragraphs>239</Paragraphs>
  <Slides>40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Roboto Condensed</vt:lpstr>
      <vt:lpstr>Calibri</vt:lpstr>
      <vt:lpstr>Times New Roman</vt:lpstr>
      <vt:lpstr>Oswald</vt:lpstr>
      <vt:lpstr>Arial</vt:lpstr>
      <vt:lpstr>Wolsey template</vt:lpstr>
      <vt:lpstr>VIÊM MÀNG NÃO MỦ  Trình bày: Nhóm Sơ Sinh  Ngày: 04/03/2020</vt:lpstr>
      <vt:lpstr>Định nghĩa</vt:lpstr>
      <vt:lpstr>Sự lưu thông dịch não tủy</vt:lpstr>
      <vt:lpstr>HELLO!</vt:lpstr>
      <vt:lpstr>1.Dịch tễ </vt:lpstr>
      <vt:lpstr>PowerPoint Presentation</vt:lpstr>
      <vt:lpstr>PowerPoint Presentation</vt:lpstr>
      <vt:lpstr>Nguyên nhân gây bệnh</vt:lpstr>
      <vt:lpstr> </vt:lpstr>
      <vt:lpstr>Não mô cầu </vt:lpstr>
      <vt:lpstr> Haemophilus influenzae loại b </vt:lpstr>
      <vt:lpstr>Viêm màng não mủ do E.Coli </vt:lpstr>
      <vt:lpstr>Viêm màng não mủ do Listeria monocytogenes:</vt:lpstr>
      <vt:lpstr>Tần suất vi khuẩn phân lập từ CSF của trẻ em bị VMNM tỉnh Vân Nam- Trung Quốc 2012- 2015</vt:lpstr>
      <vt:lpstr>Các yêu tố thuận lợi</vt:lpstr>
      <vt:lpstr>PowerPoint Presentation</vt:lpstr>
      <vt:lpstr>PowerPoint Presentation</vt:lpstr>
      <vt:lpstr>Hội chứng nhiễm trùng:</vt:lpstr>
      <vt:lpstr>PowerPoint Presentation</vt:lpstr>
      <vt:lpstr>PowerPoint Presentation</vt:lpstr>
      <vt:lpstr>CẬn Lâm SÀng:</vt:lpstr>
      <vt:lpstr>PowerPoint Presentation</vt:lpstr>
      <vt:lpstr>CHẨN ĐOÁN XÁC ĐỊNH:</vt:lpstr>
      <vt:lpstr>Chẩn đoán phân biệt:</vt:lpstr>
      <vt:lpstr>ĐIỀU TRỊ:</vt:lpstr>
      <vt:lpstr>PowerPoint Presentation</vt:lpstr>
      <vt:lpstr>Khi đã xác định căn nguyên vi khuẩn:</vt:lpstr>
      <vt:lpstr>Điều trị phối hợp:</vt:lpstr>
      <vt:lpstr>PowerPoint Presentation</vt:lpstr>
      <vt:lpstr>Tại các tuyến Y tế:</vt:lpstr>
      <vt:lpstr>PowerPoint Presentation</vt:lpstr>
      <vt:lpstr>PowerPoint Presentation</vt:lpstr>
      <vt:lpstr>PowerPoint Presentation</vt:lpstr>
      <vt:lpstr>PowerPoint Presentation</vt:lpstr>
      <vt:lpstr>Phòng bệnh:</vt:lpstr>
      <vt:lpstr>Case lâm sàng</vt:lpstr>
      <vt:lpstr>PowerPoint Presentation</vt:lpstr>
      <vt:lpstr>Cận Lâm Sàng: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VIÊM MÀNG NÃO MỦ SƠ SINH  Trình bày: Nhóm Sơ Sinh  Ngày: 24/02/2020</dc:title>
  <dc:creator>Administrator</dc:creator>
  <cp:lastModifiedBy>Admin</cp:lastModifiedBy>
  <cp:revision>42</cp:revision>
  <dcterms:modified xsi:type="dcterms:W3CDTF">2020-03-11T03:28:26Z</dcterms:modified>
</cp:coreProperties>
</file>