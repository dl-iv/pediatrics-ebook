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59" r:id="rId5"/>
    <p:sldId id="260" r:id="rId6"/>
    <p:sldId id="261" r:id="rId7"/>
    <p:sldId id="265" r:id="rId8"/>
    <p:sldId id="262"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288" r:id="rId49"/>
    <p:sldId id="289" r:id="rId50"/>
    <p:sldId id="290" r:id="rId51"/>
    <p:sldId id="291" r:id="rId52"/>
    <p:sldId id="292" r:id="rId53"/>
    <p:sldId id="293" r:id="rId54"/>
    <p:sldId id="294" r:id="rId55"/>
    <p:sldId id="310"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111FEC-110B-4F80-8490-C685A27BB801}"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C9DEEB23-E2F2-400D-A195-75185A299912}">
      <dgm:prSet phldrT="[Text]"/>
      <dgm:spPr/>
      <dgm:t>
        <a:bodyPr/>
        <a:lstStyle/>
        <a:p>
          <a:endParaRPr lang="en-US" dirty="0"/>
        </a:p>
      </dgm:t>
    </dgm:pt>
    <dgm:pt modelId="{C6DDA283-8E0F-4D7C-8B5E-351BC7817F79}" type="parTrans" cxnId="{DDE2BF09-A905-4FBA-8083-E30A72FBD4DE}">
      <dgm:prSet/>
      <dgm:spPr/>
      <dgm:t>
        <a:bodyPr/>
        <a:lstStyle/>
        <a:p>
          <a:endParaRPr lang="en-US"/>
        </a:p>
      </dgm:t>
    </dgm:pt>
    <dgm:pt modelId="{E96A994F-0748-4495-AC07-2687349F8129}" type="sibTrans" cxnId="{DDE2BF09-A905-4FBA-8083-E30A72FBD4DE}">
      <dgm:prSet/>
      <dgm:spPr/>
      <dgm:t>
        <a:bodyPr/>
        <a:lstStyle/>
        <a:p>
          <a:endParaRPr lang="en-US"/>
        </a:p>
      </dgm:t>
    </dgm:pt>
    <dgm:pt modelId="{C9735CBC-FFB6-4819-A77C-9911232C2FF1}">
      <dgm:prSet phldrT="[Text]" phldr="1"/>
      <dgm:spPr/>
      <dgm:t>
        <a:bodyPr/>
        <a:lstStyle/>
        <a:p>
          <a:endParaRPr lang="en-US" dirty="0"/>
        </a:p>
      </dgm:t>
    </dgm:pt>
    <dgm:pt modelId="{3D245DF3-65DB-4628-897F-9DD9984991C0}" type="parTrans" cxnId="{DDF50D9A-6525-453E-83AD-764D1776A919}">
      <dgm:prSet/>
      <dgm:spPr/>
      <dgm:t>
        <a:bodyPr/>
        <a:lstStyle/>
        <a:p>
          <a:endParaRPr lang="en-US"/>
        </a:p>
      </dgm:t>
    </dgm:pt>
    <dgm:pt modelId="{8CFA813B-12EF-4208-8808-84F8E8BFBE07}" type="sibTrans" cxnId="{DDF50D9A-6525-453E-83AD-764D1776A919}">
      <dgm:prSet/>
      <dgm:spPr/>
      <dgm:t>
        <a:bodyPr/>
        <a:lstStyle/>
        <a:p>
          <a:endParaRPr lang="en-US"/>
        </a:p>
      </dgm:t>
    </dgm:pt>
    <dgm:pt modelId="{63EE9E5A-0AA3-476F-9A8F-B8F72C145CC8}">
      <dgm:prSet phldrT="[Text]" custT="1"/>
      <dgm:spPr/>
      <dgm:t>
        <a:bodyPr/>
        <a:lstStyle/>
        <a:p>
          <a:r>
            <a:rPr lang="en-US" sz="4000" dirty="0" smtClean="0">
              <a:latin typeface="Arial" panose="020B0604020202020204" pitchFamily="34" charset="0"/>
              <a:cs typeface="Arial" panose="020B0604020202020204" pitchFamily="34" charset="0"/>
            </a:rPr>
            <a:t>Chức năng bài tiết</a:t>
          </a:r>
          <a:endParaRPr lang="en-US" sz="4000" dirty="0">
            <a:latin typeface="Arial" panose="020B0604020202020204" pitchFamily="34" charset="0"/>
            <a:cs typeface="Arial" panose="020B0604020202020204" pitchFamily="34" charset="0"/>
          </a:endParaRPr>
        </a:p>
      </dgm:t>
    </dgm:pt>
    <dgm:pt modelId="{06780F85-7C57-4A01-AA94-60D9516EE437}" type="parTrans" cxnId="{F9048FCC-A3B8-4274-B988-80200D2B51D9}">
      <dgm:prSet/>
      <dgm:spPr/>
      <dgm:t>
        <a:bodyPr/>
        <a:lstStyle/>
        <a:p>
          <a:endParaRPr lang="en-US"/>
        </a:p>
      </dgm:t>
    </dgm:pt>
    <dgm:pt modelId="{AF644944-F734-43C6-9547-FBB317D3D0A0}" type="sibTrans" cxnId="{F9048FCC-A3B8-4274-B988-80200D2B51D9}">
      <dgm:prSet/>
      <dgm:spPr/>
      <dgm:t>
        <a:bodyPr/>
        <a:lstStyle/>
        <a:p>
          <a:endParaRPr lang="en-US"/>
        </a:p>
      </dgm:t>
    </dgm:pt>
    <dgm:pt modelId="{B92BF041-F291-4C37-AF2A-071ACD4C2F1E}">
      <dgm:prSet phldrT="[Text]"/>
      <dgm:spPr/>
      <dgm:t>
        <a:bodyPr/>
        <a:lstStyle/>
        <a:p>
          <a:endParaRPr lang="en-US" dirty="0" smtClean="0"/>
        </a:p>
      </dgm:t>
    </dgm:pt>
    <dgm:pt modelId="{4BA5C4D4-9DED-4803-BF70-1B4F04883156}" type="parTrans" cxnId="{282D29A1-A6BB-4273-8E8C-37945639A8F8}">
      <dgm:prSet/>
      <dgm:spPr/>
      <dgm:t>
        <a:bodyPr/>
        <a:lstStyle/>
        <a:p>
          <a:endParaRPr lang="en-US"/>
        </a:p>
      </dgm:t>
    </dgm:pt>
    <dgm:pt modelId="{F95136FC-21CE-43E6-92FA-3E017292E3C1}" type="sibTrans" cxnId="{282D29A1-A6BB-4273-8E8C-37945639A8F8}">
      <dgm:prSet/>
      <dgm:spPr/>
      <dgm:t>
        <a:bodyPr/>
        <a:lstStyle/>
        <a:p>
          <a:endParaRPr lang="en-US"/>
        </a:p>
      </dgm:t>
    </dgm:pt>
    <dgm:pt modelId="{37E63B08-F3CE-4511-81F6-5F3470005155}">
      <dgm:prSet phldrT="[Text]" custT="1"/>
      <dgm:spPr/>
      <dgm:t>
        <a:bodyPr/>
        <a:lstStyle/>
        <a:p>
          <a:r>
            <a:rPr lang="en-US" sz="4000" dirty="0" smtClean="0">
              <a:latin typeface="Arial" panose="020B0604020202020204" pitchFamily="34" charset="0"/>
              <a:cs typeface="Arial" panose="020B0604020202020204" pitchFamily="34" charset="0"/>
            </a:rPr>
            <a:t>Chức năng tiêu hóa</a:t>
          </a:r>
          <a:endParaRPr lang="en-US" sz="4000" dirty="0">
            <a:latin typeface="Arial" panose="020B0604020202020204" pitchFamily="34" charset="0"/>
            <a:cs typeface="Arial" panose="020B0604020202020204" pitchFamily="34" charset="0"/>
          </a:endParaRPr>
        </a:p>
      </dgm:t>
    </dgm:pt>
    <dgm:pt modelId="{2738E4E5-3DCF-4A6C-8751-3E1A493212F5}" type="parTrans" cxnId="{255CED19-A99F-411F-858C-2A925E9D6A43}">
      <dgm:prSet/>
      <dgm:spPr/>
      <dgm:t>
        <a:bodyPr/>
        <a:lstStyle/>
        <a:p>
          <a:endParaRPr lang="en-US"/>
        </a:p>
      </dgm:t>
    </dgm:pt>
    <dgm:pt modelId="{D9170C77-9B65-45DE-8973-8BF9050B3100}" type="sibTrans" cxnId="{255CED19-A99F-411F-858C-2A925E9D6A43}">
      <dgm:prSet/>
      <dgm:spPr/>
      <dgm:t>
        <a:bodyPr/>
        <a:lstStyle/>
        <a:p>
          <a:endParaRPr lang="en-US"/>
        </a:p>
      </dgm:t>
    </dgm:pt>
    <dgm:pt modelId="{B50AC990-7D00-4557-8310-623377AD2418}">
      <dgm:prSet custT="1"/>
      <dgm:spPr/>
      <dgm:t>
        <a:bodyPr/>
        <a:lstStyle/>
        <a:p>
          <a:r>
            <a:rPr lang="en-US" sz="4000" dirty="0" smtClean="0">
              <a:latin typeface="Arial" panose="020B0604020202020204" pitchFamily="34" charset="0"/>
              <a:cs typeface="Arial" panose="020B0604020202020204" pitchFamily="34" charset="0"/>
            </a:rPr>
            <a:t>Chức năng vận động</a:t>
          </a:r>
          <a:endParaRPr lang="en-US" sz="6200" dirty="0"/>
        </a:p>
      </dgm:t>
    </dgm:pt>
    <dgm:pt modelId="{2B3033A8-6A35-41D9-A4F9-47124435B3B1}" type="parTrans" cxnId="{17817EE6-0F1D-446C-A252-08AFEB57F856}">
      <dgm:prSet/>
      <dgm:spPr/>
      <dgm:t>
        <a:bodyPr/>
        <a:lstStyle/>
        <a:p>
          <a:endParaRPr lang="en-US"/>
        </a:p>
      </dgm:t>
    </dgm:pt>
    <dgm:pt modelId="{39C3D1B0-A82C-4989-9F2E-154FF6F2F2FE}" type="sibTrans" cxnId="{17817EE6-0F1D-446C-A252-08AFEB57F856}">
      <dgm:prSet/>
      <dgm:spPr/>
      <dgm:t>
        <a:bodyPr/>
        <a:lstStyle/>
        <a:p>
          <a:endParaRPr lang="en-US"/>
        </a:p>
      </dgm:t>
    </dgm:pt>
    <dgm:pt modelId="{3D6E8345-B58E-492B-A3D6-60D74A414172}">
      <dgm:prSet phldrT="[Text]" custT="1"/>
      <dgm:spPr/>
      <dgm:t>
        <a:bodyPr/>
        <a:lstStyle/>
        <a:p>
          <a:endParaRPr lang="en-US" sz="4000" dirty="0">
            <a:latin typeface="Arial" panose="020B0604020202020204" pitchFamily="34" charset="0"/>
            <a:cs typeface="Arial" panose="020B0604020202020204" pitchFamily="34" charset="0"/>
          </a:endParaRPr>
        </a:p>
      </dgm:t>
    </dgm:pt>
    <dgm:pt modelId="{B28DC8AC-D8D2-439C-9B5F-1A9F29DB4386}" type="parTrans" cxnId="{020FABF8-847D-41D7-8A35-02BAE3A06F7B}">
      <dgm:prSet/>
      <dgm:spPr/>
      <dgm:t>
        <a:bodyPr/>
        <a:lstStyle/>
        <a:p>
          <a:endParaRPr lang="en-US"/>
        </a:p>
      </dgm:t>
    </dgm:pt>
    <dgm:pt modelId="{62A091C6-3752-4B93-BBB8-5E172184686E}" type="sibTrans" cxnId="{020FABF8-847D-41D7-8A35-02BAE3A06F7B}">
      <dgm:prSet/>
      <dgm:spPr/>
      <dgm:t>
        <a:bodyPr/>
        <a:lstStyle/>
        <a:p>
          <a:endParaRPr lang="en-US"/>
        </a:p>
      </dgm:t>
    </dgm:pt>
    <dgm:pt modelId="{E09930E0-DB99-403F-9EA0-B21C4C6C0CBA}">
      <dgm:prSet phldrT="[Text]" custT="1"/>
      <dgm:spPr/>
      <dgm:t>
        <a:bodyPr/>
        <a:lstStyle/>
        <a:p>
          <a:endParaRPr lang="en-US" sz="4000" dirty="0">
            <a:latin typeface="Arial" panose="020B0604020202020204" pitchFamily="34" charset="0"/>
            <a:cs typeface="Arial" panose="020B0604020202020204" pitchFamily="34" charset="0"/>
          </a:endParaRPr>
        </a:p>
      </dgm:t>
    </dgm:pt>
    <dgm:pt modelId="{74F4DD6C-3DBA-4E0D-9D17-0791D5BED49D}" type="parTrans" cxnId="{8BF914C6-8A04-4B19-8159-0A5E84291A53}">
      <dgm:prSet/>
      <dgm:spPr/>
      <dgm:t>
        <a:bodyPr/>
        <a:lstStyle/>
        <a:p>
          <a:endParaRPr lang="en-US"/>
        </a:p>
      </dgm:t>
    </dgm:pt>
    <dgm:pt modelId="{1CA3D1A0-269B-436A-99A4-6C436EF49659}" type="sibTrans" cxnId="{8BF914C6-8A04-4B19-8159-0A5E84291A53}">
      <dgm:prSet/>
      <dgm:spPr/>
      <dgm:t>
        <a:bodyPr/>
        <a:lstStyle/>
        <a:p>
          <a:endParaRPr lang="en-US"/>
        </a:p>
      </dgm:t>
    </dgm:pt>
    <dgm:pt modelId="{66E58CD2-D5A4-4505-8D41-AAF6AAAD657D}">
      <dgm:prSet/>
      <dgm:spPr/>
      <dgm:t>
        <a:bodyPr/>
        <a:lstStyle/>
        <a:p>
          <a:r>
            <a:rPr lang="en-US" dirty="0" smtClean="0">
              <a:latin typeface="Arial" panose="020B0604020202020204" pitchFamily="34" charset="0"/>
              <a:cs typeface="Arial" panose="020B0604020202020204" pitchFamily="34" charset="0"/>
            </a:rPr>
            <a:t>Chức năng hấp thu</a:t>
          </a:r>
          <a:endParaRPr lang="en-US" dirty="0">
            <a:latin typeface="Arial" panose="020B0604020202020204" pitchFamily="34" charset="0"/>
            <a:cs typeface="Arial" panose="020B0604020202020204" pitchFamily="34" charset="0"/>
          </a:endParaRPr>
        </a:p>
      </dgm:t>
    </dgm:pt>
    <dgm:pt modelId="{94EF3817-E208-41AE-B717-2015500CA632}" type="parTrans" cxnId="{ABDB9621-EE34-4D25-9A2F-C097758A7D30}">
      <dgm:prSet/>
      <dgm:spPr/>
      <dgm:t>
        <a:bodyPr/>
        <a:lstStyle/>
        <a:p>
          <a:endParaRPr lang="en-US"/>
        </a:p>
      </dgm:t>
    </dgm:pt>
    <dgm:pt modelId="{CA46F522-240B-4BD5-B028-6144E7DF563D}" type="sibTrans" cxnId="{ABDB9621-EE34-4D25-9A2F-C097758A7D30}">
      <dgm:prSet/>
      <dgm:spPr/>
      <dgm:t>
        <a:bodyPr/>
        <a:lstStyle/>
        <a:p>
          <a:endParaRPr lang="en-US"/>
        </a:p>
      </dgm:t>
    </dgm:pt>
    <dgm:pt modelId="{F28BD900-42E1-495D-89F1-5B60D43593C7}">
      <dgm:prSet/>
      <dgm:spPr/>
      <dgm:t>
        <a:bodyPr/>
        <a:lstStyle/>
        <a:p>
          <a:r>
            <a:rPr lang="en-US" dirty="0" smtClean="0">
              <a:latin typeface="Arial" panose="020B0604020202020204" pitchFamily="34" charset="0"/>
              <a:cs typeface="Arial" panose="020B0604020202020204" pitchFamily="34" charset="0"/>
            </a:rPr>
            <a:t>Chức năng nội tiết</a:t>
          </a:r>
          <a:endParaRPr lang="en-US" dirty="0">
            <a:latin typeface="Arial" panose="020B0604020202020204" pitchFamily="34" charset="0"/>
            <a:cs typeface="Arial" panose="020B0604020202020204" pitchFamily="34" charset="0"/>
          </a:endParaRPr>
        </a:p>
      </dgm:t>
    </dgm:pt>
    <dgm:pt modelId="{EED01DB4-D979-4DBA-B2E1-4632FB865946}" type="parTrans" cxnId="{7C48D0B6-3825-4485-B11F-07EEA71C7FE3}">
      <dgm:prSet/>
      <dgm:spPr/>
      <dgm:t>
        <a:bodyPr/>
        <a:lstStyle/>
        <a:p>
          <a:endParaRPr lang="en-US"/>
        </a:p>
      </dgm:t>
    </dgm:pt>
    <dgm:pt modelId="{6ACA9A0E-616C-4F9F-82BF-2707EDB64595}" type="sibTrans" cxnId="{7C48D0B6-3825-4485-B11F-07EEA71C7FE3}">
      <dgm:prSet/>
      <dgm:spPr/>
      <dgm:t>
        <a:bodyPr/>
        <a:lstStyle/>
        <a:p>
          <a:endParaRPr lang="en-US"/>
        </a:p>
      </dgm:t>
    </dgm:pt>
    <dgm:pt modelId="{C34D4D72-C74E-4373-8BD3-D74E52C40030}" type="pres">
      <dgm:prSet presAssocID="{89111FEC-110B-4F80-8490-C685A27BB801}" presName="linearFlow" presStyleCnt="0">
        <dgm:presLayoutVars>
          <dgm:dir/>
          <dgm:animLvl val="lvl"/>
          <dgm:resizeHandles val="exact"/>
        </dgm:presLayoutVars>
      </dgm:prSet>
      <dgm:spPr/>
      <dgm:t>
        <a:bodyPr/>
        <a:lstStyle/>
        <a:p>
          <a:endParaRPr lang="en-US"/>
        </a:p>
      </dgm:t>
    </dgm:pt>
    <dgm:pt modelId="{E7E459BF-E716-4E4E-AB5C-67DBD65934CF}" type="pres">
      <dgm:prSet presAssocID="{C9DEEB23-E2F2-400D-A195-75185A299912}" presName="composite" presStyleCnt="0"/>
      <dgm:spPr/>
    </dgm:pt>
    <dgm:pt modelId="{E43CD9A7-5694-4277-8BB5-E7112FECFD8A}" type="pres">
      <dgm:prSet presAssocID="{C9DEEB23-E2F2-400D-A195-75185A299912}" presName="parentText" presStyleLbl="alignNode1" presStyleIdx="0" presStyleCnt="5">
        <dgm:presLayoutVars>
          <dgm:chMax val="1"/>
          <dgm:bulletEnabled val="1"/>
        </dgm:presLayoutVars>
      </dgm:prSet>
      <dgm:spPr/>
      <dgm:t>
        <a:bodyPr/>
        <a:lstStyle/>
        <a:p>
          <a:endParaRPr lang="en-US"/>
        </a:p>
      </dgm:t>
    </dgm:pt>
    <dgm:pt modelId="{CDA85E94-2BA6-47F2-ABD2-4DE23FE7AC07}" type="pres">
      <dgm:prSet presAssocID="{C9DEEB23-E2F2-400D-A195-75185A299912}" presName="descendantText" presStyleLbl="alignAcc1" presStyleIdx="0" presStyleCnt="5">
        <dgm:presLayoutVars>
          <dgm:bulletEnabled val="1"/>
        </dgm:presLayoutVars>
      </dgm:prSet>
      <dgm:spPr/>
      <dgm:t>
        <a:bodyPr/>
        <a:lstStyle/>
        <a:p>
          <a:endParaRPr lang="en-US"/>
        </a:p>
      </dgm:t>
    </dgm:pt>
    <dgm:pt modelId="{15CF91D1-FB26-4644-A97C-4CEF22FF92B1}" type="pres">
      <dgm:prSet presAssocID="{E96A994F-0748-4495-AC07-2687349F8129}" presName="sp" presStyleCnt="0"/>
      <dgm:spPr/>
    </dgm:pt>
    <dgm:pt modelId="{52ED78B0-438E-4AF5-8FB0-B8E0B400F5A4}" type="pres">
      <dgm:prSet presAssocID="{C9735CBC-FFB6-4819-A77C-9911232C2FF1}" presName="composite" presStyleCnt="0"/>
      <dgm:spPr/>
    </dgm:pt>
    <dgm:pt modelId="{D0AA27D9-C630-460C-9157-8CA98B2E5F26}" type="pres">
      <dgm:prSet presAssocID="{C9735CBC-FFB6-4819-A77C-9911232C2FF1}" presName="parentText" presStyleLbl="alignNode1" presStyleIdx="1" presStyleCnt="5">
        <dgm:presLayoutVars>
          <dgm:chMax val="1"/>
          <dgm:bulletEnabled val="1"/>
        </dgm:presLayoutVars>
      </dgm:prSet>
      <dgm:spPr/>
      <dgm:t>
        <a:bodyPr/>
        <a:lstStyle/>
        <a:p>
          <a:endParaRPr lang="en-US"/>
        </a:p>
      </dgm:t>
    </dgm:pt>
    <dgm:pt modelId="{02097A87-EE7E-4227-8308-FD773A8C5011}" type="pres">
      <dgm:prSet presAssocID="{C9735CBC-FFB6-4819-A77C-9911232C2FF1}" presName="descendantText" presStyleLbl="alignAcc1" presStyleIdx="1" presStyleCnt="5">
        <dgm:presLayoutVars>
          <dgm:bulletEnabled val="1"/>
        </dgm:presLayoutVars>
      </dgm:prSet>
      <dgm:spPr/>
      <dgm:t>
        <a:bodyPr/>
        <a:lstStyle/>
        <a:p>
          <a:endParaRPr lang="en-US"/>
        </a:p>
      </dgm:t>
    </dgm:pt>
    <dgm:pt modelId="{D848ABB3-8AC3-4D0E-AF49-D453CFC32C33}" type="pres">
      <dgm:prSet presAssocID="{8CFA813B-12EF-4208-8808-84F8E8BFBE07}" presName="sp" presStyleCnt="0"/>
      <dgm:spPr/>
    </dgm:pt>
    <dgm:pt modelId="{19C97F2C-D604-4288-AF89-2C181CC7E95D}" type="pres">
      <dgm:prSet presAssocID="{B92BF041-F291-4C37-AF2A-071ACD4C2F1E}" presName="composite" presStyleCnt="0"/>
      <dgm:spPr/>
    </dgm:pt>
    <dgm:pt modelId="{955B25FC-C937-4AFB-9FE2-7856250D5392}" type="pres">
      <dgm:prSet presAssocID="{B92BF041-F291-4C37-AF2A-071ACD4C2F1E}" presName="parentText" presStyleLbl="alignNode1" presStyleIdx="2" presStyleCnt="5">
        <dgm:presLayoutVars>
          <dgm:chMax val="1"/>
          <dgm:bulletEnabled val="1"/>
        </dgm:presLayoutVars>
      </dgm:prSet>
      <dgm:spPr/>
      <dgm:t>
        <a:bodyPr/>
        <a:lstStyle/>
        <a:p>
          <a:endParaRPr lang="en-US"/>
        </a:p>
      </dgm:t>
    </dgm:pt>
    <dgm:pt modelId="{CDBFE5E2-2152-407A-B022-CC0B8A43978F}" type="pres">
      <dgm:prSet presAssocID="{B92BF041-F291-4C37-AF2A-071ACD4C2F1E}" presName="descendantText" presStyleLbl="alignAcc1" presStyleIdx="2" presStyleCnt="5">
        <dgm:presLayoutVars>
          <dgm:bulletEnabled val="1"/>
        </dgm:presLayoutVars>
      </dgm:prSet>
      <dgm:spPr/>
      <dgm:t>
        <a:bodyPr/>
        <a:lstStyle/>
        <a:p>
          <a:endParaRPr lang="en-US"/>
        </a:p>
      </dgm:t>
    </dgm:pt>
    <dgm:pt modelId="{9389CCE9-A503-496D-B3F1-4E43E2B177D1}" type="pres">
      <dgm:prSet presAssocID="{F95136FC-21CE-43E6-92FA-3E017292E3C1}" presName="sp" presStyleCnt="0"/>
      <dgm:spPr/>
    </dgm:pt>
    <dgm:pt modelId="{E1438F33-CBBB-40BB-94EE-D248C777A19B}" type="pres">
      <dgm:prSet presAssocID="{E09930E0-DB99-403F-9EA0-B21C4C6C0CBA}" presName="composite" presStyleCnt="0"/>
      <dgm:spPr/>
    </dgm:pt>
    <dgm:pt modelId="{34A39FA4-035C-41AC-8A66-98F2ED9CCA13}" type="pres">
      <dgm:prSet presAssocID="{E09930E0-DB99-403F-9EA0-B21C4C6C0CBA}" presName="parentText" presStyleLbl="alignNode1" presStyleIdx="3" presStyleCnt="5">
        <dgm:presLayoutVars>
          <dgm:chMax val="1"/>
          <dgm:bulletEnabled val="1"/>
        </dgm:presLayoutVars>
      </dgm:prSet>
      <dgm:spPr/>
      <dgm:t>
        <a:bodyPr/>
        <a:lstStyle/>
        <a:p>
          <a:endParaRPr lang="en-US"/>
        </a:p>
      </dgm:t>
    </dgm:pt>
    <dgm:pt modelId="{1485740C-A532-428A-8BAE-0C7283F49DC7}" type="pres">
      <dgm:prSet presAssocID="{E09930E0-DB99-403F-9EA0-B21C4C6C0CBA}" presName="descendantText" presStyleLbl="alignAcc1" presStyleIdx="3" presStyleCnt="5">
        <dgm:presLayoutVars>
          <dgm:bulletEnabled val="1"/>
        </dgm:presLayoutVars>
      </dgm:prSet>
      <dgm:spPr/>
      <dgm:t>
        <a:bodyPr/>
        <a:lstStyle/>
        <a:p>
          <a:endParaRPr lang="en-US"/>
        </a:p>
      </dgm:t>
    </dgm:pt>
    <dgm:pt modelId="{DF25E763-2AD7-4C56-99DC-A919C97EF5D7}" type="pres">
      <dgm:prSet presAssocID="{1CA3D1A0-269B-436A-99A4-6C436EF49659}" presName="sp" presStyleCnt="0"/>
      <dgm:spPr/>
    </dgm:pt>
    <dgm:pt modelId="{E578FD3C-7D3D-40C7-9230-2B7275C522EB}" type="pres">
      <dgm:prSet presAssocID="{3D6E8345-B58E-492B-A3D6-60D74A414172}" presName="composite" presStyleCnt="0"/>
      <dgm:spPr/>
    </dgm:pt>
    <dgm:pt modelId="{A92E36CD-1316-4DAF-86D5-DC25E53ED287}" type="pres">
      <dgm:prSet presAssocID="{3D6E8345-B58E-492B-A3D6-60D74A414172}" presName="parentText" presStyleLbl="alignNode1" presStyleIdx="4" presStyleCnt="5">
        <dgm:presLayoutVars>
          <dgm:chMax val="1"/>
          <dgm:bulletEnabled val="1"/>
        </dgm:presLayoutVars>
      </dgm:prSet>
      <dgm:spPr/>
      <dgm:t>
        <a:bodyPr/>
        <a:lstStyle/>
        <a:p>
          <a:endParaRPr lang="en-US"/>
        </a:p>
      </dgm:t>
    </dgm:pt>
    <dgm:pt modelId="{4DA4E424-DB3C-43F5-ADBD-F19003C24C7D}" type="pres">
      <dgm:prSet presAssocID="{3D6E8345-B58E-492B-A3D6-60D74A414172}" presName="descendantText" presStyleLbl="alignAcc1" presStyleIdx="4" presStyleCnt="5">
        <dgm:presLayoutVars>
          <dgm:bulletEnabled val="1"/>
        </dgm:presLayoutVars>
      </dgm:prSet>
      <dgm:spPr/>
      <dgm:t>
        <a:bodyPr/>
        <a:lstStyle/>
        <a:p>
          <a:endParaRPr lang="en-US"/>
        </a:p>
      </dgm:t>
    </dgm:pt>
  </dgm:ptLst>
  <dgm:cxnLst>
    <dgm:cxn modelId="{255CED19-A99F-411F-858C-2A925E9D6A43}" srcId="{B92BF041-F291-4C37-AF2A-071ACD4C2F1E}" destId="{37E63B08-F3CE-4511-81F6-5F3470005155}" srcOrd="0" destOrd="0" parTransId="{2738E4E5-3DCF-4A6C-8751-3E1A493212F5}" sibTransId="{D9170C77-9B65-45DE-8973-8BF9050B3100}"/>
    <dgm:cxn modelId="{F9048FCC-A3B8-4274-B988-80200D2B51D9}" srcId="{C9735CBC-FFB6-4819-A77C-9911232C2FF1}" destId="{63EE9E5A-0AA3-476F-9A8F-B8F72C145CC8}" srcOrd="0" destOrd="0" parTransId="{06780F85-7C57-4A01-AA94-60D9516EE437}" sibTransId="{AF644944-F734-43C6-9547-FBB317D3D0A0}"/>
    <dgm:cxn modelId="{31641D62-5C74-4786-B3BC-7A2E1FA3A98A}" type="presOf" srcId="{B50AC990-7D00-4557-8310-623377AD2418}" destId="{CDA85E94-2BA6-47F2-ABD2-4DE23FE7AC07}" srcOrd="0" destOrd="0" presId="urn:microsoft.com/office/officeart/2005/8/layout/chevron2"/>
    <dgm:cxn modelId="{91494730-AD37-4257-9154-7F8EFB20A019}" type="presOf" srcId="{66E58CD2-D5A4-4505-8D41-AAF6AAAD657D}" destId="{1485740C-A532-428A-8BAE-0C7283F49DC7}" srcOrd="0" destOrd="0" presId="urn:microsoft.com/office/officeart/2005/8/layout/chevron2"/>
    <dgm:cxn modelId="{ABDB9621-EE34-4D25-9A2F-C097758A7D30}" srcId="{E09930E0-DB99-403F-9EA0-B21C4C6C0CBA}" destId="{66E58CD2-D5A4-4505-8D41-AAF6AAAD657D}" srcOrd="0" destOrd="0" parTransId="{94EF3817-E208-41AE-B717-2015500CA632}" sibTransId="{CA46F522-240B-4BD5-B028-6144E7DF563D}"/>
    <dgm:cxn modelId="{3063CBD1-05C6-4D32-BF05-600AC1ED3640}" type="presOf" srcId="{E09930E0-DB99-403F-9EA0-B21C4C6C0CBA}" destId="{34A39FA4-035C-41AC-8A66-98F2ED9CCA13}" srcOrd="0" destOrd="0" presId="urn:microsoft.com/office/officeart/2005/8/layout/chevron2"/>
    <dgm:cxn modelId="{020FABF8-847D-41D7-8A35-02BAE3A06F7B}" srcId="{89111FEC-110B-4F80-8490-C685A27BB801}" destId="{3D6E8345-B58E-492B-A3D6-60D74A414172}" srcOrd="4" destOrd="0" parTransId="{B28DC8AC-D8D2-439C-9B5F-1A9F29DB4386}" sibTransId="{62A091C6-3752-4B93-BBB8-5E172184686E}"/>
    <dgm:cxn modelId="{3F715573-E8DF-4972-9540-80AD76FA7CE0}" type="presOf" srcId="{63EE9E5A-0AA3-476F-9A8F-B8F72C145CC8}" destId="{02097A87-EE7E-4227-8308-FD773A8C5011}" srcOrd="0" destOrd="0" presId="urn:microsoft.com/office/officeart/2005/8/layout/chevron2"/>
    <dgm:cxn modelId="{9165AEE7-DFD3-4DD7-A9EB-5954BB40B042}" type="presOf" srcId="{B92BF041-F291-4C37-AF2A-071ACD4C2F1E}" destId="{955B25FC-C937-4AFB-9FE2-7856250D5392}" srcOrd="0" destOrd="0" presId="urn:microsoft.com/office/officeart/2005/8/layout/chevron2"/>
    <dgm:cxn modelId="{F3C912FF-9AA0-4C82-8587-6D9C34609DA0}" type="presOf" srcId="{37E63B08-F3CE-4511-81F6-5F3470005155}" destId="{CDBFE5E2-2152-407A-B022-CC0B8A43978F}" srcOrd="0" destOrd="0" presId="urn:microsoft.com/office/officeart/2005/8/layout/chevron2"/>
    <dgm:cxn modelId="{20E44001-7EAC-4581-944B-14B94BB6A4E6}" type="presOf" srcId="{89111FEC-110B-4F80-8490-C685A27BB801}" destId="{C34D4D72-C74E-4373-8BD3-D74E52C40030}" srcOrd="0" destOrd="0" presId="urn:microsoft.com/office/officeart/2005/8/layout/chevron2"/>
    <dgm:cxn modelId="{282D29A1-A6BB-4273-8E8C-37945639A8F8}" srcId="{89111FEC-110B-4F80-8490-C685A27BB801}" destId="{B92BF041-F291-4C37-AF2A-071ACD4C2F1E}" srcOrd="2" destOrd="0" parTransId="{4BA5C4D4-9DED-4803-BF70-1B4F04883156}" sibTransId="{F95136FC-21CE-43E6-92FA-3E017292E3C1}"/>
    <dgm:cxn modelId="{17817EE6-0F1D-446C-A252-08AFEB57F856}" srcId="{C9DEEB23-E2F2-400D-A195-75185A299912}" destId="{B50AC990-7D00-4557-8310-623377AD2418}" srcOrd="0" destOrd="0" parTransId="{2B3033A8-6A35-41D9-A4F9-47124435B3B1}" sibTransId="{39C3D1B0-A82C-4989-9F2E-154FF6F2F2FE}"/>
    <dgm:cxn modelId="{EC261A2E-BFE3-4851-A937-FF10F2E7DBBC}" type="presOf" srcId="{3D6E8345-B58E-492B-A3D6-60D74A414172}" destId="{A92E36CD-1316-4DAF-86D5-DC25E53ED287}" srcOrd="0" destOrd="0" presId="urn:microsoft.com/office/officeart/2005/8/layout/chevron2"/>
    <dgm:cxn modelId="{18FDC291-E6B6-4A1D-A415-0DC58DCCEFF5}" type="presOf" srcId="{C9DEEB23-E2F2-400D-A195-75185A299912}" destId="{E43CD9A7-5694-4277-8BB5-E7112FECFD8A}" srcOrd="0" destOrd="0" presId="urn:microsoft.com/office/officeart/2005/8/layout/chevron2"/>
    <dgm:cxn modelId="{7CB115EE-095B-4AAB-8291-9176D627B40F}" type="presOf" srcId="{C9735CBC-FFB6-4819-A77C-9911232C2FF1}" destId="{D0AA27D9-C630-460C-9157-8CA98B2E5F26}" srcOrd="0" destOrd="0" presId="urn:microsoft.com/office/officeart/2005/8/layout/chevron2"/>
    <dgm:cxn modelId="{7C48D0B6-3825-4485-B11F-07EEA71C7FE3}" srcId="{3D6E8345-B58E-492B-A3D6-60D74A414172}" destId="{F28BD900-42E1-495D-89F1-5B60D43593C7}" srcOrd="0" destOrd="0" parTransId="{EED01DB4-D979-4DBA-B2E1-4632FB865946}" sibTransId="{6ACA9A0E-616C-4F9F-82BF-2707EDB64595}"/>
    <dgm:cxn modelId="{DDE2BF09-A905-4FBA-8083-E30A72FBD4DE}" srcId="{89111FEC-110B-4F80-8490-C685A27BB801}" destId="{C9DEEB23-E2F2-400D-A195-75185A299912}" srcOrd="0" destOrd="0" parTransId="{C6DDA283-8E0F-4D7C-8B5E-351BC7817F79}" sibTransId="{E96A994F-0748-4495-AC07-2687349F8129}"/>
    <dgm:cxn modelId="{0ECBCB43-5B0A-43AB-9E5F-26EF70C39F2D}" type="presOf" srcId="{F28BD900-42E1-495D-89F1-5B60D43593C7}" destId="{4DA4E424-DB3C-43F5-ADBD-F19003C24C7D}" srcOrd="0" destOrd="0" presId="urn:microsoft.com/office/officeart/2005/8/layout/chevron2"/>
    <dgm:cxn modelId="{DDF50D9A-6525-453E-83AD-764D1776A919}" srcId="{89111FEC-110B-4F80-8490-C685A27BB801}" destId="{C9735CBC-FFB6-4819-A77C-9911232C2FF1}" srcOrd="1" destOrd="0" parTransId="{3D245DF3-65DB-4628-897F-9DD9984991C0}" sibTransId="{8CFA813B-12EF-4208-8808-84F8E8BFBE07}"/>
    <dgm:cxn modelId="{8BF914C6-8A04-4B19-8159-0A5E84291A53}" srcId="{89111FEC-110B-4F80-8490-C685A27BB801}" destId="{E09930E0-DB99-403F-9EA0-B21C4C6C0CBA}" srcOrd="3" destOrd="0" parTransId="{74F4DD6C-3DBA-4E0D-9D17-0791D5BED49D}" sibTransId="{1CA3D1A0-269B-436A-99A4-6C436EF49659}"/>
    <dgm:cxn modelId="{31D00DFA-EB00-49E4-A616-F35531E7BF27}" type="presParOf" srcId="{C34D4D72-C74E-4373-8BD3-D74E52C40030}" destId="{E7E459BF-E716-4E4E-AB5C-67DBD65934CF}" srcOrd="0" destOrd="0" presId="urn:microsoft.com/office/officeart/2005/8/layout/chevron2"/>
    <dgm:cxn modelId="{FEF6D670-442B-4791-9FD2-89831768FA3B}" type="presParOf" srcId="{E7E459BF-E716-4E4E-AB5C-67DBD65934CF}" destId="{E43CD9A7-5694-4277-8BB5-E7112FECFD8A}" srcOrd="0" destOrd="0" presId="urn:microsoft.com/office/officeart/2005/8/layout/chevron2"/>
    <dgm:cxn modelId="{B570681E-1E4E-4320-85E6-F6997195646F}" type="presParOf" srcId="{E7E459BF-E716-4E4E-AB5C-67DBD65934CF}" destId="{CDA85E94-2BA6-47F2-ABD2-4DE23FE7AC07}" srcOrd="1" destOrd="0" presId="urn:microsoft.com/office/officeart/2005/8/layout/chevron2"/>
    <dgm:cxn modelId="{92E7A9C8-A201-4C5E-87D9-D7D2EF538127}" type="presParOf" srcId="{C34D4D72-C74E-4373-8BD3-D74E52C40030}" destId="{15CF91D1-FB26-4644-A97C-4CEF22FF92B1}" srcOrd="1" destOrd="0" presId="urn:microsoft.com/office/officeart/2005/8/layout/chevron2"/>
    <dgm:cxn modelId="{34261A44-257B-49C9-AE60-896B5FBC62FB}" type="presParOf" srcId="{C34D4D72-C74E-4373-8BD3-D74E52C40030}" destId="{52ED78B0-438E-4AF5-8FB0-B8E0B400F5A4}" srcOrd="2" destOrd="0" presId="urn:microsoft.com/office/officeart/2005/8/layout/chevron2"/>
    <dgm:cxn modelId="{8483F004-EBAE-4656-8F92-C4106066FB91}" type="presParOf" srcId="{52ED78B0-438E-4AF5-8FB0-B8E0B400F5A4}" destId="{D0AA27D9-C630-460C-9157-8CA98B2E5F26}" srcOrd="0" destOrd="0" presId="urn:microsoft.com/office/officeart/2005/8/layout/chevron2"/>
    <dgm:cxn modelId="{ADFF9828-8FD6-4A67-9CD1-B5EBB6EABA25}" type="presParOf" srcId="{52ED78B0-438E-4AF5-8FB0-B8E0B400F5A4}" destId="{02097A87-EE7E-4227-8308-FD773A8C5011}" srcOrd="1" destOrd="0" presId="urn:microsoft.com/office/officeart/2005/8/layout/chevron2"/>
    <dgm:cxn modelId="{04EF5944-295C-4ED5-98DB-373F7A636B57}" type="presParOf" srcId="{C34D4D72-C74E-4373-8BD3-D74E52C40030}" destId="{D848ABB3-8AC3-4D0E-AF49-D453CFC32C33}" srcOrd="3" destOrd="0" presId="urn:microsoft.com/office/officeart/2005/8/layout/chevron2"/>
    <dgm:cxn modelId="{02726D87-D8A5-422C-B7DD-C7F15AF17C06}" type="presParOf" srcId="{C34D4D72-C74E-4373-8BD3-D74E52C40030}" destId="{19C97F2C-D604-4288-AF89-2C181CC7E95D}" srcOrd="4" destOrd="0" presId="urn:microsoft.com/office/officeart/2005/8/layout/chevron2"/>
    <dgm:cxn modelId="{A390DCCE-A6EE-4382-A310-110D2895A5E4}" type="presParOf" srcId="{19C97F2C-D604-4288-AF89-2C181CC7E95D}" destId="{955B25FC-C937-4AFB-9FE2-7856250D5392}" srcOrd="0" destOrd="0" presId="urn:microsoft.com/office/officeart/2005/8/layout/chevron2"/>
    <dgm:cxn modelId="{D8899FCF-7FA4-46D4-9961-3E5C8A5680D7}" type="presParOf" srcId="{19C97F2C-D604-4288-AF89-2C181CC7E95D}" destId="{CDBFE5E2-2152-407A-B022-CC0B8A43978F}" srcOrd="1" destOrd="0" presId="urn:microsoft.com/office/officeart/2005/8/layout/chevron2"/>
    <dgm:cxn modelId="{973E7686-834E-4CB2-89A1-10876433B898}" type="presParOf" srcId="{C34D4D72-C74E-4373-8BD3-D74E52C40030}" destId="{9389CCE9-A503-496D-B3F1-4E43E2B177D1}" srcOrd="5" destOrd="0" presId="urn:microsoft.com/office/officeart/2005/8/layout/chevron2"/>
    <dgm:cxn modelId="{820C7BB6-3270-405C-A755-4CC518F3E50E}" type="presParOf" srcId="{C34D4D72-C74E-4373-8BD3-D74E52C40030}" destId="{E1438F33-CBBB-40BB-94EE-D248C777A19B}" srcOrd="6" destOrd="0" presId="urn:microsoft.com/office/officeart/2005/8/layout/chevron2"/>
    <dgm:cxn modelId="{FC40CF1E-4DF1-4920-98AB-E20D0D63C26C}" type="presParOf" srcId="{E1438F33-CBBB-40BB-94EE-D248C777A19B}" destId="{34A39FA4-035C-41AC-8A66-98F2ED9CCA13}" srcOrd="0" destOrd="0" presId="urn:microsoft.com/office/officeart/2005/8/layout/chevron2"/>
    <dgm:cxn modelId="{7D04342C-C541-46FD-B321-EC9F6B5DCA9E}" type="presParOf" srcId="{E1438F33-CBBB-40BB-94EE-D248C777A19B}" destId="{1485740C-A532-428A-8BAE-0C7283F49DC7}" srcOrd="1" destOrd="0" presId="urn:microsoft.com/office/officeart/2005/8/layout/chevron2"/>
    <dgm:cxn modelId="{DB7FFC37-1124-439D-A96F-C051C45D2FB9}" type="presParOf" srcId="{C34D4D72-C74E-4373-8BD3-D74E52C40030}" destId="{DF25E763-2AD7-4C56-99DC-A919C97EF5D7}" srcOrd="7" destOrd="0" presId="urn:microsoft.com/office/officeart/2005/8/layout/chevron2"/>
    <dgm:cxn modelId="{60C72589-6DDC-4EE5-B8AE-3D2611EC13DC}" type="presParOf" srcId="{C34D4D72-C74E-4373-8BD3-D74E52C40030}" destId="{E578FD3C-7D3D-40C7-9230-2B7275C522EB}" srcOrd="8" destOrd="0" presId="urn:microsoft.com/office/officeart/2005/8/layout/chevron2"/>
    <dgm:cxn modelId="{D8ED2070-A0BE-4349-8489-3B42B623F91C}" type="presParOf" srcId="{E578FD3C-7D3D-40C7-9230-2B7275C522EB}" destId="{A92E36CD-1316-4DAF-86D5-DC25E53ED287}" srcOrd="0" destOrd="0" presId="urn:microsoft.com/office/officeart/2005/8/layout/chevron2"/>
    <dgm:cxn modelId="{6B1F83A0-B4E7-46F1-96DD-79F60A2771D9}" type="presParOf" srcId="{E578FD3C-7D3D-40C7-9230-2B7275C522EB}" destId="{4DA4E424-DB3C-43F5-ADBD-F19003C24C7D}"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30B65C-E6C5-4EF0-9948-254AF5DDF71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DB89E5D-D49A-4CA6-87AB-151E677394D8}">
      <dgm:prSet phldrT="[Text]" phldr="1"/>
      <dgm:spPr/>
      <dgm:t>
        <a:bodyPr/>
        <a:lstStyle/>
        <a:p>
          <a:endParaRPr lang="en-US" dirty="0"/>
        </a:p>
      </dgm:t>
    </dgm:pt>
    <dgm:pt modelId="{12E5DCBE-9444-4A7B-8509-287F8F354BDF}" type="parTrans" cxnId="{AC220964-FC8D-4623-954B-A31ECBB65A90}">
      <dgm:prSet/>
      <dgm:spPr/>
      <dgm:t>
        <a:bodyPr/>
        <a:lstStyle/>
        <a:p>
          <a:endParaRPr lang="en-US"/>
        </a:p>
      </dgm:t>
    </dgm:pt>
    <dgm:pt modelId="{40303B62-5858-46A6-97B8-7EF0C54B696E}" type="sibTrans" cxnId="{AC220964-FC8D-4623-954B-A31ECBB65A90}">
      <dgm:prSet/>
      <dgm:spPr/>
      <dgm:t>
        <a:bodyPr/>
        <a:lstStyle/>
        <a:p>
          <a:endParaRPr lang="en-US"/>
        </a:p>
      </dgm:t>
    </dgm:pt>
    <dgm:pt modelId="{FA3389EC-C9B3-442A-8264-5090781942D1}">
      <dgm:prSet phldrT="[Text]" custT="1"/>
      <dgm:spPr/>
      <dgm:t>
        <a:bodyPr/>
        <a:lstStyle/>
        <a:p>
          <a:r>
            <a:rPr lang="en-US" sz="2800" dirty="0" smtClean="0">
              <a:latin typeface="Arial" panose="020B0604020202020204" pitchFamily="34" charset="0"/>
              <a:cs typeface="Arial" panose="020B0604020202020204" pitchFamily="34" charset="0"/>
            </a:rPr>
            <a:t>3-4 tháng dầu sơ khai chưa biệt hóa</a:t>
          </a:r>
          <a:endParaRPr lang="en-US" sz="2800" dirty="0">
            <a:latin typeface="Arial" panose="020B0604020202020204" pitchFamily="34" charset="0"/>
            <a:cs typeface="Arial" panose="020B0604020202020204" pitchFamily="34" charset="0"/>
          </a:endParaRPr>
        </a:p>
      </dgm:t>
    </dgm:pt>
    <dgm:pt modelId="{45B041B0-7F4A-444D-91FD-CBCC1DAB2865}" type="parTrans" cxnId="{33F82B95-A841-424A-A149-CD2A56D2C4DC}">
      <dgm:prSet/>
      <dgm:spPr/>
      <dgm:t>
        <a:bodyPr/>
        <a:lstStyle/>
        <a:p>
          <a:endParaRPr lang="en-US"/>
        </a:p>
      </dgm:t>
    </dgm:pt>
    <dgm:pt modelId="{0E958A47-8CCF-4CBD-A9F5-AB57CBC26F98}" type="sibTrans" cxnId="{33F82B95-A841-424A-A149-CD2A56D2C4DC}">
      <dgm:prSet/>
      <dgm:spPr/>
      <dgm:t>
        <a:bodyPr/>
        <a:lstStyle/>
        <a:p>
          <a:endParaRPr lang="en-US"/>
        </a:p>
      </dgm:t>
    </dgm:pt>
    <dgm:pt modelId="{C5C153CF-9FE8-4CA9-BA18-EB41A9435951}">
      <dgm:prSet phldrT="[Text]" custT="1"/>
      <dgm:spPr/>
      <dgm:t>
        <a:bodyPr/>
        <a:lstStyle/>
        <a:p>
          <a:r>
            <a:rPr lang="en-US" sz="2800" dirty="0" smtClean="0">
              <a:latin typeface="Arial" panose="020B0604020202020204" pitchFamily="34" charset="0"/>
              <a:cs typeface="Arial" panose="020B0604020202020204" pitchFamily="34" charset="0"/>
            </a:rPr>
            <a:t>Tuyến phát triển và phản xạ tiết nước bọt hoàn thiện</a:t>
          </a:r>
          <a:endParaRPr lang="en-US" sz="2800" dirty="0">
            <a:latin typeface="Arial" panose="020B0604020202020204" pitchFamily="34" charset="0"/>
            <a:cs typeface="Arial" panose="020B0604020202020204" pitchFamily="34" charset="0"/>
          </a:endParaRPr>
        </a:p>
      </dgm:t>
    </dgm:pt>
    <dgm:pt modelId="{2B1AE9F1-7B74-40A6-BAF0-A258AC997C8C}" type="parTrans" cxnId="{71B9AD25-1238-4FF2-9038-EAEBE5FD1DD2}">
      <dgm:prSet/>
      <dgm:spPr/>
      <dgm:t>
        <a:bodyPr/>
        <a:lstStyle/>
        <a:p>
          <a:endParaRPr lang="en-US"/>
        </a:p>
      </dgm:t>
    </dgm:pt>
    <dgm:pt modelId="{F7E23947-3A56-4208-A98A-054353543709}" type="sibTrans" cxnId="{71B9AD25-1238-4FF2-9038-EAEBE5FD1DD2}">
      <dgm:prSet/>
      <dgm:spPr/>
      <dgm:t>
        <a:bodyPr/>
        <a:lstStyle/>
        <a:p>
          <a:endParaRPr lang="en-US"/>
        </a:p>
      </dgm:t>
    </dgm:pt>
    <dgm:pt modelId="{3CE53EBF-D6FE-4C66-8B2A-C71AEBEEF184}">
      <dgm:prSet phldrT="[Text]" custT="1"/>
      <dgm:spPr/>
      <dgm:t>
        <a:bodyPr/>
        <a:lstStyle/>
        <a:p>
          <a:r>
            <a:rPr lang="en-US" sz="2800" dirty="0" smtClean="0">
              <a:latin typeface="Arial" panose="020B0604020202020204" pitchFamily="34" charset="0"/>
              <a:cs typeface="Arial" panose="020B0604020202020204" pitchFamily="34" charset="0"/>
            </a:rPr>
            <a:t>Tháng 4-5 có hiện tượng sinh lý tăng tiết nước bọt</a:t>
          </a:r>
          <a:endParaRPr lang="en-US" sz="2800" dirty="0">
            <a:latin typeface="Arial" panose="020B0604020202020204" pitchFamily="34" charset="0"/>
            <a:cs typeface="Arial" panose="020B0604020202020204" pitchFamily="34" charset="0"/>
          </a:endParaRPr>
        </a:p>
      </dgm:t>
    </dgm:pt>
    <dgm:pt modelId="{482C0654-E157-44AE-8A80-A0CE257CACD1}" type="parTrans" cxnId="{5AAFD3B8-D858-4723-9033-1DEEE6F57DE4}">
      <dgm:prSet/>
      <dgm:spPr/>
      <dgm:t>
        <a:bodyPr/>
        <a:lstStyle/>
        <a:p>
          <a:endParaRPr lang="en-US"/>
        </a:p>
      </dgm:t>
    </dgm:pt>
    <dgm:pt modelId="{D86E361A-A274-41F8-8CF7-ECC3773A867E}" type="sibTrans" cxnId="{5AAFD3B8-D858-4723-9033-1DEEE6F57DE4}">
      <dgm:prSet/>
      <dgm:spPr/>
      <dgm:t>
        <a:bodyPr/>
        <a:lstStyle/>
        <a:p>
          <a:endParaRPr lang="en-US"/>
        </a:p>
      </dgm:t>
    </dgm:pt>
    <dgm:pt modelId="{01C14920-DF44-43ED-B7D5-69DF92596B8D}" type="pres">
      <dgm:prSet presAssocID="{5130B65C-E6C5-4EF0-9948-254AF5DDF712}" presName="vert0" presStyleCnt="0">
        <dgm:presLayoutVars>
          <dgm:dir/>
          <dgm:animOne val="branch"/>
          <dgm:animLvl val="lvl"/>
        </dgm:presLayoutVars>
      </dgm:prSet>
      <dgm:spPr/>
      <dgm:t>
        <a:bodyPr/>
        <a:lstStyle/>
        <a:p>
          <a:endParaRPr lang="en-US"/>
        </a:p>
      </dgm:t>
    </dgm:pt>
    <dgm:pt modelId="{FF66A399-888C-438B-B837-DE373900E334}" type="pres">
      <dgm:prSet presAssocID="{4DB89E5D-D49A-4CA6-87AB-151E677394D8}" presName="thickLine" presStyleLbl="alignNode1" presStyleIdx="0" presStyleCnt="1"/>
      <dgm:spPr/>
    </dgm:pt>
    <dgm:pt modelId="{8093C658-29A6-4C99-A87B-F6A115F24D8B}" type="pres">
      <dgm:prSet presAssocID="{4DB89E5D-D49A-4CA6-87AB-151E677394D8}" presName="horz1" presStyleCnt="0"/>
      <dgm:spPr/>
    </dgm:pt>
    <dgm:pt modelId="{B83D2B55-B6D2-4102-B58A-9EEDB7E171EE}" type="pres">
      <dgm:prSet presAssocID="{4DB89E5D-D49A-4CA6-87AB-151E677394D8}" presName="tx1" presStyleLbl="revTx" presStyleIdx="0" presStyleCnt="4" custScaleX="53300" custLinFactNeighborX="-5475" custLinFactNeighborY="-1012"/>
      <dgm:spPr/>
      <dgm:t>
        <a:bodyPr/>
        <a:lstStyle/>
        <a:p>
          <a:endParaRPr lang="en-US"/>
        </a:p>
      </dgm:t>
    </dgm:pt>
    <dgm:pt modelId="{256EA555-68F0-4CB3-97AC-30BCF38C9994}" type="pres">
      <dgm:prSet presAssocID="{4DB89E5D-D49A-4CA6-87AB-151E677394D8}" presName="vert1" presStyleCnt="0"/>
      <dgm:spPr/>
    </dgm:pt>
    <dgm:pt modelId="{3E849D55-426C-4B0E-A92D-18F56B678AC7}" type="pres">
      <dgm:prSet presAssocID="{FA3389EC-C9B3-442A-8264-5090781942D1}" presName="vertSpace2a" presStyleCnt="0"/>
      <dgm:spPr/>
    </dgm:pt>
    <dgm:pt modelId="{FF9F41E9-7D98-412E-891D-7D32D2A4606F}" type="pres">
      <dgm:prSet presAssocID="{FA3389EC-C9B3-442A-8264-5090781942D1}" presName="horz2" presStyleCnt="0"/>
      <dgm:spPr/>
    </dgm:pt>
    <dgm:pt modelId="{75BF4394-5F0B-4CF1-BE4F-B3EFBACBFEE4}" type="pres">
      <dgm:prSet presAssocID="{FA3389EC-C9B3-442A-8264-5090781942D1}" presName="horzSpace2" presStyleCnt="0"/>
      <dgm:spPr/>
    </dgm:pt>
    <dgm:pt modelId="{CE735548-30B6-4639-A628-10100672780C}" type="pres">
      <dgm:prSet presAssocID="{FA3389EC-C9B3-442A-8264-5090781942D1}" presName="tx2" presStyleLbl="revTx" presStyleIdx="1" presStyleCnt="4"/>
      <dgm:spPr/>
      <dgm:t>
        <a:bodyPr/>
        <a:lstStyle/>
        <a:p>
          <a:endParaRPr lang="en-US"/>
        </a:p>
      </dgm:t>
    </dgm:pt>
    <dgm:pt modelId="{D11800B7-1C1C-40D9-87D2-1072A34511D8}" type="pres">
      <dgm:prSet presAssocID="{FA3389EC-C9B3-442A-8264-5090781942D1}" presName="vert2" presStyleCnt="0"/>
      <dgm:spPr/>
    </dgm:pt>
    <dgm:pt modelId="{3F62B92C-B408-4C37-80B8-837C2623C043}" type="pres">
      <dgm:prSet presAssocID="{FA3389EC-C9B3-442A-8264-5090781942D1}" presName="thinLine2b" presStyleLbl="callout" presStyleIdx="0" presStyleCnt="3"/>
      <dgm:spPr/>
    </dgm:pt>
    <dgm:pt modelId="{E4BE1323-BD66-4FEE-82DB-C3EE19C663D9}" type="pres">
      <dgm:prSet presAssocID="{FA3389EC-C9B3-442A-8264-5090781942D1}" presName="vertSpace2b" presStyleCnt="0"/>
      <dgm:spPr/>
    </dgm:pt>
    <dgm:pt modelId="{95988126-1CB3-41CF-962E-D6F0520E54EC}" type="pres">
      <dgm:prSet presAssocID="{C5C153CF-9FE8-4CA9-BA18-EB41A9435951}" presName="horz2" presStyleCnt="0"/>
      <dgm:spPr/>
    </dgm:pt>
    <dgm:pt modelId="{781BFE1D-75A5-43EB-9A26-9CC46A94ED23}" type="pres">
      <dgm:prSet presAssocID="{C5C153CF-9FE8-4CA9-BA18-EB41A9435951}" presName="horzSpace2" presStyleCnt="0"/>
      <dgm:spPr/>
    </dgm:pt>
    <dgm:pt modelId="{34EFDCEF-BDE2-4C94-8C9B-C6055C06E723}" type="pres">
      <dgm:prSet presAssocID="{C5C153CF-9FE8-4CA9-BA18-EB41A9435951}" presName="tx2" presStyleLbl="revTx" presStyleIdx="2" presStyleCnt="4"/>
      <dgm:spPr/>
      <dgm:t>
        <a:bodyPr/>
        <a:lstStyle/>
        <a:p>
          <a:endParaRPr lang="en-US"/>
        </a:p>
      </dgm:t>
    </dgm:pt>
    <dgm:pt modelId="{A8950C40-46BE-433C-AB90-40846016885A}" type="pres">
      <dgm:prSet presAssocID="{C5C153CF-9FE8-4CA9-BA18-EB41A9435951}" presName="vert2" presStyleCnt="0"/>
      <dgm:spPr/>
    </dgm:pt>
    <dgm:pt modelId="{3662F754-25DC-4B9A-BE8F-276BD3244B2F}" type="pres">
      <dgm:prSet presAssocID="{C5C153CF-9FE8-4CA9-BA18-EB41A9435951}" presName="thinLine2b" presStyleLbl="callout" presStyleIdx="1" presStyleCnt="3"/>
      <dgm:spPr/>
    </dgm:pt>
    <dgm:pt modelId="{A60BA595-BF16-4B12-AD45-75BF0F9F6A72}" type="pres">
      <dgm:prSet presAssocID="{C5C153CF-9FE8-4CA9-BA18-EB41A9435951}" presName="vertSpace2b" presStyleCnt="0"/>
      <dgm:spPr/>
    </dgm:pt>
    <dgm:pt modelId="{E3EE2E7B-6D7B-4D15-9D78-6D064EE0E128}" type="pres">
      <dgm:prSet presAssocID="{3CE53EBF-D6FE-4C66-8B2A-C71AEBEEF184}" presName="horz2" presStyleCnt="0"/>
      <dgm:spPr/>
    </dgm:pt>
    <dgm:pt modelId="{8C6BC3E5-D18B-4D01-83B4-F1CF8FE3EC19}" type="pres">
      <dgm:prSet presAssocID="{3CE53EBF-D6FE-4C66-8B2A-C71AEBEEF184}" presName="horzSpace2" presStyleCnt="0"/>
      <dgm:spPr/>
    </dgm:pt>
    <dgm:pt modelId="{AE9800D4-3E57-4BCD-BAF8-8D6C3361AFEA}" type="pres">
      <dgm:prSet presAssocID="{3CE53EBF-D6FE-4C66-8B2A-C71AEBEEF184}" presName="tx2" presStyleLbl="revTx" presStyleIdx="3" presStyleCnt="4"/>
      <dgm:spPr/>
      <dgm:t>
        <a:bodyPr/>
        <a:lstStyle/>
        <a:p>
          <a:endParaRPr lang="en-US"/>
        </a:p>
      </dgm:t>
    </dgm:pt>
    <dgm:pt modelId="{9CBE3FFC-E385-4954-9917-46329C3655D1}" type="pres">
      <dgm:prSet presAssocID="{3CE53EBF-D6FE-4C66-8B2A-C71AEBEEF184}" presName="vert2" presStyleCnt="0"/>
      <dgm:spPr/>
    </dgm:pt>
    <dgm:pt modelId="{C41746F9-AEAB-45EB-B1FD-DC10F2EDD928}" type="pres">
      <dgm:prSet presAssocID="{3CE53EBF-D6FE-4C66-8B2A-C71AEBEEF184}" presName="thinLine2b" presStyleLbl="callout" presStyleIdx="2" presStyleCnt="3"/>
      <dgm:spPr/>
    </dgm:pt>
    <dgm:pt modelId="{8BDC9FAB-B928-49A3-8D53-F30D554CE65A}" type="pres">
      <dgm:prSet presAssocID="{3CE53EBF-D6FE-4C66-8B2A-C71AEBEEF184}" presName="vertSpace2b" presStyleCnt="0"/>
      <dgm:spPr/>
    </dgm:pt>
  </dgm:ptLst>
  <dgm:cxnLst>
    <dgm:cxn modelId="{71B9AD25-1238-4FF2-9038-EAEBE5FD1DD2}" srcId="{4DB89E5D-D49A-4CA6-87AB-151E677394D8}" destId="{C5C153CF-9FE8-4CA9-BA18-EB41A9435951}" srcOrd="1" destOrd="0" parTransId="{2B1AE9F1-7B74-40A6-BAF0-A258AC997C8C}" sibTransId="{F7E23947-3A56-4208-A98A-054353543709}"/>
    <dgm:cxn modelId="{5AAFD3B8-D858-4723-9033-1DEEE6F57DE4}" srcId="{4DB89E5D-D49A-4CA6-87AB-151E677394D8}" destId="{3CE53EBF-D6FE-4C66-8B2A-C71AEBEEF184}" srcOrd="2" destOrd="0" parTransId="{482C0654-E157-44AE-8A80-A0CE257CACD1}" sibTransId="{D86E361A-A274-41F8-8CF7-ECC3773A867E}"/>
    <dgm:cxn modelId="{33F82B95-A841-424A-A149-CD2A56D2C4DC}" srcId="{4DB89E5D-D49A-4CA6-87AB-151E677394D8}" destId="{FA3389EC-C9B3-442A-8264-5090781942D1}" srcOrd="0" destOrd="0" parTransId="{45B041B0-7F4A-444D-91FD-CBCC1DAB2865}" sibTransId="{0E958A47-8CCF-4CBD-A9F5-AB57CBC26F98}"/>
    <dgm:cxn modelId="{AC220964-FC8D-4623-954B-A31ECBB65A90}" srcId="{5130B65C-E6C5-4EF0-9948-254AF5DDF712}" destId="{4DB89E5D-D49A-4CA6-87AB-151E677394D8}" srcOrd="0" destOrd="0" parTransId="{12E5DCBE-9444-4A7B-8509-287F8F354BDF}" sibTransId="{40303B62-5858-46A6-97B8-7EF0C54B696E}"/>
    <dgm:cxn modelId="{57CB8878-126A-4289-9E51-19D201ECED6A}" type="presOf" srcId="{3CE53EBF-D6FE-4C66-8B2A-C71AEBEEF184}" destId="{AE9800D4-3E57-4BCD-BAF8-8D6C3361AFEA}" srcOrd="0" destOrd="0" presId="urn:microsoft.com/office/officeart/2008/layout/LinedList"/>
    <dgm:cxn modelId="{26E95D28-1857-4C68-8F9E-91D051BEE4A7}" type="presOf" srcId="{FA3389EC-C9B3-442A-8264-5090781942D1}" destId="{CE735548-30B6-4639-A628-10100672780C}" srcOrd="0" destOrd="0" presId="urn:microsoft.com/office/officeart/2008/layout/LinedList"/>
    <dgm:cxn modelId="{17EE7A83-D6EF-4B99-91EA-3656F55BB362}" type="presOf" srcId="{5130B65C-E6C5-4EF0-9948-254AF5DDF712}" destId="{01C14920-DF44-43ED-B7D5-69DF92596B8D}" srcOrd="0" destOrd="0" presId="urn:microsoft.com/office/officeart/2008/layout/LinedList"/>
    <dgm:cxn modelId="{951756AC-228D-4AB6-A237-2A4840F3E7D6}" type="presOf" srcId="{4DB89E5D-D49A-4CA6-87AB-151E677394D8}" destId="{B83D2B55-B6D2-4102-B58A-9EEDB7E171EE}" srcOrd="0" destOrd="0" presId="urn:microsoft.com/office/officeart/2008/layout/LinedList"/>
    <dgm:cxn modelId="{3582DCF5-EBF3-43F0-B137-CEA68AC05D12}" type="presOf" srcId="{C5C153CF-9FE8-4CA9-BA18-EB41A9435951}" destId="{34EFDCEF-BDE2-4C94-8C9B-C6055C06E723}" srcOrd="0" destOrd="0" presId="urn:microsoft.com/office/officeart/2008/layout/LinedList"/>
    <dgm:cxn modelId="{43D111E3-47D4-4D94-894A-609760168674}" type="presParOf" srcId="{01C14920-DF44-43ED-B7D5-69DF92596B8D}" destId="{FF66A399-888C-438B-B837-DE373900E334}" srcOrd="0" destOrd="0" presId="urn:microsoft.com/office/officeart/2008/layout/LinedList"/>
    <dgm:cxn modelId="{8DEBB235-EE18-4740-B88E-4F403D350891}" type="presParOf" srcId="{01C14920-DF44-43ED-B7D5-69DF92596B8D}" destId="{8093C658-29A6-4C99-A87B-F6A115F24D8B}" srcOrd="1" destOrd="0" presId="urn:microsoft.com/office/officeart/2008/layout/LinedList"/>
    <dgm:cxn modelId="{B99D81AD-EB2A-4089-89B5-9E6DBDBB126B}" type="presParOf" srcId="{8093C658-29A6-4C99-A87B-F6A115F24D8B}" destId="{B83D2B55-B6D2-4102-B58A-9EEDB7E171EE}" srcOrd="0" destOrd="0" presId="urn:microsoft.com/office/officeart/2008/layout/LinedList"/>
    <dgm:cxn modelId="{23FEDE35-7E42-4335-8FE6-E97F74A70538}" type="presParOf" srcId="{8093C658-29A6-4C99-A87B-F6A115F24D8B}" destId="{256EA555-68F0-4CB3-97AC-30BCF38C9994}" srcOrd="1" destOrd="0" presId="urn:microsoft.com/office/officeart/2008/layout/LinedList"/>
    <dgm:cxn modelId="{1338EBE8-16EA-4096-8FEF-9B8B958B1449}" type="presParOf" srcId="{256EA555-68F0-4CB3-97AC-30BCF38C9994}" destId="{3E849D55-426C-4B0E-A92D-18F56B678AC7}" srcOrd="0" destOrd="0" presId="urn:microsoft.com/office/officeart/2008/layout/LinedList"/>
    <dgm:cxn modelId="{3397D256-C3EE-4F1C-A8BF-20E21A750F4C}" type="presParOf" srcId="{256EA555-68F0-4CB3-97AC-30BCF38C9994}" destId="{FF9F41E9-7D98-412E-891D-7D32D2A4606F}" srcOrd="1" destOrd="0" presId="urn:microsoft.com/office/officeart/2008/layout/LinedList"/>
    <dgm:cxn modelId="{2751A3D8-A196-4C38-B8B0-15C62338C403}" type="presParOf" srcId="{FF9F41E9-7D98-412E-891D-7D32D2A4606F}" destId="{75BF4394-5F0B-4CF1-BE4F-B3EFBACBFEE4}" srcOrd="0" destOrd="0" presId="urn:microsoft.com/office/officeart/2008/layout/LinedList"/>
    <dgm:cxn modelId="{A1B058C9-D5D8-40CC-B562-D3BE99DA1C09}" type="presParOf" srcId="{FF9F41E9-7D98-412E-891D-7D32D2A4606F}" destId="{CE735548-30B6-4639-A628-10100672780C}" srcOrd="1" destOrd="0" presId="urn:microsoft.com/office/officeart/2008/layout/LinedList"/>
    <dgm:cxn modelId="{75872402-456C-4166-B7BF-E7AD5B2A7C6C}" type="presParOf" srcId="{FF9F41E9-7D98-412E-891D-7D32D2A4606F}" destId="{D11800B7-1C1C-40D9-87D2-1072A34511D8}" srcOrd="2" destOrd="0" presId="urn:microsoft.com/office/officeart/2008/layout/LinedList"/>
    <dgm:cxn modelId="{BCCEE991-7461-4F39-9974-BC2C020ADC36}" type="presParOf" srcId="{256EA555-68F0-4CB3-97AC-30BCF38C9994}" destId="{3F62B92C-B408-4C37-80B8-837C2623C043}" srcOrd="2" destOrd="0" presId="urn:microsoft.com/office/officeart/2008/layout/LinedList"/>
    <dgm:cxn modelId="{BD187218-933A-4507-9F54-E225ED46433D}" type="presParOf" srcId="{256EA555-68F0-4CB3-97AC-30BCF38C9994}" destId="{E4BE1323-BD66-4FEE-82DB-C3EE19C663D9}" srcOrd="3" destOrd="0" presId="urn:microsoft.com/office/officeart/2008/layout/LinedList"/>
    <dgm:cxn modelId="{FACCE7B3-FEAE-44B1-88F5-CB44A1086AC0}" type="presParOf" srcId="{256EA555-68F0-4CB3-97AC-30BCF38C9994}" destId="{95988126-1CB3-41CF-962E-D6F0520E54EC}" srcOrd="4" destOrd="0" presId="urn:microsoft.com/office/officeart/2008/layout/LinedList"/>
    <dgm:cxn modelId="{C90367F5-A84F-4006-860C-6A12A64E0E35}" type="presParOf" srcId="{95988126-1CB3-41CF-962E-D6F0520E54EC}" destId="{781BFE1D-75A5-43EB-9A26-9CC46A94ED23}" srcOrd="0" destOrd="0" presId="urn:microsoft.com/office/officeart/2008/layout/LinedList"/>
    <dgm:cxn modelId="{6140B5A3-1B12-4508-BCA4-8E81D4A3857C}" type="presParOf" srcId="{95988126-1CB3-41CF-962E-D6F0520E54EC}" destId="{34EFDCEF-BDE2-4C94-8C9B-C6055C06E723}" srcOrd="1" destOrd="0" presId="urn:microsoft.com/office/officeart/2008/layout/LinedList"/>
    <dgm:cxn modelId="{48862F18-6B54-4920-937E-8103B3E66C7A}" type="presParOf" srcId="{95988126-1CB3-41CF-962E-D6F0520E54EC}" destId="{A8950C40-46BE-433C-AB90-40846016885A}" srcOrd="2" destOrd="0" presId="urn:microsoft.com/office/officeart/2008/layout/LinedList"/>
    <dgm:cxn modelId="{E9D8F8D2-DDAF-4610-BA69-5B5E391BD669}" type="presParOf" srcId="{256EA555-68F0-4CB3-97AC-30BCF38C9994}" destId="{3662F754-25DC-4B9A-BE8F-276BD3244B2F}" srcOrd="5" destOrd="0" presId="urn:microsoft.com/office/officeart/2008/layout/LinedList"/>
    <dgm:cxn modelId="{82BC8DC6-EC17-4A0B-98A6-C4680934269B}" type="presParOf" srcId="{256EA555-68F0-4CB3-97AC-30BCF38C9994}" destId="{A60BA595-BF16-4B12-AD45-75BF0F9F6A72}" srcOrd="6" destOrd="0" presId="urn:microsoft.com/office/officeart/2008/layout/LinedList"/>
    <dgm:cxn modelId="{1B9118AC-A84E-4B2F-82D0-B3EFCA8910F8}" type="presParOf" srcId="{256EA555-68F0-4CB3-97AC-30BCF38C9994}" destId="{E3EE2E7B-6D7B-4D15-9D78-6D064EE0E128}" srcOrd="7" destOrd="0" presId="urn:microsoft.com/office/officeart/2008/layout/LinedList"/>
    <dgm:cxn modelId="{1FA3291F-3682-44F3-8927-C46E793EC931}" type="presParOf" srcId="{E3EE2E7B-6D7B-4D15-9D78-6D064EE0E128}" destId="{8C6BC3E5-D18B-4D01-83B4-F1CF8FE3EC19}" srcOrd="0" destOrd="0" presId="urn:microsoft.com/office/officeart/2008/layout/LinedList"/>
    <dgm:cxn modelId="{4AB4FB73-937F-40E4-8F65-BE45E72F8E07}" type="presParOf" srcId="{E3EE2E7B-6D7B-4D15-9D78-6D064EE0E128}" destId="{AE9800D4-3E57-4BCD-BAF8-8D6C3361AFEA}" srcOrd="1" destOrd="0" presId="urn:microsoft.com/office/officeart/2008/layout/LinedList"/>
    <dgm:cxn modelId="{BE702486-B64C-40AD-82F8-D8201EF09BFE}" type="presParOf" srcId="{E3EE2E7B-6D7B-4D15-9D78-6D064EE0E128}" destId="{9CBE3FFC-E385-4954-9917-46329C3655D1}" srcOrd="2" destOrd="0" presId="urn:microsoft.com/office/officeart/2008/layout/LinedList"/>
    <dgm:cxn modelId="{377183FE-DB16-4E05-94F0-28A47A1924DA}" type="presParOf" srcId="{256EA555-68F0-4CB3-97AC-30BCF38C9994}" destId="{C41746F9-AEAB-45EB-B1FD-DC10F2EDD928}" srcOrd="8" destOrd="0" presId="urn:microsoft.com/office/officeart/2008/layout/LinedList"/>
    <dgm:cxn modelId="{48A9BF28-3D69-43B4-90DF-B9D1AFF1817D}" type="presParOf" srcId="{256EA555-68F0-4CB3-97AC-30BCF38C9994}" destId="{8BDC9FAB-B928-49A3-8D53-F30D554CE65A}"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DD191A-11D6-4541-A250-74B8FB1840CD}" type="doc">
      <dgm:prSet loTypeId="urn:microsoft.com/office/officeart/2005/8/layout/hierarchy2" loCatId="hierarchy" qsTypeId="urn:microsoft.com/office/officeart/2005/8/quickstyle/3d4" qsCatId="3D" csTypeId="urn:microsoft.com/office/officeart/2005/8/colors/accent5_2" csCatId="accent5" phldr="1"/>
      <dgm:spPr/>
      <dgm:t>
        <a:bodyPr/>
        <a:lstStyle/>
        <a:p>
          <a:endParaRPr lang="en-US"/>
        </a:p>
      </dgm:t>
    </dgm:pt>
    <dgm:pt modelId="{E6824074-C5F0-45D5-B47A-EDA8230ECC8E}">
      <dgm:prSet phldrT="[Text]"/>
      <dgm:spPr/>
      <dgm:t>
        <a:bodyPr/>
        <a:lstStyle/>
        <a:p>
          <a:r>
            <a:rPr lang="en-US" dirty="0" err="1" smtClean="0">
              <a:latin typeface="Arial" panose="020B0604020202020204" pitchFamily="34" charset="0"/>
              <a:cs typeface="Arial" panose="020B0604020202020204" pitchFamily="34" charset="0"/>
            </a:rPr>
            <a:t>Bài</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tiết</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HCl</a:t>
          </a:r>
          <a:endParaRPr lang="en-US" dirty="0">
            <a:latin typeface="Arial" panose="020B0604020202020204" pitchFamily="34" charset="0"/>
            <a:cs typeface="Arial" panose="020B0604020202020204" pitchFamily="34" charset="0"/>
          </a:endParaRPr>
        </a:p>
      </dgm:t>
    </dgm:pt>
    <dgm:pt modelId="{E1C7AF11-A72B-4482-9223-8D9FDD536FB4}" type="parTrans" cxnId="{08C39C2C-3B88-46B3-AB8E-6A1CA68CDBCE}">
      <dgm:prSet/>
      <dgm:spPr/>
      <dgm:t>
        <a:bodyPr/>
        <a:lstStyle/>
        <a:p>
          <a:endParaRPr lang="en-US"/>
        </a:p>
      </dgm:t>
    </dgm:pt>
    <dgm:pt modelId="{7B3201A2-607E-4B40-BC27-8144CF45718B}" type="sibTrans" cxnId="{08C39C2C-3B88-46B3-AB8E-6A1CA68CDBCE}">
      <dgm:prSet/>
      <dgm:spPr/>
      <dgm:t>
        <a:bodyPr/>
        <a:lstStyle/>
        <a:p>
          <a:endParaRPr lang="en-US"/>
        </a:p>
      </dgm:t>
    </dgm:pt>
    <dgm:pt modelId="{98545D98-CFD1-4014-894D-4A8CDE5F6405}">
      <dgm:prSet phldrT="[Text]" custT="1"/>
      <dgm:spPr/>
      <dgm:t>
        <a:bodyPr/>
        <a:lstStyle/>
        <a:p>
          <a:pPr algn="l"/>
          <a:r>
            <a:rPr lang="en-US" sz="2800" dirty="0" err="1" smtClean="0">
              <a:latin typeface="Arial" panose="020B0604020202020204" pitchFamily="34" charset="0"/>
              <a:cs typeface="Arial" panose="020B0604020202020204" pitchFamily="34" charset="0"/>
            </a:rPr>
            <a:t>Biến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đổi</a:t>
          </a:r>
          <a:r>
            <a:rPr lang="en-US" sz="2800" dirty="0" smtClean="0">
              <a:latin typeface="Arial" panose="020B0604020202020204" pitchFamily="34" charset="0"/>
              <a:cs typeface="Arial" panose="020B0604020202020204" pitchFamily="34" charset="0"/>
            </a:rPr>
            <a:t> pepsinogen =&gt;pepsin</a:t>
          </a:r>
          <a:endParaRPr lang="en-US" sz="2800" dirty="0">
            <a:latin typeface="Arial" panose="020B0604020202020204" pitchFamily="34" charset="0"/>
            <a:cs typeface="Arial" panose="020B0604020202020204" pitchFamily="34" charset="0"/>
          </a:endParaRPr>
        </a:p>
      </dgm:t>
    </dgm:pt>
    <dgm:pt modelId="{E8730399-74D3-4203-BF2B-9577E94B75AD}" type="parTrans" cxnId="{623D6B7B-4169-4812-BF14-C474C7A2ED14}">
      <dgm:prSet/>
      <dgm:spPr/>
      <dgm:t>
        <a:bodyPr/>
        <a:lstStyle/>
        <a:p>
          <a:endParaRPr lang="en-US"/>
        </a:p>
      </dgm:t>
    </dgm:pt>
    <dgm:pt modelId="{B55ACDBA-F6B3-4AAF-983A-7DD8D0909B25}" type="sibTrans" cxnId="{623D6B7B-4169-4812-BF14-C474C7A2ED14}">
      <dgm:prSet/>
      <dgm:spPr/>
      <dgm:t>
        <a:bodyPr/>
        <a:lstStyle/>
        <a:p>
          <a:endParaRPr lang="en-US"/>
        </a:p>
      </dgm:t>
    </dgm:pt>
    <dgm:pt modelId="{B445EB75-3C49-4B8B-9297-C9C399E965B5}">
      <dgm:prSet phldrT="[Text]" custT="1"/>
      <dgm:spPr/>
      <dgm:t>
        <a:bodyPr/>
        <a:lstStyle/>
        <a:p>
          <a:pPr algn="l"/>
          <a:r>
            <a:rPr lang="en-US" sz="2800" dirty="0" err="1" smtClean="0">
              <a:latin typeface="Arial" panose="020B0604020202020204" pitchFamily="34" charset="0"/>
              <a:cs typeface="Arial" panose="020B0604020202020204" pitchFamily="34" charset="0"/>
            </a:rPr>
            <a:t>Tạo</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môi</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trường</a:t>
          </a:r>
          <a:r>
            <a:rPr lang="en-US" sz="2800" dirty="0" smtClean="0">
              <a:latin typeface="Arial" panose="020B0604020202020204" pitchFamily="34" charset="0"/>
              <a:cs typeface="Arial" panose="020B0604020202020204" pitchFamily="34" charset="0"/>
            </a:rPr>
            <a:t> acid </a:t>
          </a:r>
          <a:r>
            <a:rPr lang="en-US" sz="2800" dirty="0" err="1" smtClean="0">
              <a:latin typeface="Arial" panose="020B0604020202020204" pitchFamily="34" charset="0"/>
              <a:cs typeface="Arial" panose="020B0604020202020204" pitchFamily="34" charset="0"/>
            </a:rPr>
            <a:t>để</a:t>
          </a:r>
          <a:r>
            <a:rPr lang="en-US" sz="2800" dirty="0" smtClean="0">
              <a:latin typeface="Arial" panose="020B0604020202020204" pitchFamily="34" charset="0"/>
              <a:cs typeface="Arial" panose="020B0604020202020204" pitchFamily="34" charset="0"/>
            </a:rPr>
            <a:t> pepsin </a:t>
          </a:r>
          <a:r>
            <a:rPr lang="en-US" sz="2800" dirty="0" err="1" smtClean="0">
              <a:latin typeface="Arial" panose="020B0604020202020204" pitchFamily="34" charset="0"/>
              <a:cs typeface="Arial" panose="020B0604020202020204" pitchFamily="34" charset="0"/>
            </a:rPr>
            <a:t>hoạt</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động</a:t>
          </a:r>
          <a:endParaRPr lang="en-US" sz="2800" dirty="0">
            <a:latin typeface="Arial" panose="020B0604020202020204" pitchFamily="34" charset="0"/>
            <a:cs typeface="Arial" panose="020B0604020202020204" pitchFamily="34" charset="0"/>
          </a:endParaRPr>
        </a:p>
      </dgm:t>
    </dgm:pt>
    <dgm:pt modelId="{BA751F0C-FDEB-4A56-A16F-E93E20BF6AE2}" type="parTrans" cxnId="{DE1E6911-CC33-44CB-A953-FCFEC04F111F}">
      <dgm:prSet/>
      <dgm:spPr/>
      <dgm:t>
        <a:bodyPr/>
        <a:lstStyle/>
        <a:p>
          <a:endParaRPr lang="en-US"/>
        </a:p>
      </dgm:t>
    </dgm:pt>
    <dgm:pt modelId="{7784F714-E375-49BC-AC74-EEE54684E55C}" type="sibTrans" cxnId="{DE1E6911-CC33-44CB-A953-FCFEC04F111F}">
      <dgm:prSet/>
      <dgm:spPr/>
      <dgm:t>
        <a:bodyPr/>
        <a:lstStyle/>
        <a:p>
          <a:endParaRPr lang="en-US"/>
        </a:p>
      </dgm:t>
    </dgm:pt>
    <dgm:pt modelId="{DE35D311-6712-47B9-856A-2EDD576100FD}">
      <dgm:prSet phldrT="[Text]" custT="1"/>
      <dgm:spPr/>
      <dgm:t>
        <a:bodyPr/>
        <a:lstStyle/>
        <a:p>
          <a:pPr algn="l"/>
          <a:r>
            <a:rPr lang="en-US" sz="2800" dirty="0" err="1" smtClean="0">
              <a:latin typeface="Arial" panose="020B0604020202020204" pitchFamily="34" charset="0"/>
              <a:cs typeface="Arial" panose="020B0604020202020204" pitchFamily="34" charset="0"/>
            </a:rPr>
            <a:t>Diệt</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khuẩn</a:t>
          </a:r>
          <a:endParaRPr lang="en-US" sz="2800" dirty="0">
            <a:latin typeface="Arial" panose="020B0604020202020204" pitchFamily="34" charset="0"/>
            <a:cs typeface="Arial" panose="020B0604020202020204" pitchFamily="34" charset="0"/>
          </a:endParaRPr>
        </a:p>
      </dgm:t>
    </dgm:pt>
    <dgm:pt modelId="{B38DF22D-9262-4B68-9E0C-BCDE86C1CB14}" type="parTrans" cxnId="{7EE75A6C-3399-4CB0-897B-11B3DFAC2A1F}">
      <dgm:prSet/>
      <dgm:spPr/>
      <dgm:t>
        <a:bodyPr/>
        <a:lstStyle/>
        <a:p>
          <a:endParaRPr lang="en-US"/>
        </a:p>
      </dgm:t>
    </dgm:pt>
    <dgm:pt modelId="{B871003F-6229-4610-8492-A9F8FF9B5379}" type="sibTrans" cxnId="{7EE75A6C-3399-4CB0-897B-11B3DFAC2A1F}">
      <dgm:prSet/>
      <dgm:spPr/>
      <dgm:t>
        <a:bodyPr/>
        <a:lstStyle/>
        <a:p>
          <a:endParaRPr lang="en-US"/>
        </a:p>
      </dgm:t>
    </dgm:pt>
    <dgm:pt modelId="{36BF7867-8E39-4638-9940-45B085D97776}">
      <dgm:prSet phldrT="[Text]" custT="1"/>
      <dgm:spPr/>
      <dgm:t>
        <a:bodyPr/>
        <a:lstStyle/>
        <a:p>
          <a:pPr algn="l"/>
          <a:r>
            <a:rPr lang="en-US" sz="2800" dirty="0" err="1" smtClean="0">
              <a:latin typeface="Arial" panose="020B0604020202020204" pitchFamily="34" charset="0"/>
              <a:cs typeface="Arial" panose="020B0604020202020204" pitchFamily="34" charset="0"/>
            </a:rPr>
            <a:t>Tham</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gia</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cơ</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chế</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đóng</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mở</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môn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vị</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tâm</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vị</a:t>
          </a:r>
          <a:endParaRPr lang="en-US" sz="2800" dirty="0">
            <a:latin typeface="Arial" panose="020B0604020202020204" pitchFamily="34" charset="0"/>
            <a:cs typeface="Arial" panose="020B0604020202020204" pitchFamily="34" charset="0"/>
          </a:endParaRPr>
        </a:p>
      </dgm:t>
    </dgm:pt>
    <dgm:pt modelId="{3EBF9D1F-7B5F-48B6-BEA5-99BDD762A91F}" type="parTrans" cxnId="{F120CAE8-6B83-40FF-9969-1434F8E5F86E}">
      <dgm:prSet/>
      <dgm:spPr/>
      <dgm:t>
        <a:bodyPr/>
        <a:lstStyle/>
        <a:p>
          <a:endParaRPr lang="en-US"/>
        </a:p>
      </dgm:t>
    </dgm:pt>
    <dgm:pt modelId="{9DA78262-A117-4E4E-AA7B-0AAEBFA8BE51}" type="sibTrans" cxnId="{F120CAE8-6B83-40FF-9969-1434F8E5F86E}">
      <dgm:prSet/>
      <dgm:spPr/>
      <dgm:t>
        <a:bodyPr/>
        <a:lstStyle/>
        <a:p>
          <a:endParaRPr lang="en-US"/>
        </a:p>
      </dgm:t>
    </dgm:pt>
    <dgm:pt modelId="{523EC709-3787-4A23-B32E-72140D505754}">
      <dgm:prSet phldrT="[Text]" custT="1"/>
      <dgm:spPr/>
      <dgm:t>
        <a:bodyPr/>
        <a:lstStyle/>
        <a:p>
          <a:pPr algn="l"/>
          <a:r>
            <a:rPr lang="en-US" sz="2800" dirty="0" err="1" smtClean="0">
              <a:latin typeface="Arial" panose="020B0604020202020204" pitchFamily="34" charset="0"/>
              <a:cs typeface="Arial" panose="020B0604020202020204" pitchFamily="34" charset="0"/>
            </a:rPr>
            <a:t>Phá</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vỡ</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lớp</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vỏ</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bọc</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sợi</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cơ</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thịt</a:t>
          </a:r>
          <a:endParaRPr lang="en-US" sz="2800" dirty="0">
            <a:latin typeface="Arial" panose="020B0604020202020204" pitchFamily="34" charset="0"/>
            <a:cs typeface="Arial" panose="020B0604020202020204" pitchFamily="34" charset="0"/>
          </a:endParaRPr>
        </a:p>
      </dgm:t>
    </dgm:pt>
    <dgm:pt modelId="{50D03936-112B-4A1C-9A19-9F0B3094E5DC}" type="parTrans" cxnId="{E3D2E014-E488-406B-9F1F-502CB33F8800}">
      <dgm:prSet/>
      <dgm:spPr/>
      <dgm:t>
        <a:bodyPr/>
        <a:lstStyle/>
        <a:p>
          <a:endParaRPr lang="en-US"/>
        </a:p>
      </dgm:t>
    </dgm:pt>
    <dgm:pt modelId="{A581DBA3-433A-4F94-AA01-E64A1C7A8163}" type="sibTrans" cxnId="{E3D2E014-E488-406B-9F1F-502CB33F8800}">
      <dgm:prSet/>
      <dgm:spPr/>
      <dgm:t>
        <a:bodyPr/>
        <a:lstStyle/>
        <a:p>
          <a:endParaRPr lang="en-US"/>
        </a:p>
      </dgm:t>
    </dgm:pt>
    <dgm:pt modelId="{A1D0F61F-A54B-42FF-A595-1575A6D47E40}">
      <dgm:prSet phldrT="[Text]" custT="1"/>
      <dgm:spPr/>
      <dgm:t>
        <a:bodyPr/>
        <a:lstStyle/>
        <a:p>
          <a:pPr algn="l"/>
          <a:r>
            <a:rPr lang="en-US" sz="2800" dirty="0" err="1" smtClean="0">
              <a:latin typeface="Arial" panose="020B0604020202020204" pitchFamily="34" charset="0"/>
              <a:cs typeface="Arial" panose="020B0604020202020204" pitchFamily="34" charset="0"/>
            </a:rPr>
            <a:t>Thủy</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phân</a:t>
          </a:r>
          <a:r>
            <a:rPr lang="en-US" sz="2800" dirty="0" smtClean="0">
              <a:latin typeface="Arial" panose="020B0604020202020204" pitchFamily="34" charset="0"/>
              <a:cs typeface="Arial" panose="020B0604020202020204" pitchFamily="34" charset="0"/>
            </a:rPr>
            <a:t> cellulose</a:t>
          </a:r>
          <a:endParaRPr lang="en-US" sz="2800" dirty="0">
            <a:latin typeface="Arial" panose="020B0604020202020204" pitchFamily="34" charset="0"/>
            <a:cs typeface="Arial" panose="020B0604020202020204" pitchFamily="34" charset="0"/>
          </a:endParaRPr>
        </a:p>
      </dgm:t>
    </dgm:pt>
    <dgm:pt modelId="{1EFD24B4-B84A-4395-8073-34826D647612}" type="parTrans" cxnId="{E8908278-C0AF-4945-AAC2-6081F150DF50}">
      <dgm:prSet/>
      <dgm:spPr/>
      <dgm:t>
        <a:bodyPr/>
        <a:lstStyle/>
        <a:p>
          <a:endParaRPr lang="en-US"/>
        </a:p>
      </dgm:t>
    </dgm:pt>
    <dgm:pt modelId="{6E92873B-9F46-4708-8376-A60B64FD8886}" type="sibTrans" cxnId="{E8908278-C0AF-4945-AAC2-6081F150DF50}">
      <dgm:prSet/>
      <dgm:spPr/>
      <dgm:t>
        <a:bodyPr/>
        <a:lstStyle/>
        <a:p>
          <a:endParaRPr lang="en-US"/>
        </a:p>
      </dgm:t>
    </dgm:pt>
    <dgm:pt modelId="{8F6456D7-C64A-4CE5-A526-1235D291E8F9}" type="pres">
      <dgm:prSet presAssocID="{7BDD191A-11D6-4541-A250-74B8FB1840CD}" presName="diagram" presStyleCnt="0">
        <dgm:presLayoutVars>
          <dgm:chPref val="1"/>
          <dgm:dir/>
          <dgm:animOne val="branch"/>
          <dgm:animLvl val="lvl"/>
          <dgm:resizeHandles val="exact"/>
        </dgm:presLayoutVars>
      </dgm:prSet>
      <dgm:spPr/>
      <dgm:t>
        <a:bodyPr/>
        <a:lstStyle/>
        <a:p>
          <a:endParaRPr lang="en-US"/>
        </a:p>
      </dgm:t>
    </dgm:pt>
    <dgm:pt modelId="{7F0BA10D-EAFB-433B-9CD1-E160A441548F}" type="pres">
      <dgm:prSet presAssocID="{E6824074-C5F0-45D5-B47A-EDA8230ECC8E}" presName="root1" presStyleCnt="0"/>
      <dgm:spPr/>
    </dgm:pt>
    <dgm:pt modelId="{0C5010C4-47D7-43E7-BC64-20AE2EDA6770}" type="pres">
      <dgm:prSet presAssocID="{E6824074-C5F0-45D5-B47A-EDA8230ECC8E}" presName="LevelOneTextNode" presStyleLbl="node0" presStyleIdx="0" presStyleCnt="1" custScaleX="63638" custLinFactNeighborX="-69764" custLinFactNeighborY="-2439">
        <dgm:presLayoutVars>
          <dgm:chPref val="3"/>
        </dgm:presLayoutVars>
      </dgm:prSet>
      <dgm:spPr/>
      <dgm:t>
        <a:bodyPr/>
        <a:lstStyle/>
        <a:p>
          <a:endParaRPr lang="en-US"/>
        </a:p>
      </dgm:t>
    </dgm:pt>
    <dgm:pt modelId="{48CF6438-9649-462F-8831-45DB1904C1A7}" type="pres">
      <dgm:prSet presAssocID="{E6824074-C5F0-45D5-B47A-EDA8230ECC8E}" presName="level2hierChild" presStyleCnt="0"/>
      <dgm:spPr/>
    </dgm:pt>
    <dgm:pt modelId="{B90A6559-F243-49F3-9539-DC874BD2F38B}" type="pres">
      <dgm:prSet presAssocID="{E8730399-74D3-4203-BF2B-9577E94B75AD}" presName="conn2-1" presStyleLbl="parChTrans1D2" presStyleIdx="0" presStyleCnt="6"/>
      <dgm:spPr/>
      <dgm:t>
        <a:bodyPr/>
        <a:lstStyle/>
        <a:p>
          <a:endParaRPr lang="en-US"/>
        </a:p>
      </dgm:t>
    </dgm:pt>
    <dgm:pt modelId="{0F59030F-E3CE-4CD6-873D-51F829DC58C5}" type="pres">
      <dgm:prSet presAssocID="{E8730399-74D3-4203-BF2B-9577E94B75AD}" presName="connTx" presStyleLbl="parChTrans1D2" presStyleIdx="0" presStyleCnt="6"/>
      <dgm:spPr/>
      <dgm:t>
        <a:bodyPr/>
        <a:lstStyle/>
        <a:p>
          <a:endParaRPr lang="en-US"/>
        </a:p>
      </dgm:t>
    </dgm:pt>
    <dgm:pt modelId="{C2135771-5996-4EFF-A61A-FFB18143F391}" type="pres">
      <dgm:prSet presAssocID="{98545D98-CFD1-4014-894D-4A8CDE5F6405}" presName="root2" presStyleCnt="0"/>
      <dgm:spPr/>
    </dgm:pt>
    <dgm:pt modelId="{15F89A73-34D0-4712-A8CE-0BE9752D6AAE}" type="pres">
      <dgm:prSet presAssocID="{98545D98-CFD1-4014-894D-4A8CDE5F6405}" presName="LevelTwoTextNode" presStyleLbl="node2" presStyleIdx="0" presStyleCnt="6" custScaleX="329908" custScaleY="46774">
        <dgm:presLayoutVars>
          <dgm:chPref val="3"/>
        </dgm:presLayoutVars>
      </dgm:prSet>
      <dgm:spPr/>
      <dgm:t>
        <a:bodyPr/>
        <a:lstStyle/>
        <a:p>
          <a:endParaRPr lang="en-US"/>
        </a:p>
      </dgm:t>
    </dgm:pt>
    <dgm:pt modelId="{9308A025-3ED9-47F4-BB2D-9DD4F01AF297}" type="pres">
      <dgm:prSet presAssocID="{98545D98-CFD1-4014-894D-4A8CDE5F6405}" presName="level3hierChild" presStyleCnt="0"/>
      <dgm:spPr/>
    </dgm:pt>
    <dgm:pt modelId="{A8BD2478-8218-4D87-8195-99448B27D0C7}" type="pres">
      <dgm:prSet presAssocID="{BA751F0C-FDEB-4A56-A16F-E93E20BF6AE2}" presName="conn2-1" presStyleLbl="parChTrans1D2" presStyleIdx="1" presStyleCnt="6"/>
      <dgm:spPr/>
      <dgm:t>
        <a:bodyPr/>
        <a:lstStyle/>
        <a:p>
          <a:endParaRPr lang="en-US"/>
        </a:p>
      </dgm:t>
    </dgm:pt>
    <dgm:pt modelId="{F950E868-3FF1-4403-BBAF-5B3D4B0F7202}" type="pres">
      <dgm:prSet presAssocID="{BA751F0C-FDEB-4A56-A16F-E93E20BF6AE2}" presName="connTx" presStyleLbl="parChTrans1D2" presStyleIdx="1" presStyleCnt="6"/>
      <dgm:spPr/>
      <dgm:t>
        <a:bodyPr/>
        <a:lstStyle/>
        <a:p>
          <a:endParaRPr lang="en-US"/>
        </a:p>
      </dgm:t>
    </dgm:pt>
    <dgm:pt modelId="{75E050D3-3E5C-425E-BA25-B0AE4528DE06}" type="pres">
      <dgm:prSet presAssocID="{B445EB75-3C49-4B8B-9297-C9C399E965B5}" presName="root2" presStyleCnt="0"/>
      <dgm:spPr/>
    </dgm:pt>
    <dgm:pt modelId="{3361C130-655B-4F1B-9230-907C7E8A87D8}" type="pres">
      <dgm:prSet presAssocID="{B445EB75-3C49-4B8B-9297-C9C399E965B5}" presName="LevelTwoTextNode" presStyleLbl="node2" presStyleIdx="1" presStyleCnt="6" custScaleX="331500" custScaleY="56108">
        <dgm:presLayoutVars>
          <dgm:chPref val="3"/>
        </dgm:presLayoutVars>
      </dgm:prSet>
      <dgm:spPr/>
      <dgm:t>
        <a:bodyPr/>
        <a:lstStyle/>
        <a:p>
          <a:endParaRPr lang="en-US"/>
        </a:p>
      </dgm:t>
    </dgm:pt>
    <dgm:pt modelId="{F9848643-EED4-44D5-B2FF-0D31CE7D1EA4}" type="pres">
      <dgm:prSet presAssocID="{B445EB75-3C49-4B8B-9297-C9C399E965B5}" presName="level3hierChild" presStyleCnt="0"/>
      <dgm:spPr/>
    </dgm:pt>
    <dgm:pt modelId="{4C5042C9-F467-436B-9242-4E5FD0D54D86}" type="pres">
      <dgm:prSet presAssocID="{B38DF22D-9262-4B68-9E0C-BCDE86C1CB14}" presName="conn2-1" presStyleLbl="parChTrans1D2" presStyleIdx="2" presStyleCnt="6"/>
      <dgm:spPr/>
      <dgm:t>
        <a:bodyPr/>
        <a:lstStyle/>
        <a:p>
          <a:endParaRPr lang="en-US"/>
        </a:p>
      </dgm:t>
    </dgm:pt>
    <dgm:pt modelId="{11D03727-0754-425E-BBF5-B4454CB03388}" type="pres">
      <dgm:prSet presAssocID="{B38DF22D-9262-4B68-9E0C-BCDE86C1CB14}" presName="connTx" presStyleLbl="parChTrans1D2" presStyleIdx="2" presStyleCnt="6"/>
      <dgm:spPr/>
      <dgm:t>
        <a:bodyPr/>
        <a:lstStyle/>
        <a:p>
          <a:endParaRPr lang="en-US"/>
        </a:p>
      </dgm:t>
    </dgm:pt>
    <dgm:pt modelId="{4D6B6853-7FCD-4530-A583-3557B6F550BA}" type="pres">
      <dgm:prSet presAssocID="{DE35D311-6712-47B9-856A-2EDD576100FD}" presName="root2" presStyleCnt="0"/>
      <dgm:spPr/>
    </dgm:pt>
    <dgm:pt modelId="{698D5BCC-5658-4903-91AE-D22B16F3F276}" type="pres">
      <dgm:prSet presAssocID="{DE35D311-6712-47B9-856A-2EDD576100FD}" presName="LevelTwoTextNode" presStyleLbl="node2" presStyleIdx="2" presStyleCnt="6" custScaleX="330161" custScaleY="42499">
        <dgm:presLayoutVars>
          <dgm:chPref val="3"/>
        </dgm:presLayoutVars>
      </dgm:prSet>
      <dgm:spPr/>
      <dgm:t>
        <a:bodyPr/>
        <a:lstStyle/>
        <a:p>
          <a:endParaRPr lang="en-US"/>
        </a:p>
      </dgm:t>
    </dgm:pt>
    <dgm:pt modelId="{1988F30C-2D35-491A-8EFC-299E7E2E36C2}" type="pres">
      <dgm:prSet presAssocID="{DE35D311-6712-47B9-856A-2EDD576100FD}" presName="level3hierChild" presStyleCnt="0"/>
      <dgm:spPr/>
    </dgm:pt>
    <dgm:pt modelId="{8E7058CD-D9BA-4B64-BD35-03581AEC199C}" type="pres">
      <dgm:prSet presAssocID="{50D03936-112B-4A1C-9A19-9F0B3094E5DC}" presName="conn2-1" presStyleLbl="parChTrans1D2" presStyleIdx="3" presStyleCnt="6"/>
      <dgm:spPr/>
      <dgm:t>
        <a:bodyPr/>
        <a:lstStyle/>
        <a:p>
          <a:endParaRPr lang="en-US"/>
        </a:p>
      </dgm:t>
    </dgm:pt>
    <dgm:pt modelId="{C543138F-0C2E-45FF-8240-ADF3A21CBE22}" type="pres">
      <dgm:prSet presAssocID="{50D03936-112B-4A1C-9A19-9F0B3094E5DC}" presName="connTx" presStyleLbl="parChTrans1D2" presStyleIdx="3" presStyleCnt="6"/>
      <dgm:spPr/>
      <dgm:t>
        <a:bodyPr/>
        <a:lstStyle/>
        <a:p>
          <a:endParaRPr lang="en-US"/>
        </a:p>
      </dgm:t>
    </dgm:pt>
    <dgm:pt modelId="{BBFA7D92-48BC-4144-9D00-C947E1195DB4}" type="pres">
      <dgm:prSet presAssocID="{523EC709-3787-4A23-B32E-72140D505754}" presName="root2" presStyleCnt="0"/>
      <dgm:spPr/>
    </dgm:pt>
    <dgm:pt modelId="{5DC84ECE-2D4D-4D91-9466-6C30DE78C9C9}" type="pres">
      <dgm:prSet presAssocID="{523EC709-3787-4A23-B32E-72140D505754}" presName="LevelTwoTextNode" presStyleLbl="node2" presStyleIdx="3" presStyleCnt="6" custScaleX="328659" custScaleY="55604">
        <dgm:presLayoutVars>
          <dgm:chPref val="3"/>
        </dgm:presLayoutVars>
      </dgm:prSet>
      <dgm:spPr/>
      <dgm:t>
        <a:bodyPr/>
        <a:lstStyle/>
        <a:p>
          <a:endParaRPr lang="en-US"/>
        </a:p>
      </dgm:t>
    </dgm:pt>
    <dgm:pt modelId="{AF2F7419-C171-4BD6-845A-53BB7E71959B}" type="pres">
      <dgm:prSet presAssocID="{523EC709-3787-4A23-B32E-72140D505754}" presName="level3hierChild" presStyleCnt="0"/>
      <dgm:spPr/>
    </dgm:pt>
    <dgm:pt modelId="{968C4D44-94C1-4117-916D-130B5C8BC802}" type="pres">
      <dgm:prSet presAssocID="{1EFD24B4-B84A-4395-8073-34826D647612}" presName="conn2-1" presStyleLbl="parChTrans1D2" presStyleIdx="4" presStyleCnt="6"/>
      <dgm:spPr/>
      <dgm:t>
        <a:bodyPr/>
        <a:lstStyle/>
        <a:p>
          <a:endParaRPr lang="en-US"/>
        </a:p>
      </dgm:t>
    </dgm:pt>
    <dgm:pt modelId="{F68C3F77-A0E2-4AE3-AD31-5E1E763E510A}" type="pres">
      <dgm:prSet presAssocID="{1EFD24B4-B84A-4395-8073-34826D647612}" presName="connTx" presStyleLbl="parChTrans1D2" presStyleIdx="4" presStyleCnt="6"/>
      <dgm:spPr/>
      <dgm:t>
        <a:bodyPr/>
        <a:lstStyle/>
        <a:p>
          <a:endParaRPr lang="en-US"/>
        </a:p>
      </dgm:t>
    </dgm:pt>
    <dgm:pt modelId="{6E12F39E-EB68-4B03-95EF-E019BF599530}" type="pres">
      <dgm:prSet presAssocID="{A1D0F61F-A54B-42FF-A595-1575A6D47E40}" presName="root2" presStyleCnt="0"/>
      <dgm:spPr/>
    </dgm:pt>
    <dgm:pt modelId="{0B52BC51-3DD7-45A1-97EC-0A771EEE8927}" type="pres">
      <dgm:prSet presAssocID="{A1D0F61F-A54B-42FF-A595-1575A6D47E40}" presName="LevelTwoTextNode" presStyleLbl="node2" presStyleIdx="4" presStyleCnt="6" custScaleX="328552" custScaleY="59761">
        <dgm:presLayoutVars>
          <dgm:chPref val="3"/>
        </dgm:presLayoutVars>
      </dgm:prSet>
      <dgm:spPr/>
      <dgm:t>
        <a:bodyPr/>
        <a:lstStyle/>
        <a:p>
          <a:endParaRPr lang="en-US"/>
        </a:p>
      </dgm:t>
    </dgm:pt>
    <dgm:pt modelId="{A1238840-2A56-46F3-B7AE-CEEC4A39C640}" type="pres">
      <dgm:prSet presAssocID="{A1D0F61F-A54B-42FF-A595-1575A6D47E40}" presName="level3hierChild" presStyleCnt="0"/>
      <dgm:spPr/>
    </dgm:pt>
    <dgm:pt modelId="{89B0FFE9-67B6-4CE7-8443-29413DEC91C5}" type="pres">
      <dgm:prSet presAssocID="{3EBF9D1F-7B5F-48B6-BEA5-99BDD762A91F}" presName="conn2-1" presStyleLbl="parChTrans1D2" presStyleIdx="5" presStyleCnt="6"/>
      <dgm:spPr/>
      <dgm:t>
        <a:bodyPr/>
        <a:lstStyle/>
        <a:p>
          <a:endParaRPr lang="en-US"/>
        </a:p>
      </dgm:t>
    </dgm:pt>
    <dgm:pt modelId="{012DADF4-87CD-4FF2-A42A-EE6796DA1202}" type="pres">
      <dgm:prSet presAssocID="{3EBF9D1F-7B5F-48B6-BEA5-99BDD762A91F}" presName="connTx" presStyleLbl="parChTrans1D2" presStyleIdx="5" presStyleCnt="6"/>
      <dgm:spPr/>
      <dgm:t>
        <a:bodyPr/>
        <a:lstStyle/>
        <a:p>
          <a:endParaRPr lang="en-US"/>
        </a:p>
      </dgm:t>
    </dgm:pt>
    <dgm:pt modelId="{7B7F927B-2789-4F31-8696-CAE15AD079E1}" type="pres">
      <dgm:prSet presAssocID="{36BF7867-8E39-4638-9940-45B085D97776}" presName="root2" presStyleCnt="0"/>
      <dgm:spPr/>
    </dgm:pt>
    <dgm:pt modelId="{1564EF14-E88A-40FD-8C6A-BDE57D72A8A5}" type="pres">
      <dgm:prSet presAssocID="{36BF7867-8E39-4638-9940-45B085D97776}" presName="LevelTwoTextNode" presStyleLbl="node2" presStyleIdx="5" presStyleCnt="6" custScaleX="326650" custScaleY="54841">
        <dgm:presLayoutVars>
          <dgm:chPref val="3"/>
        </dgm:presLayoutVars>
      </dgm:prSet>
      <dgm:spPr/>
      <dgm:t>
        <a:bodyPr/>
        <a:lstStyle/>
        <a:p>
          <a:endParaRPr lang="en-US"/>
        </a:p>
      </dgm:t>
    </dgm:pt>
    <dgm:pt modelId="{FA7378E3-01B8-4647-B1B6-2D191FB00380}" type="pres">
      <dgm:prSet presAssocID="{36BF7867-8E39-4638-9940-45B085D97776}" presName="level3hierChild" presStyleCnt="0"/>
      <dgm:spPr/>
    </dgm:pt>
  </dgm:ptLst>
  <dgm:cxnLst>
    <dgm:cxn modelId="{86C7000A-B79E-452E-A542-E8A0E835B44A}" type="presOf" srcId="{BA751F0C-FDEB-4A56-A16F-E93E20BF6AE2}" destId="{A8BD2478-8218-4D87-8195-99448B27D0C7}" srcOrd="0" destOrd="0" presId="urn:microsoft.com/office/officeart/2005/8/layout/hierarchy2"/>
    <dgm:cxn modelId="{E8908278-C0AF-4945-AAC2-6081F150DF50}" srcId="{E6824074-C5F0-45D5-B47A-EDA8230ECC8E}" destId="{A1D0F61F-A54B-42FF-A595-1575A6D47E40}" srcOrd="4" destOrd="0" parTransId="{1EFD24B4-B84A-4395-8073-34826D647612}" sibTransId="{6E92873B-9F46-4708-8376-A60B64FD8886}"/>
    <dgm:cxn modelId="{36E878F6-7047-4B89-9B75-2DC83B60967C}" type="presOf" srcId="{50D03936-112B-4A1C-9A19-9F0B3094E5DC}" destId="{C543138F-0C2E-45FF-8240-ADF3A21CBE22}" srcOrd="1" destOrd="0" presId="urn:microsoft.com/office/officeart/2005/8/layout/hierarchy2"/>
    <dgm:cxn modelId="{4B184C83-F453-4863-9AE4-84C63A6971ED}" type="presOf" srcId="{E6824074-C5F0-45D5-B47A-EDA8230ECC8E}" destId="{0C5010C4-47D7-43E7-BC64-20AE2EDA6770}" srcOrd="0" destOrd="0" presId="urn:microsoft.com/office/officeart/2005/8/layout/hierarchy2"/>
    <dgm:cxn modelId="{623D6B7B-4169-4812-BF14-C474C7A2ED14}" srcId="{E6824074-C5F0-45D5-B47A-EDA8230ECC8E}" destId="{98545D98-CFD1-4014-894D-4A8CDE5F6405}" srcOrd="0" destOrd="0" parTransId="{E8730399-74D3-4203-BF2B-9577E94B75AD}" sibTransId="{B55ACDBA-F6B3-4AAF-983A-7DD8D0909B25}"/>
    <dgm:cxn modelId="{E9CDAFE4-C235-4F24-AED1-54732A7A1F36}" type="presOf" srcId="{523EC709-3787-4A23-B32E-72140D505754}" destId="{5DC84ECE-2D4D-4D91-9466-6C30DE78C9C9}" srcOrd="0" destOrd="0" presId="urn:microsoft.com/office/officeart/2005/8/layout/hierarchy2"/>
    <dgm:cxn modelId="{3E7B985F-0D2B-43DB-A15B-51F25CF0AC48}" type="presOf" srcId="{BA751F0C-FDEB-4A56-A16F-E93E20BF6AE2}" destId="{F950E868-3FF1-4403-BBAF-5B3D4B0F7202}" srcOrd="1" destOrd="0" presId="urn:microsoft.com/office/officeart/2005/8/layout/hierarchy2"/>
    <dgm:cxn modelId="{47CE2F93-C218-41E8-B0DC-2D87C3587E91}" type="presOf" srcId="{7BDD191A-11D6-4541-A250-74B8FB1840CD}" destId="{8F6456D7-C64A-4CE5-A526-1235D291E8F9}" srcOrd="0" destOrd="0" presId="urn:microsoft.com/office/officeart/2005/8/layout/hierarchy2"/>
    <dgm:cxn modelId="{E3D2E014-E488-406B-9F1F-502CB33F8800}" srcId="{E6824074-C5F0-45D5-B47A-EDA8230ECC8E}" destId="{523EC709-3787-4A23-B32E-72140D505754}" srcOrd="3" destOrd="0" parTransId="{50D03936-112B-4A1C-9A19-9F0B3094E5DC}" sibTransId="{A581DBA3-433A-4F94-AA01-E64A1C7A8163}"/>
    <dgm:cxn modelId="{5BBCDA8C-A8CB-4F6B-ACA3-29EFE8AE01E3}" type="presOf" srcId="{DE35D311-6712-47B9-856A-2EDD576100FD}" destId="{698D5BCC-5658-4903-91AE-D22B16F3F276}" srcOrd="0" destOrd="0" presId="urn:microsoft.com/office/officeart/2005/8/layout/hierarchy2"/>
    <dgm:cxn modelId="{E6757650-CD57-405A-A1C3-3367FC820AAA}" type="presOf" srcId="{36BF7867-8E39-4638-9940-45B085D97776}" destId="{1564EF14-E88A-40FD-8C6A-BDE57D72A8A5}" srcOrd="0" destOrd="0" presId="urn:microsoft.com/office/officeart/2005/8/layout/hierarchy2"/>
    <dgm:cxn modelId="{DE1E6911-CC33-44CB-A953-FCFEC04F111F}" srcId="{E6824074-C5F0-45D5-B47A-EDA8230ECC8E}" destId="{B445EB75-3C49-4B8B-9297-C9C399E965B5}" srcOrd="1" destOrd="0" parTransId="{BA751F0C-FDEB-4A56-A16F-E93E20BF6AE2}" sibTransId="{7784F714-E375-49BC-AC74-EEE54684E55C}"/>
    <dgm:cxn modelId="{D6A9BF3B-C67F-4BF5-8705-C5C95E6DAEF6}" type="presOf" srcId="{3EBF9D1F-7B5F-48B6-BEA5-99BDD762A91F}" destId="{89B0FFE9-67B6-4CE7-8443-29413DEC91C5}" srcOrd="0" destOrd="0" presId="urn:microsoft.com/office/officeart/2005/8/layout/hierarchy2"/>
    <dgm:cxn modelId="{DFC0EB3E-1818-4C3B-98A9-9B401C82BCA6}" type="presOf" srcId="{A1D0F61F-A54B-42FF-A595-1575A6D47E40}" destId="{0B52BC51-3DD7-45A1-97EC-0A771EEE8927}" srcOrd="0" destOrd="0" presId="urn:microsoft.com/office/officeart/2005/8/layout/hierarchy2"/>
    <dgm:cxn modelId="{285AC345-93F7-4567-9440-95921A746D63}" type="presOf" srcId="{B445EB75-3C49-4B8B-9297-C9C399E965B5}" destId="{3361C130-655B-4F1B-9230-907C7E8A87D8}" srcOrd="0" destOrd="0" presId="urn:microsoft.com/office/officeart/2005/8/layout/hierarchy2"/>
    <dgm:cxn modelId="{38AFF89D-18DF-49C8-9174-7C48685E3327}" type="presOf" srcId="{1EFD24B4-B84A-4395-8073-34826D647612}" destId="{F68C3F77-A0E2-4AE3-AD31-5E1E763E510A}" srcOrd="1" destOrd="0" presId="urn:microsoft.com/office/officeart/2005/8/layout/hierarchy2"/>
    <dgm:cxn modelId="{69337BE9-396D-4C14-8661-453CF950A173}" type="presOf" srcId="{B38DF22D-9262-4B68-9E0C-BCDE86C1CB14}" destId="{4C5042C9-F467-436B-9242-4E5FD0D54D86}" srcOrd="0" destOrd="0" presId="urn:microsoft.com/office/officeart/2005/8/layout/hierarchy2"/>
    <dgm:cxn modelId="{7EE75A6C-3399-4CB0-897B-11B3DFAC2A1F}" srcId="{E6824074-C5F0-45D5-B47A-EDA8230ECC8E}" destId="{DE35D311-6712-47B9-856A-2EDD576100FD}" srcOrd="2" destOrd="0" parTransId="{B38DF22D-9262-4B68-9E0C-BCDE86C1CB14}" sibTransId="{B871003F-6229-4610-8492-A9F8FF9B5379}"/>
    <dgm:cxn modelId="{BB4CC497-3A94-4CFC-BDF7-39E393951350}" type="presOf" srcId="{98545D98-CFD1-4014-894D-4A8CDE5F6405}" destId="{15F89A73-34D0-4712-A8CE-0BE9752D6AAE}" srcOrd="0" destOrd="0" presId="urn:microsoft.com/office/officeart/2005/8/layout/hierarchy2"/>
    <dgm:cxn modelId="{F120CAE8-6B83-40FF-9969-1434F8E5F86E}" srcId="{E6824074-C5F0-45D5-B47A-EDA8230ECC8E}" destId="{36BF7867-8E39-4638-9940-45B085D97776}" srcOrd="5" destOrd="0" parTransId="{3EBF9D1F-7B5F-48B6-BEA5-99BDD762A91F}" sibTransId="{9DA78262-A117-4E4E-AA7B-0AAEBFA8BE51}"/>
    <dgm:cxn modelId="{8DEF96C2-B55C-4E5A-AD9B-06AD93047E71}" type="presOf" srcId="{3EBF9D1F-7B5F-48B6-BEA5-99BDD762A91F}" destId="{012DADF4-87CD-4FF2-A42A-EE6796DA1202}" srcOrd="1" destOrd="0" presId="urn:microsoft.com/office/officeart/2005/8/layout/hierarchy2"/>
    <dgm:cxn modelId="{3036BA7B-0582-42EC-AF16-00EA370603DB}" type="presOf" srcId="{E8730399-74D3-4203-BF2B-9577E94B75AD}" destId="{B90A6559-F243-49F3-9539-DC874BD2F38B}" srcOrd="0" destOrd="0" presId="urn:microsoft.com/office/officeart/2005/8/layout/hierarchy2"/>
    <dgm:cxn modelId="{63EC9B0B-96EE-4D8F-A529-87FBAC751C5B}" type="presOf" srcId="{50D03936-112B-4A1C-9A19-9F0B3094E5DC}" destId="{8E7058CD-D9BA-4B64-BD35-03581AEC199C}" srcOrd="0" destOrd="0" presId="urn:microsoft.com/office/officeart/2005/8/layout/hierarchy2"/>
    <dgm:cxn modelId="{A88191EF-AD69-41BD-9BC6-B1536615D8CB}" type="presOf" srcId="{E8730399-74D3-4203-BF2B-9577E94B75AD}" destId="{0F59030F-E3CE-4CD6-873D-51F829DC58C5}" srcOrd="1" destOrd="0" presId="urn:microsoft.com/office/officeart/2005/8/layout/hierarchy2"/>
    <dgm:cxn modelId="{08C39C2C-3B88-46B3-AB8E-6A1CA68CDBCE}" srcId="{7BDD191A-11D6-4541-A250-74B8FB1840CD}" destId="{E6824074-C5F0-45D5-B47A-EDA8230ECC8E}" srcOrd="0" destOrd="0" parTransId="{E1C7AF11-A72B-4482-9223-8D9FDD536FB4}" sibTransId="{7B3201A2-607E-4B40-BC27-8144CF45718B}"/>
    <dgm:cxn modelId="{192280B7-8F74-4F04-B1B6-029B6A7E6A9D}" type="presOf" srcId="{B38DF22D-9262-4B68-9E0C-BCDE86C1CB14}" destId="{11D03727-0754-425E-BBF5-B4454CB03388}" srcOrd="1" destOrd="0" presId="urn:microsoft.com/office/officeart/2005/8/layout/hierarchy2"/>
    <dgm:cxn modelId="{CFA02109-05AA-4497-A8B7-1B675B90FEE0}" type="presOf" srcId="{1EFD24B4-B84A-4395-8073-34826D647612}" destId="{968C4D44-94C1-4117-916D-130B5C8BC802}" srcOrd="0" destOrd="0" presId="urn:microsoft.com/office/officeart/2005/8/layout/hierarchy2"/>
    <dgm:cxn modelId="{AE3F790D-5641-40E5-8FDF-C6B98DEC5F3A}" type="presParOf" srcId="{8F6456D7-C64A-4CE5-A526-1235D291E8F9}" destId="{7F0BA10D-EAFB-433B-9CD1-E160A441548F}" srcOrd="0" destOrd="0" presId="urn:microsoft.com/office/officeart/2005/8/layout/hierarchy2"/>
    <dgm:cxn modelId="{56694EAD-1193-4727-80C6-7B2F1EEB74F0}" type="presParOf" srcId="{7F0BA10D-EAFB-433B-9CD1-E160A441548F}" destId="{0C5010C4-47D7-43E7-BC64-20AE2EDA6770}" srcOrd="0" destOrd="0" presId="urn:microsoft.com/office/officeart/2005/8/layout/hierarchy2"/>
    <dgm:cxn modelId="{0CEE5C32-77BC-44C4-B5BB-DE6342E0805C}" type="presParOf" srcId="{7F0BA10D-EAFB-433B-9CD1-E160A441548F}" destId="{48CF6438-9649-462F-8831-45DB1904C1A7}" srcOrd="1" destOrd="0" presId="urn:microsoft.com/office/officeart/2005/8/layout/hierarchy2"/>
    <dgm:cxn modelId="{0A94F56B-8AF3-48F5-A808-F312DC8A2A5D}" type="presParOf" srcId="{48CF6438-9649-462F-8831-45DB1904C1A7}" destId="{B90A6559-F243-49F3-9539-DC874BD2F38B}" srcOrd="0" destOrd="0" presId="urn:microsoft.com/office/officeart/2005/8/layout/hierarchy2"/>
    <dgm:cxn modelId="{A5264FA1-C66E-42CC-AB33-30AA77FA50B4}" type="presParOf" srcId="{B90A6559-F243-49F3-9539-DC874BD2F38B}" destId="{0F59030F-E3CE-4CD6-873D-51F829DC58C5}" srcOrd="0" destOrd="0" presId="urn:microsoft.com/office/officeart/2005/8/layout/hierarchy2"/>
    <dgm:cxn modelId="{25E18266-D9B9-4BC0-BB0A-B75F56DF3CD0}" type="presParOf" srcId="{48CF6438-9649-462F-8831-45DB1904C1A7}" destId="{C2135771-5996-4EFF-A61A-FFB18143F391}" srcOrd="1" destOrd="0" presId="urn:microsoft.com/office/officeart/2005/8/layout/hierarchy2"/>
    <dgm:cxn modelId="{BBFAF0F9-1FEF-498F-852E-F1931D1D820A}" type="presParOf" srcId="{C2135771-5996-4EFF-A61A-FFB18143F391}" destId="{15F89A73-34D0-4712-A8CE-0BE9752D6AAE}" srcOrd="0" destOrd="0" presId="urn:microsoft.com/office/officeart/2005/8/layout/hierarchy2"/>
    <dgm:cxn modelId="{9AEF1D0F-CC6F-4F53-AAB1-5435889FF9E7}" type="presParOf" srcId="{C2135771-5996-4EFF-A61A-FFB18143F391}" destId="{9308A025-3ED9-47F4-BB2D-9DD4F01AF297}" srcOrd="1" destOrd="0" presId="urn:microsoft.com/office/officeart/2005/8/layout/hierarchy2"/>
    <dgm:cxn modelId="{88AE102C-01DE-482F-895D-A5B8B167EC94}" type="presParOf" srcId="{48CF6438-9649-462F-8831-45DB1904C1A7}" destId="{A8BD2478-8218-4D87-8195-99448B27D0C7}" srcOrd="2" destOrd="0" presId="urn:microsoft.com/office/officeart/2005/8/layout/hierarchy2"/>
    <dgm:cxn modelId="{7233FEC6-4CA6-485E-B1FA-5E7BE3058F30}" type="presParOf" srcId="{A8BD2478-8218-4D87-8195-99448B27D0C7}" destId="{F950E868-3FF1-4403-BBAF-5B3D4B0F7202}" srcOrd="0" destOrd="0" presId="urn:microsoft.com/office/officeart/2005/8/layout/hierarchy2"/>
    <dgm:cxn modelId="{327ED1A2-01AA-43BA-8ABF-89F969F9A65F}" type="presParOf" srcId="{48CF6438-9649-462F-8831-45DB1904C1A7}" destId="{75E050D3-3E5C-425E-BA25-B0AE4528DE06}" srcOrd="3" destOrd="0" presId="urn:microsoft.com/office/officeart/2005/8/layout/hierarchy2"/>
    <dgm:cxn modelId="{98B41F06-8AB9-4CDE-BE7F-DF512C572F69}" type="presParOf" srcId="{75E050D3-3E5C-425E-BA25-B0AE4528DE06}" destId="{3361C130-655B-4F1B-9230-907C7E8A87D8}" srcOrd="0" destOrd="0" presId="urn:microsoft.com/office/officeart/2005/8/layout/hierarchy2"/>
    <dgm:cxn modelId="{CFAB15BA-3518-40BC-B549-791DB0A6742E}" type="presParOf" srcId="{75E050D3-3E5C-425E-BA25-B0AE4528DE06}" destId="{F9848643-EED4-44D5-B2FF-0D31CE7D1EA4}" srcOrd="1" destOrd="0" presId="urn:microsoft.com/office/officeart/2005/8/layout/hierarchy2"/>
    <dgm:cxn modelId="{7C95E2A6-A03D-45B4-B739-510837547E8A}" type="presParOf" srcId="{48CF6438-9649-462F-8831-45DB1904C1A7}" destId="{4C5042C9-F467-436B-9242-4E5FD0D54D86}" srcOrd="4" destOrd="0" presId="urn:microsoft.com/office/officeart/2005/8/layout/hierarchy2"/>
    <dgm:cxn modelId="{F32522C1-A767-40D1-85EB-5D323DA04D46}" type="presParOf" srcId="{4C5042C9-F467-436B-9242-4E5FD0D54D86}" destId="{11D03727-0754-425E-BBF5-B4454CB03388}" srcOrd="0" destOrd="0" presId="urn:microsoft.com/office/officeart/2005/8/layout/hierarchy2"/>
    <dgm:cxn modelId="{4A533D77-D8B0-41A0-BFF7-CEEB402B923F}" type="presParOf" srcId="{48CF6438-9649-462F-8831-45DB1904C1A7}" destId="{4D6B6853-7FCD-4530-A583-3557B6F550BA}" srcOrd="5" destOrd="0" presId="urn:microsoft.com/office/officeart/2005/8/layout/hierarchy2"/>
    <dgm:cxn modelId="{F2A367E2-D985-48B7-A922-72F2A7FBB4B3}" type="presParOf" srcId="{4D6B6853-7FCD-4530-A583-3557B6F550BA}" destId="{698D5BCC-5658-4903-91AE-D22B16F3F276}" srcOrd="0" destOrd="0" presId="urn:microsoft.com/office/officeart/2005/8/layout/hierarchy2"/>
    <dgm:cxn modelId="{C688BAE6-16C7-444D-8192-23AE42640C45}" type="presParOf" srcId="{4D6B6853-7FCD-4530-A583-3557B6F550BA}" destId="{1988F30C-2D35-491A-8EFC-299E7E2E36C2}" srcOrd="1" destOrd="0" presId="urn:microsoft.com/office/officeart/2005/8/layout/hierarchy2"/>
    <dgm:cxn modelId="{23CD49AB-7DF3-4750-973A-9FCC308462F0}" type="presParOf" srcId="{48CF6438-9649-462F-8831-45DB1904C1A7}" destId="{8E7058CD-D9BA-4B64-BD35-03581AEC199C}" srcOrd="6" destOrd="0" presId="urn:microsoft.com/office/officeart/2005/8/layout/hierarchy2"/>
    <dgm:cxn modelId="{92680760-91F3-435E-BEAB-D11A22D814DA}" type="presParOf" srcId="{8E7058CD-D9BA-4B64-BD35-03581AEC199C}" destId="{C543138F-0C2E-45FF-8240-ADF3A21CBE22}" srcOrd="0" destOrd="0" presId="urn:microsoft.com/office/officeart/2005/8/layout/hierarchy2"/>
    <dgm:cxn modelId="{3FB9608E-8F24-4982-9043-23215163AE6A}" type="presParOf" srcId="{48CF6438-9649-462F-8831-45DB1904C1A7}" destId="{BBFA7D92-48BC-4144-9D00-C947E1195DB4}" srcOrd="7" destOrd="0" presId="urn:microsoft.com/office/officeart/2005/8/layout/hierarchy2"/>
    <dgm:cxn modelId="{B33E1EE1-EDE9-46AD-A08F-93D08E562ABE}" type="presParOf" srcId="{BBFA7D92-48BC-4144-9D00-C947E1195DB4}" destId="{5DC84ECE-2D4D-4D91-9466-6C30DE78C9C9}" srcOrd="0" destOrd="0" presId="urn:microsoft.com/office/officeart/2005/8/layout/hierarchy2"/>
    <dgm:cxn modelId="{19200A75-FCB8-4589-99B1-76C3EA65B5F7}" type="presParOf" srcId="{BBFA7D92-48BC-4144-9D00-C947E1195DB4}" destId="{AF2F7419-C171-4BD6-845A-53BB7E71959B}" srcOrd="1" destOrd="0" presId="urn:microsoft.com/office/officeart/2005/8/layout/hierarchy2"/>
    <dgm:cxn modelId="{32EAE6F0-E200-40CC-97EC-255B9B36A502}" type="presParOf" srcId="{48CF6438-9649-462F-8831-45DB1904C1A7}" destId="{968C4D44-94C1-4117-916D-130B5C8BC802}" srcOrd="8" destOrd="0" presId="urn:microsoft.com/office/officeart/2005/8/layout/hierarchy2"/>
    <dgm:cxn modelId="{37D01FA9-CAF1-4C5B-8E40-4A745087AD3D}" type="presParOf" srcId="{968C4D44-94C1-4117-916D-130B5C8BC802}" destId="{F68C3F77-A0E2-4AE3-AD31-5E1E763E510A}" srcOrd="0" destOrd="0" presId="urn:microsoft.com/office/officeart/2005/8/layout/hierarchy2"/>
    <dgm:cxn modelId="{A571E7B9-3C58-4B57-B3EC-E9EE4767567F}" type="presParOf" srcId="{48CF6438-9649-462F-8831-45DB1904C1A7}" destId="{6E12F39E-EB68-4B03-95EF-E019BF599530}" srcOrd="9" destOrd="0" presId="urn:microsoft.com/office/officeart/2005/8/layout/hierarchy2"/>
    <dgm:cxn modelId="{567E36B3-290D-4D63-B006-D22012BEC747}" type="presParOf" srcId="{6E12F39E-EB68-4B03-95EF-E019BF599530}" destId="{0B52BC51-3DD7-45A1-97EC-0A771EEE8927}" srcOrd="0" destOrd="0" presId="urn:microsoft.com/office/officeart/2005/8/layout/hierarchy2"/>
    <dgm:cxn modelId="{6B6B0900-97CA-4D35-9AA9-3642BC636D3C}" type="presParOf" srcId="{6E12F39E-EB68-4B03-95EF-E019BF599530}" destId="{A1238840-2A56-46F3-B7AE-CEEC4A39C640}" srcOrd="1" destOrd="0" presId="urn:microsoft.com/office/officeart/2005/8/layout/hierarchy2"/>
    <dgm:cxn modelId="{1F6E62DE-740C-4198-ACEA-38905B75B499}" type="presParOf" srcId="{48CF6438-9649-462F-8831-45DB1904C1A7}" destId="{89B0FFE9-67B6-4CE7-8443-29413DEC91C5}" srcOrd="10" destOrd="0" presId="urn:microsoft.com/office/officeart/2005/8/layout/hierarchy2"/>
    <dgm:cxn modelId="{AEEB6A0D-4D0D-4745-AB36-EC19AF2251B8}" type="presParOf" srcId="{89B0FFE9-67B6-4CE7-8443-29413DEC91C5}" destId="{012DADF4-87CD-4FF2-A42A-EE6796DA1202}" srcOrd="0" destOrd="0" presId="urn:microsoft.com/office/officeart/2005/8/layout/hierarchy2"/>
    <dgm:cxn modelId="{FD61A5AC-6768-4EE1-BC79-7A42958CC975}" type="presParOf" srcId="{48CF6438-9649-462F-8831-45DB1904C1A7}" destId="{7B7F927B-2789-4F31-8696-CAE15AD079E1}" srcOrd="11" destOrd="0" presId="urn:microsoft.com/office/officeart/2005/8/layout/hierarchy2"/>
    <dgm:cxn modelId="{47B0F2FF-9173-4C88-9AF8-8C9403C33B58}" type="presParOf" srcId="{7B7F927B-2789-4F31-8696-CAE15AD079E1}" destId="{1564EF14-E88A-40FD-8C6A-BDE57D72A8A5}" srcOrd="0" destOrd="0" presId="urn:microsoft.com/office/officeart/2005/8/layout/hierarchy2"/>
    <dgm:cxn modelId="{0875E67A-6050-4264-A178-3D1E17BF4124}" type="presParOf" srcId="{7B7F927B-2789-4F31-8696-CAE15AD079E1}" destId="{FA7378E3-01B8-4647-B1B6-2D191FB0038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1E4A37-FD82-47DB-AAB3-1695F23DA192}" type="doc">
      <dgm:prSet loTypeId="urn:microsoft.com/office/officeart/2005/8/layout/hierarchy2" loCatId="hierarchy" qsTypeId="urn:microsoft.com/office/officeart/2005/8/quickstyle/simple1" qsCatId="simple" csTypeId="urn:microsoft.com/office/officeart/2005/8/colors/accent4_2" csCatId="accent4" phldr="1"/>
      <dgm:spPr/>
      <dgm:t>
        <a:bodyPr/>
        <a:lstStyle/>
        <a:p>
          <a:endParaRPr lang="en-US"/>
        </a:p>
      </dgm:t>
    </dgm:pt>
    <dgm:pt modelId="{92230386-B406-40AB-836C-34F0E1F3F913}">
      <dgm:prSet phldrT="[Text]" custT="1"/>
      <dgm:spPr/>
      <dgm:t>
        <a:bodyPr/>
        <a:lstStyle/>
        <a:p>
          <a:r>
            <a:rPr lang="en-US" sz="3200" dirty="0" err="1" smtClean="0">
              <a:latin typeface="Arial" panose="020B0604020202020204" pitchFamily="34" charset="0"/>
              <a:cs typeface="Arial" panose="020B0604020202020204" pitchFamily="34" charset="0"/>
            </a:rPr>
            <a:t>Ức</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chế</a:t>
          </a:r>
          <a:endParaRPr lang="en-US" sz="3200" dirty="0">
            <a:latin typeface="Arial" panose="020B0604020202020204" pitchFamily="34" charset="0"/>
            <a:cs typeface="Arial" panose="020B0604020202020204" pitchFamily="34" charset="0"/>
          </a:endParaRPr>
        </a:p>
      </dgm:t>
    </dgm:pt>
    <dgm:pt modelId="{465AC027-ECA5-4443-8764-15C7D2933A8E}" type="parTrans" cxnId="{E9A126AE-1A8B-4720-A1A0-6C54F276A830}">
      <dgm:prSet/>
      <dgm:spPr/>
      <dgm:t>
        <a:bodyPr/>
        <a:lstStyle/>
        <a:p>
          <a:endParaRPr lang="en-US"/>
        </a:p>
      </dgm:t>
    </dgm:pt>
    <dgm:pt modelId="{6529D615-DD7E-4326-9DC3-7389696F1197}" type="sibTrans" cxnId="{E9A126AE-1A8B-4720-A1A0-6C54F276A830}">
      <dgm:prSet/>
      <dgm:spPr/>
      <dgm:t>
        <a:bodyPr/>
        <a:lstStyle/>
        <a:p>
          <a:endParaRPr lang="en-US"/>
        </a:p>
      </dgm:t>
    </dgm:pt>
    <dgm:pt modelId="{47E1C530-5A03-4A3C-9E74-CF657B771FE8}">
      <dgm:prSet phldrT="[Text]" custT="1"/>
      <dgm:spPr/>
      <dgm:t>
        <a:bodyPr/>
        <a:lstStyle/>
        <a:p>
          <a:r>
            <a:rPr lang="en-US" sz="3200" dirty="0" smtClean="0">
              <a:latin typeface="Arial" panose="020B0604020202020204" pitchFamily="34" charset="0"/>
              <a:cs typeface="Arial" panose="020B0604020202020204" pitchFamily="34" charset="0"/>
            </a:rPr>
            <a:t>Cortisol</a:t>
          </a:r>
          <a:endParaRPr lang="en-US" sz="3200" dirty="0">
            <a:latin typeface="Arial" panose="020B0604020202020204" pitchFamily="34" charset="0"/>
            <a:cs typeface="Arial" panose="020B0604020202020204" pitchFamily="34" charset="0"/>
          </a:endParaRPr>
        </a:p>
      </dgm:t>
    </dgm:pt>
    <dgm:pt modelId="{64DEFBE2-DAC7-499A-991D-DFA5D6FFF2EC}" type="parTrans" cxnId="{699D8A6B-3B21-4451-9F14-99BA714206CC}">
      <dgm:prSet/>
      <dgm:spPr/>
      <dgm:t>
        <a:bodyPr/>
        <a:lstStyle/>
        <a:p>
          <a:endParaRPr lang="en-US"/>
        </a:p>
      </dgm:t>
    </dgm:pt>
    <dgm:pt modelId="{0E54542E-EAB5-44F9-97DB-7645DCB0EAD0}" type="sibTrans" cxnId="{699D8A6B-3B21-4451-9F14-99BA714206CC}">
      <dgm:prSet/>
      <dgm:spPr/>
      <dgm:t>
        <a:bodyPr/>
        <a:lstStyle/>
        <a:p>
          <a:endParaRPr lang="en-US"/>
        </a:p>
      </dgm:t>
    </dgm:pt>
    <dgm:pt modelId="{4DEFBEE4-34C5-489D-88A9-6D543F52C4E7}">
      <dgm:prSet phldrT="[Text]" custT="1"/>
      <dgm:spPr/>
      <dgm:t>
        <a:bodyPr/>
        <a:lstStyle/>
        <a:p>
          <a:r>
            <a:rPr lang="en-US" sz="3200" dirty="0" smtClean="0">
              <a:latin typeface="Arial" panose="020B0604020202020204" pitchFamily="34" charset="0"/>
              <a:cs typeface="Arial" panose="020B0604020202020204" pitchFamily="34" charset="0"/>
            </a:rPr>
            <a:t>Aspirin</a:t>
          </a:r>
          <a:endParaRPr lang="en-US" sz="3200" dirty="0">
            <a:latin typeface="Arial" panose="020B0604020202020204" pitchFamily="34" charset="0"/>
            <a:cs typeface="Arial" panose="020B0604020202020204" pitchFamily="34" charset="0"/>
          </a:endParaRPr>
        </a:p>
      </dgm:t>
    </dgm:pt>
    <dgm:pt modelId="{DB320980-87D8-4225-A7B0-06E5AD504E5F}" type="parTrans" cxnId="{8181DC24-9BFB-4596-B7A3-C73B86028C07}">
      <dgm:prSet/>
      <dgm:spPr/>
      <dgm:t>
        <a:bodyPr/>
        <a:lstStyle/>
        <a:p>
          <a:endParaRPr lang="en-US"/>
        </a:p>
      </dgm:t>
    </dgm:pt>
    <dgm:pt modelId="{CC74CA36-A529-46B2-9A03-318F9B531A01}" type="sibTrans" cxnId="{8181DC24-9BFB-4596-B7A3-C73B86028C07}">
      <dgm:prSet/>
      <dgm:spPr/>
      <dgm:t>
        <a:bodyPr/>
        <a:lstStyle/>
        <a:p>
          <a:endParaRPr lang="en-US"/>
        </a:p>
      </dgm:t>
    </dgm:pt>
    <dgm:pt modelId="{99C3408A-15EC-456C-A5C7-9A051B1A4084}" type="pres">
      <dgm:prSet presAssocID="{3B1E4A37-FD82-47DB-AAB3-1695F23DA192}" presName="diagram" presStyleCnt="0">
        <dgm:presLayoutVars>
          <dgm:chPref val="1"/>
          <dgm:dir/>
          <dgm:animOne val="branch"/>
          <dgm:animLvl val="lvl"/>
          <dgm:resizeHandles val="exact"/>
        </dgm:presLayoutVars>
      </dgm:prSet>
      <dgm:spPr/>
      <dgm:t>
        <a:bodyPr/>
        <a:lstStyle/>
        <a:p>
          <a:endParaRPr lang="en-US"/>
        </a:p>
      </dgm:t>
    </dgm:pt>
    <dgm:pt modelId="{AEE73752-204E-46AF-8716-EA6C73FE2C8C}" type="pres">
      <dgm:prSet presAssocID="{92230386-B406-40AB-836C-34F0E1F3F913}" presName="root1" presStyleCnt="0"/>
      <dgm:spPr/>
    </dgm:pt>
    <dgm:pt modelId="{A98FACB9-6400-4134-BD7E-DC28EEAEE636}" type="pres">
      <dgm:prSet presAssocID="{92230386-B406-40AB-836C-34F0E1F3F913}" presName="LevelOneTextNode" presStyleLbl="node0" presStyleIdx="0" presStyleCnt="1">
        <dgm:presLayoutVars>
          <dgm:chPref val="3"/>
        </dgm:presLayoutVars>
      </dgm:prSet>
      <dgm:spPr/>
      <dgm:t>
        <a:bodyPr/>
        <a:lstStyle/>
        <a:p>
          <a:endParaRPr lang="en-US"/>
        </a:p>
      </dgm:t>
    </dgm:pt>
    <dgm:pt modelId="{6516ADD0-AC01-4272-8C30-9A36E889F06D}" type="pres">
      <dgm:prSet presAssocID="{92230386-B406-40AB-836C-34F0E1F3F913}" presName="level2hierChild" presStyleCnt="0"/>
      <dgm:spPr/>
    </dgm:pt>
    <dgm:pt modelId="{1193793D-EF26-45D6-B65D-BC8EBB9F43CB}" type="pres">
      <dgm:prSet presAssocID="{64DEFBE2-DAC7-499A-991D-DFA5D6FFF2EC}" presName="conn2-1" presStyleLbl="parChTrans1D2" presStyleIdx="0" presStyleCnt="2"/>
      <dgm:spPr/>
      <dgm:t>
        <a:bodyPr/>
        <a:lstStyle/>
        <a:p>
          <a:endParaRPr lang="en-US"/>
        </a:p>
      </dgm:t>
    </dgm:pt>
    <dgm:pt modelId="{A1C193BA-949E-441F-B051-CFD8E2624BC6}" type="pres">
      <dgm:prSet presAssocID="{64DEFBE2-DAC7-499A-991D-DFA5D6FFF2EC}" presName="connTx" presStyleLbl="parChTrans1D2" presStyleIdx="0" presStyleCnt="2"/>
      <dgm:spPr/>
      <dgm:t>
        <a:bodyPr/>
        <a:lstStyle/>
        <a:p>
          <a:endParaRPr lang="en-US"/>
        </a:p>
      </dgm:t>
    </dgm:pt>
    <dgm:pt modelId="{C31E377C-C96B-47A4-91C4-91457840D5DC}" type="pres">
      <dgm:prSet presAssocID="{47E1C530-5A03-4A3C-9E74-CF657B771FE8}" presName="root2" presStyleCnt="0"/>
      <dgm:spPr/>
    </dgm:pt>
    <dgm:pt modelId="{225D39E3-D2B5-4161-863E-E28D866D0CE6}" type="pres">
      <dgm:prSet presAssocID="{47E1C530-5A03-4A3C-9E74-CF657B771FE8}" presName="LevelTwoTextNode" presStyleLbl="node2" presStyleIdx="0" presStyleCnt="2">
        <dgm:presLayoutVars>
          <dgm:chPref val="3"/>
        </dgm:presLayoutVars>
      </dgm:prSet>
      <dgm:spPr/>
      <dgm:t>
        <a:bodyPr/>
        <a:lstStyle/>
        <a:p>
          <a:endParaRPr lang="en-US"/>
        </a:p>
      </dgm:t>
    </dgm:pt>
    <dgm:pt modelId="{8A251615-83DB-42B1-AF02-F3980B1DB74C}" type="pres">
      <dgm:prSet presAssocID="{47E1C530-5A03-4A3C-9E74-CF657B771FE8}" presName="level3hierChild" presStyleCnt="0"/>
      <dgm:spPr/>
    </dgm:pt>
    <dgm:pt modelId="{F94C700E-E8B3-47D5-86C9-A0798E0BBC11}" type="pres">
      <dgm:prSet presAssocID="{DB320980-87D8-4225-A7B0-06E5AD504E5F}" presName="conn2-1" presStyleLbl="parChTrans1D2" presStyleIdx="1" presStyleCnt="2"/>
      <dgm:spPr/>
      <dgm:t>
        <a:bodyPr/>
        <a:lstStyle/>
        <a:p>
          <a:endParaRPr lang="en-US"/>
        </a:p>
      </dgm:t>
    </dgm:pt>
    <dgm:pt modelId="{91E8B460-02CD-4B6E-AF51-DE59D5BD3E1A}" type="pres">
      <dgm:prSet presAssocID="{DB320980-87D8-4225-A7B0-06E5AD504E5F}" presName="connTx" presStyleLbl="parChTrans1D2" presStyleIdx="1" presStyleCnt="2"/>
      <dgm:spPr/>
      <dgm:t>
        <a:bodyPr/>
        <a:lstStyle/>
        <a:p>
          <a:endParaRPr lang="en-US"/>
        </a:p>
      </dgm:t>
    </dgm:pt>
    <dgm:pt modelId="{540CCADF-4075-432A-9F65-C35EAB24619D}" type="pres">
      <dgm:prSet presAssocID="{4DEFBEE4-34C5-489D-88A9-6D543F52C4E7}" presName="root2" presStyleCnt="0"/>
      <dgm:spPr/>
    </dgm:pt>
    <dgm:pt modelId="{B8D5940C-6854-407E-BCD7-7173C7570212}" type="pres">
      <dgm:prSet presAssocID="{4DEFBEE4-34C5-489D-88A9-6D543F52C4E7}" presName="LevelTwoTextNode" presStyleLbl="node2" presStyleIdx="1" presStyleCnt="2">
        <dgm:presLayoutVars>
          <dgm:chPref val="3"/>
        </dgm:presLayoutVars>
      </dgm:prSet>
      <dgm:spPr/>
      <dgm:t>
        <a:bodyPr/>
        <a:lstStyle/>
        <a:p>
          <a:endParaRPr lang="en-US"/>
        </a:p>
      </dgm:t>
    </dgm:pt>
    <dgm:pt modelId="{FF558AEB-0BFC-4ED6-8CCC-CB75EAAD8EBA}" type="pres">
      <dgm:prSet presAssocID="{4DEFBEE4-34C5-489D-88A9-6D543F52C4E7}" presName="level3hierChild" presStyleCnt="0"/>
      <dgm:spPr/>
    </dgm:pt>
  </dgm:ptLst>
  <dgm:cxnLst>
    <dgm:cxn modelId="{699D8A6B-3B21-4451-9F14-99BA714206CC}" srcId="{92230386-B406-40AB-836C-34F0E1F3F913}" destId="{47E1C530-5A03-4A3C-9E74-CF657B771FE8}" srcOrd="0" destOrd="0" parTransId="{64DEFBE2-DAC7-499A-991D-DFA5D6FFF2EC}" sibTransId="{0E54542E-EAB5-44F9-97DB-7645DCB0EAD0}"/>
    <dgm:cxn modelId="{D923C61B-E40F-453B-A553-7F250177FE02}" type="presOf" srcId="{64DEFBE2-DAC7-499A-991D-DFA5D6FFF2EC}" destId="{A1C193BA-949E-441F-B051-CFD8E2624BC6}" srcOrd="1" destOrd="0" presId="urn:microsoft.com/office/officeart/2005/8/layout/hierarchy2"/>
    <dgm:cxn modelId="{51D511EA-16E8-4389-B00D-52A3CA381A44}" type="presOf" srcId="{4DEFBEE4-34C5-489D-88A9-6D543F52C4E7}" destId="{B8D5940C-6854-407E-BCD7-7173C7570212}" srcOrd="0" destOrd="0" presId="urn:microsoft.com/office/officeart/2005/8/layout/hierarchy2"/>
    <dgm:cxn modelId="{FB6A672E-54C3-456A-8BC6-9D8E96228C36}" type="presOf" srcId="{64DEFBE2-DAC7-499A-991D-DFA5D6FFF2EC}" destId="{1193793D-EF26-45D6-B65D-BC8EBB9F43CB}" srcOrd="0" destOrd="0" presId="urn:microsoft.com/office/officeart/2005/8/layout/hierarchy2"/>
    <dgm:cxn modelId="{6B10FDC7-99D9-4C75-BFC6-0642C620DBD3}" type="presOf" srcId="{47E1C530-5A03-4A3C-9E74-CF657B771FE8}" destId="{225D39E3-D2B5-4161-863E-E28D866D0CE6}" srcOrd="0" destOrd="0" presId="urn:microsoft.com/office/officeart/2005/8/layout/hierarchy2"/>
    <dgm:cxn modelId="{D69E2C9B-02F9-4CA6-8AB6-6ABA8BCC9C03}" type="presOf" srcId="{92230386-B406-40AB-836C-34F0E1F3F913}" destId="{A98FACB9-6400-4134-BD7E-DC28EEAEE636}" srcOrd="0" destOrd="0" presId="urn:microsoft.com/office/officeart/2005/8/layout/hierarchy2"/>
    <dgm:cxn modelId="{8181DC24-9BFB-4596-B7A3-C73B86028C07}" srcId="{92230386-B406-40AB-836C-34F0E1F3F913}" destId="{4DEFBEE4-34C5-489D-88A9-6D543F52C4E7}" srcOrd="1" destOrd="0" parTransId="{DB320980-87D8-4225-A7B0-06E5AD504E5F}" sibTransId="{CC74CA36-A529-46B2-9A03-318F9B531A01}"/>
    <dgm:cxn modelId="{E0EA6B40-FE1F-4258-B8E2-B46DF292B067}" type="presOf" srcId="{DB320980-87D8-4225-A7B0-06E5AD504E5F}" destId="{91E8B460-02CD-4B6E-AF51-DE59D5BD3E1A}" srcOrd="1" destOrd="0" presId="urn:microsoft.com/office/officeart/2005/8/layout/hierarchy2"/>
    <dgm:cxn modelId="{4CC0CAC1-D28B-496D-B092-A9CE779D5981}" type="presOf" srcId="{DB320980-87D8-4225-A7B0-06E5AD504E5F}" destId="{F94C700E-E8B3-47D5-86C9-A0798E0BBC11}" srcOrd="0" destOrd="0" presId="urn:microsoft.com/office/officeart/2005/8/layout/hierarchy2"/>
    <dgm:cxn modelId="{E9A126AE-1A8B-4720-A1A0-6C54F276A830}" srcId="{3B1E4A37-FD82-47DB-AAB3-1695F23DA192}" destId="{92230386-B406-40AB-836C-34F0E1F3F913}" srcOrd="0" destOrd="0" parTransId="{465AC027-ECA5-4443-8764-15C7D2933A8E}" sibTransId="{6529D615-DD7E-4326-9DC3-7389696F1197}"/>
    <dgm:cxn modelId="{EE450B0F-7D82-4B35-8D3E-6EC6208DBDB7}" type="presOf" srcId="{3B1E4A37-FD82-47DB-AAB3-1695F23DA192}" destId="{99C3408A-15EC-456C-A5C7-9A051B1A4084}" srcOrd="0" destOrd="0" presId="urn:microsoft.com/office/officeart/2005/8/layout/hierarchy2"/>
    <dgm:cxn modelId="{8D1680D2-091F-44D3-BF98-020CE327ABEC}" type="presParOf" srcId="{99C3408A-15EC-456C-A5C7-9A051B1A4084}" destId="{AEE73752-204E-46AF-8716-EA6C73FE2C8C}" srcOrd="0" destOrd="0" presId="urn:microsoft.com/office/officeart/2005/8/layout/hierarchy2"/>
    <dgm:cxn modelId="{D76DA865-B006-4C93-9ACF-D7D586008CC5}" type="presParOf" srcId="{AEE73752-204E-46AF-8716-EA6C73FE2C8C}" destId="{A98FACB9-6400-4134-BD7E-DC28EEAEE636}" srcOrd="0" destOrd="0" presId="urn:microsoft.com/office/officeart/2005/8/layout/hierarchy2"/>
    <dgm:cxn modelId="{55C6CD0E-5C5F-480B-BDC3-6F0864C7B6CD}" type="presParOf" srcId="{AEE73752-204E-46AF-8716-EA6C73FE2C8C}" destId="{6516ADD0-AC01-4272-8C30-9A36E889F06D}" srcOrd="1" destOrd="0" presId="urn:microsoft.com/office/officeart/2005/8/layout/hierarchy2"/>
    <dgm:cxn modelId="{BD22C0E9-F2BE-4031-9364-F9854D272422}" type="presParOf" srcId="{6516ADD0-AC01-4272-8C30-9A36E889F06D}" destId="{1193793D-EF26-45D6-B65D-BC8EBB9F43CB}" srcOrd="0" destOrd="0" presId="urn:microsoft.com/office/officeart/2005/8/layout/hierarchy2"/>
    <dgm:cxn modelId="{5232CF72-878B-4E7C-9282-2293C3524CE3}" type="presParOf" srcId="{1193793D-EF26-45D6-B65D-BC8EBB9F43CB}" destId="{A1C193BA-949E-441F-B051-CFD8E2624BC6}" srcOrd="0" destOrd="0" presId="urn:microsoft.com/office/officeart/2005/8/layout/hierarchy2"/>
    <dgm:cxn modelId="{7EB83BF4-2F82-47C8-A3C7-628AFEF55870}" type="presParOf" srcId="{6516ADD0-AC01-4272-8C30-9A36E889F06D}" destId="{C31E377C-C96B-47A4-91C4-91457840D5DC}" srcOrd="1" destOrd="0" presId="urn:microsoft.com/office/officeart/2005/8/layout/hierarchy2"/>
    <dgm:cxn modelId="{AB845285-DE99-4DFC-B4E1-97D356C01326}" type="presParOf" srcId="{C31E377C-C96B-47A4-91C4-91457840D5DC}" destId="{225D39E3-D2B5-4161-863E-E28D866D0CE6}" srcOrd="0" destOrd="0" presId="urn:microsoft.com/office/officeart/2005/8/layout/hierarchy2"/>
    <dgm:cxn modelId="{A36BCEE7-50D1-4AD4-9F93-843B904C9692}" type="presParOf" srcId="{C31E377C-C96B-47A4-91C4-91457840D5DC}" destId="{8A251615-83DB-42B1-AF02-F3980B1DB74C}" srcOrd="1" destOrd="0" presId="urn:microsoft.com/office/officeart/2005/8/layout/hierarchy2"/>
    <dgm:cxn modelId="{15D1A4FB-1386-4A78-B506-CDC0372C33BE}" type="presParOf" srcId="{6516ADD0-AC01-4272-8C30-9A36E889F06D}" destId="{F94C700E-E8B3-47D5-86C9-A0798E0BBC11}" srcOrd="2" destOrd="0" presId="urn:microsoft.com/office/officeart/2005/8/layout/hierarchy2"/>
    <dgm:cxn modelId="{97B6E349-8F8C-4EEA-9999-F5A83B5EAD92}" type="presParOf" srcId="{F94C700E-E8B3-47D5-86C9-A0798E0BBC11}" destId="{91E8B460-02CD-4B6E-AF51-DE59D5BD3E1A}" srcOrd="0" destOrd="0" presId="urn:microsoft.com/office/officeart/2005/8/layout/hierarchy2"/>
    <dgm:cxn modelId="{57483892-1791-4310-9E17-C91B3EBDE0C3}" type="presParOf" srcId="{6516ADD0-AC01-4272-8C30-9A36E889F06D}" destId="{540CCADF-4075-432A-9F65-C35EAB24619D}" srcOrd="3" destOrd="0" presId="urn:microsoft.com/office/officeart/2005/8/layout/hierarchy2"/>
    <dgm:cxn modelId="{A5A1F40F-91F9-4940-98AD-6A12AFC27EB1}" type="presParOf" srcId="{540CCADF-4075-432A-9F65-C35EAB24619D}" destId="{B8D5940C-6854-407E-BCD7-7173C7570212}" srcOrd="0" destOrd="0" presId="urn:microsoft.com/office/officeart/2005/8/layout/hierarchy2"/>
    <dgm:cxn modelId="{B388F9CE-3499-432E-A291-E6AF99D46290}" type="presParOf" srcId="{540CCADF-4075-432A-9F65-C35EAB24619D}" destId="{FF558AEB-0BFC-4ED6-8CCC-CB75EAAD8EBA}"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91DEF4F-5E73-4168-9507-C26B0C9ED67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B1272A54-3721-4536-B501-11E4779D40D8}">
      <dgm:prSet phldrT="[Text]" custT="1"/>
      <dgm:spPr/>
      <dgm:t>
        <a:bodyPr/>
        <a:lstStyle/>
        <a:p>
          <a:r>
            <a:rPr lang="en-US" sz="3200" dirty="0" err="1" smtClean="0">
              <a:latin typeface="Arial" panose="020B0604020202020204" pitchFamily="34" charset="0"/>
              <a:cs typeface="Arial" panose="020B0604020202020204" pitchFamily="34" charset="0"/>
            </a:rPr>
            <a:t>Bài</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tiết</a:t>
          </a:r>
          <a:endParaRPr lang="en-US" sz="3200" dirty="0">
            <a:latin typeface="Arial" panose="020B0604020202020204" pitchFamily="34" charset="0"/>
            <a:cs typeface="Arial" panose="020B0604020202020204" pitchFamily="34" charset="0"/>
          </a:endParaRPr>
        </a:p>
      </dgm:t>
    </dgm:pt>
    <dgm:pt modelId="{B784D774-5906-458A-A2AA-66E0E71032D7}" type="parTrans" cxnId="{FAF63DB9-9E07-4357-A450-4B7779A3CED2}">
      <dgm:prSet/>
      <dgm:spPr/>
      <dgm:t>
        <a:bodyPr/>
        <a:lstStyle/>
        <a:p>
          <a:endParaRPr lang="en-US"/>
        </a:p>
      </dgm:t>
    </dgm:pt>
    <dgm:pt modelId="{AC1CA3F1-EC26-4D43-813E-E7BC012C36AF}" type="sibTrans" cxnId="{FAF63DB9-9E07-4357-A450-4B7779A3CED2}">
      <dgm:prSet/>
      <dgm:spPr/>
      <dgm:t>
        <a:bodyPr/>
        <a:lstStyle/>
        <a:p>
          <a:endParaRPr lang="en-US"/>
        </a:p>
      </dgm:t>
    </dgm:pt>
    <dgm:pt modelId="{F53B229E-5C2A-4A2A-8948-3C762E0D8834}">
      <dgm:prSet phldrT="[Text]" custT="1"/>
      <dgm:spPr/>
      <dgm:t>
        <a:bodyPr/>
        <a:lstStyle/>
        <a:p>
          <a:pPr algn="l"/>
          <a:r>
            <a:rPr lang="en-US" sz="2400" dirty="0" err="1" smtClean="0">
              <a:latin typeface="Arial" panose="020B0604020202020204" pitchFamily="34" charset="0"/>
              <a:cs typeface="Arial" panose="020B0604020202020204" pitchFamily="34" charset="0"/>
            </a:rPr>
            <a:t>Kích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thích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cơ</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học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TĂn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dụng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cụ</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sonde</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dgm:t>
    </dgm:pt>
    <dgm:pt modelId="{5DB7E6BB-4442-4486-99B2-3EF2EEF3D5ED}" type="parTrans" cxnId="{5C509C97-4914-4274-BE35-0EF8217BBB99}">
      <dgm:prSet/>
      <dgm:spPr/>
      <dgm:t>
        <a:bodyPr/>
        <a:lstStyle/>
        <a:p>
          <a:endParaRPr lang="en-US"/>
        </a:p>
      </dgm:t>
    </dgm:pt>
    <dgm:pt modelId="{BECE6735-3CDF-4EF7-8A45-3C346B88CEDC}" type="sibTrans" cxnId="{5C509C97-4914-4274-BE35-0EF8217BBB99}">
      <dgm:prSet/>
      <dgm:spPr/>
      <dgm:t>
        <a:bodyPr/>
        <a:lstStyle/>
        <a:p>
          <a:endParaRPr lang="en-US"/>
        </a:p>
      </dgm:t>
    </dgm:pt>
    <dgm:pt modelId="{7B82BA2A-19B6-4290-95B7-DC02E74A0499}">
      <dgm:prSet phldrT="[Text]" custT="1"/>
      <dgm:spPr/>
      <dgm:t>
        <a:bodyPr/>
        <a:lstStyle/>
        <a:p>
          <a:pPr algn="l"/>
          <a:r>
            <a:rPr lang="en-US" sz="2400" dirty="0" err="1" smtClean="0">
              <a:latin typeface="Arial" panose="020B0604020202020204" pitchFamily="34" charset="0"/>
              <a:cs typeface="Arial" panose="020B0604020202020204" pitchFamily="34" charset="0"/>
            </a:rPr>
            <a:t>Kích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thích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hóa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học</a:t>
          </a:r>
          <a:endParaRPr lang="en-US" sz="2400" dirty="0">
            <a:latin typeface="Arial" panose="020B0604020202020204" pitchFamily="34" charset="0"/>
            <a:cs typeface="Arial" panose="020B0604020202020204" pitchFamily="34" charset="0"/>
          </a:endParaRPr>
        </a:p>
      </dgm:t>
    </dgm:pt>
    <dgm:pt modelId="{9C8EAC0F-1CAC-45FE-AC96-B908488D9DDE}" type="parTrans" cxnId="{54F0F361-82C5-44D3-877B-EE1FB5CDDBDF}">
      <dgm:prSet/>
      <dgm:spPr/>
      <dgm:t>
        <a:bodyPr/>
        <a:lstStyle/>
        <a:p>
          <a:endParaRPr lang="en-US"/>
        </a:p>
      </dgm:t>
    </dgm:pt>
    <dgm:pt modelId="{46B61587-E3A5-4A8B-8B8B-8C911F1AA611}" type="sibTrans" cxnId="{54F0F361-82C5-44D3-877B-EE1FB5CDDBDF}">
      <dgm:prSet/>
      <dgm:spPr/>
      <dgm:t>
        <a:bodyPr/>
        <a:lstStyle/>
        <a:p>
          <a:endParaRPr lang="en-US"/>
        </a:p>
      </dgm:t>
    </dgm:pt>
    <dgm:pt modelId="{A4401A7D-A537-432F-A736-CBFF2CFD7A20}" type="pres">
      <dgm:prSet presAssocID="{091DEF4F-5E73-4168-9507-C26B0C9ED67C}" presName="diagram" presStyleCnt="0">
        <dgm:presLayoutVars>
          <dgm:chPref val="1"/>
          <dgm:dir val="rev"/>
          <dgm:animOne val="branch"/>
          <dgm:animLvl val="lvl"/>
          <dgm:resizeHandles val="exact"/>
        </dgm:presLayoutVars>
      </dgm:prSet>
      <dgm:spPr/>
      <dgm:t>
        <a:bodyPr/>
        <a:lstStyle/>
        <a:p>
          <a:endParaRPr lang="en-US"/>
        </a:p>
      </dgm:t>
    </dgm:pt>
    <dgm:pt modelId="{981BACF5-C80A-44FC-B347-0840F666533F}" type="pres">
      <dgm:prSet presAssocID="{B1272A54-3721-4536-B501-11E4779D40D8}" presName="root1" presStyleCnt="0"/>
      <dgm:spPr/>
    </dgm:pt>
    <dgm:pt modelId="{0CCB4CB1-98D4-4138-907E-BD761EDE71A6}" type="pres">
      <dgm:prSet presAssocID="{B1272A54-3721-4536-B501-11E4779D40D8}" presName="LevelOneTextNode" presStyleLbl="node0" presStyleIdx="0" presStyleCnt="1" custScaleY="113485">
        <dgm:presLayoutVars>
          <dgm:chPref val="3"/>
        </dgm:presLayoutVars>
      </dgm:prSet>
      <dgm:spPr/>
      <dgm:t>
        <a:bodyPr/>
        <a:lstStyle/>
        <a:p>
          <a:endParaRPr lang="en-US"/>
        </a:p>
      </dgm:t>
    </dgm:pt>
    <dgm:pt modelId="{AAE5BAB8-33D1-4B0B-9462-EFE31AC837ED}" type="pres">
      <dgm:prSet presAssocID="{B1272A54-3721-4536-B501-11E4779D40D8}" presName="level2hierChild" presStyleCnt="0"/>
      <dgm:spPr/>
    </dgm:pt>
    <dgm:pt modelId="{5CA2433F-84BA-4BBD-A86F-1AF646844C37}" type="pres">
      <dgm:prSet presAssocID="{5DB7E6BB-4442-4486-99B2-3EF2EEF3D5ED}" presName="conn2-1" presStyleLbl="parChTrans1D2" presStyleIdx="0" presStyleCnt="2"/>
      <dgm:spPr/>
      <dgm:t>
        <a:bodyPr/>
        <a:lstStyle/>
        <a:p>
          <a:endParaRPr lang="en-US"/>
        </a:p>
      </dgm:t>
    </dgm:pt>
    <dgm:pt modelId="{8F3747EA-76BB-4E93-84C7-199D86962A37}" type="pres">
      <dgm:prSet presAssocID="{5DB7E6BB-4442-4486-99B2-3EF2EEF3D5ED}" presName="connTx" presStyleLbl="parChTrans1D2" presStyleIdx="0" presStyleCnt="2"/>
      <dgm:spPr/>
      <dgm:t>
        <a:bodyPr/>
        <a:lstStyle/>
        <a:p>
          <a:endParaRPr lang="en-US"/>
        </a:p>
      </dgm:t>
    </dgm:pt>
    <dgm:pt modelId="{B826E43B-88C3-4510-99C4-138CC830CF45}" type="pres">
      <dgm:prSet presAssocID="{F53B229E-5C2A-4A2A-8948-3C762E0D8834}" presName="root2" presStyleCnt="0"/>
      <dgm:spPr/>
    </dgm:pt>
    <dgm:pt modelId="{18662AA0-0D74-4D34-97E2-3F6ED97460DD}" type="pres">
      <dgm:prSet presAssocID="{F53B229E-5C2A-4A2A-8948-3C762E0D8834}" presName="LevelTwoTextNode" presStyleLbl="node2" presStyleIdx="0" presStyleCnt="2" custScaleX="120158" custScaleY="149175" custLinFactNeighborY="-34358">
        <dgm:presLayoutVars>
          <dgm:chPref val="3"/>
        </dgm:presLayoutVars>
      </dgm:prSet>
      <dgm:spPr/>
      <dgm:t>
        <a:bodyPr/>
        <a:lstStyle/>
        <a:p>
          <a:endParaRPr lang="en-US"/>
        </a:p>
      </dgm:t>
    </dgm:pt>
    <dgm:pt modelId="{88DEAEA7-1D81-413F-BAF1-07A155CC0FA6}" type="pres">
      <dgm:prSet presAssocID="{F53B229E-5C2A-4A2A-8948-3C762E0D8834}" presName="level3hierChild" presStyleCnt="0"/>
      <dgm:spPr/>
    </dgm:pt>
    <dgm:pt modelId="{FBDAEF6E-A9C6-4341-AB11-B06DA1EC0AD6}" type="pres">
      <dgm:prSet presAssocID="{9C8EAC0F-1CAC-45FE-AC96-B908488D9DDE}" presName="conn2-1" presStyleLbl="parChTrans1D2" presStyleIdx="1" presStyleCnt="2"/>
      <dgm:spPr/>
      <dgm:t>
        <a:bodyPr/>
        <a:lstStyle/>
        <a:p>
          <a:endParaRPr lang="en-US"/>
        </a:p>
      </dgm:t>
    </dgm:pt>
    <dgm:pt modelId="{65091CEF-5CAC-4E2D-AA6E-A7B7F835FFBC}" type="pres">
      <dgm:prSet presAssocID="{9C8EAC0F-1CAC-45FE-AC96-B908488D9DDE}" presName="connTx" presStyleLbl="parChTrans1D2" presStyleIdx="1" presStyleCnt="2"/>
      <dgm:spPr/>
      <dgm:t>
        <a:bodyPr/>
        <a:lstStyle/>
        <a:p>
          <a:endParaRPr lang="en-US"/>
        </a:p>
      </dgm:t>
    </dgm:pt>
    <dgm:pt modelId="{5A89C378-6517-41EA-AA8B-0CC99BDAE73E}" type="pres">
      <dgm:prSet presAssocID="{7B82BA2A-19B6-4290-95B7-DC02E74A0499}" presName="root2" presStyleCnt="0"/>
      <dgm:spPr/>
    </dgm:pt>
    <dgm:pt modelId="{0725651F-6FBB-4065-BA18-489CF7360ED9}" type="pres">
      <dgm:prSet presAssocID="{7B82BA2A-19B6-4290-95B7-DC02E74A0499}" presName="LevelTwoTextNode" presStyleLbl="node2" presStyleIdx="1" presStyleCnt="2" custScaleX="112152" custScaleY="150770" custLinFactNeighborX="-8589" custLinFactNeighborY="54399">
        <dgm:presLayoutVars>
          <dgm:chPref val="3"/>
        </dgm:presLayoutVars>
      </dgm:prSet>
      <dgm:spPr/>
      <dgm:t>
        <a:bodyPr/>
        <a:lstStyle/>
        <a:p>
          <a:endParaRPr lang="en-US"/>
        </a:p>
      </dgm:t>
    </dgm:pt>
    <dgm:pt modelId="{780C0FD1-B69E-4723-9B7D-27EF5F0948D1}" type="pres">
      <dgm:prSet presAssocID="{7B82BA2A-19B6-4290-95B7-DC02E74A0499}" presName="level3hierChild" presStyleCnt="0"/>
      <dgm:spPr/>
    </dgm:pt>
  </dgm:ptLst>
  <dgm:cxnLst>
    <dgm:cxn modelId="{1CC565AE-6152-497F-8C9D-AB42E33D8833}" type="presOf" srcId="{7B82BA2A-19B6-4290-95B7-DC02E74A0499}" destId="{0725651F-6FBB-4065-BA18-489CF7360ED9}" srcOrd="0" destOrd="0" presId="urn:microsoft.com/office/officeart/2005/8/layout/hierarchy2"/>
    <dgm:cxn modelId="{64FC16DE-76B4-4F6E-AE63-FA900DD11AF3}" type="presOf" srcId="{9C8EAC0F-1CAC-45FE-AC96-B908488D9DDE}" destId="{65091CEF-5CAC-4E2D-AA6E-A7B7F835FFBC}" srcOrd="1" destOrd="0" presId="urn:microsoft.com/office/officeart/2005/8/layout/hierarchy2"/>
    <dgm:cxn modelId="{5C509C97-4914-4274-BE35-0EF8217BBB99}" srcId="{B1272A54-3721-4536-B501-11E4779D40D8}" destId="{F53B229E-5C2A-4A2A-8948-3C762E0D8834}" srcOrd="0" destOrd="0" parTransId="{5DB7E6BB-4442-4486-99B2-3EF2EEF3D5ED}" sibTransId="{BECE6735-3CDF-4EF7-8A45-3C346B88CEDC}"/>
    <dgm:cxn modelId="{1F154053-6B3C-4BDC-A4A9-D3A84EEFCABC}" type="presOf" srcId="{5DB7E6BB-4442-4486-99B2-3EF2EEF3D5ED}" destId="{8F3747EA-76BB-4E93-84C7-199D86962A37}" srcOrd="1" destOrd="0" presId="urn:microsoft.com/office/officeart/2005/8/layout/hierarchy2"/>
    <dgm:cxn modelId="{FAF63DB9-9E07-4357-A450-4B7779A3CED2}" srcId="{091DEF4F-5E73-4168-9507-C26B0C9ED67C}" destId="{B1272A54-3721-4536-B501-11E4779D40D8}" srcOrd="0" destOrd="0" parTransId="{B784D774-5906-458A-A2AA-66E0E71032D7}" sibTransId="{AC1CA3F1-EC26-4D43-813E-E7BC012C36AF}"/>
    <dgm:cxn modelId="{ADE4FCE6-FBA4-4AA6-99DC-9EB5335094A2}" type="presOf" srcId="{F53B229E-5C2A-4A2A-8948-3C762E0D8834}" destId="{18662AA0-0D74-4D34-97E2-3F6ED97460DD}" srcOrd="0" destOrd="0" presId="urn:microsoft.com/office/officeart/2005/8/layout/hierarchy2"/>
    <dgm:cxn modelId="{B0F34702-BD2A-4D2F-BF8B-0A6C16EF2634}" type="presOf" srcId="{B1272A54-3721-4536-B501-11E4779D40D8}" destId="{0CCB4CB1-98D4-4138-907E-BD761EDE71A6}" srcOrd="0" destOrd="0" presId="urn:microsoft.com/office/officeart/2005/8/layout/hierarchy2"/>
    <dgm:cxn modelId="{12966C11-7CE6-469F-847F-ADB0801E23C3}" type="presOf" srcId="{5DB7E6BB-4442-4486-99B2-3EF2EEF3D5ED}" destId="{5CA2433F-84BA-4BBD-A86F-1AF646844C37}" srcOrd="0" destOrd="0" presId="urn:microsoft.com/office/officeart/2005/8/layout/hierarchy2"/>
    <dgm:cxn modelId="{0AE1B92C-9D39-4C83-808F-A2D03A356DC2}" type="presOf" srcId="{091DEF4F-5E73-4168-9507-C26B0C9ED67C}" destId="{A4401A7D-A537-432F-A736-CBFF2CFD7A20}" srcOrd="0" destOrd="0" presId="urn:microsoft.com/office/officeart/2005/8/layout/hierarchy2"/>
    <dgm:cxn modelId="{1DFA5E54-9687-4A50-AABD-B37A4A1C67CF}" type="presOf" srcId="{9C8EAC0F-1CAC-45FE-AC96-B908488D9DDE}" destId="{FBDAEF6E-A9C6-4341-AB11-B06DA1EC0AD6}" srcOrd="0" destOrd="0" presId="urn:microsoft.com/office/officeart/2005/8/layout/hierarchy2"/>
    <dgm:cxn modelId="{54F0F361-82C5-44D3-877B-EE1FB5CDDBDF}" srcId="{B1272A54-3721-4536-B501-11E4779D40D8}" destId="{7B82BA2A-19B6-4290-95B7-DC02E74A0499}" srcOrd="1" destOrd="0" parTransId="{9C8EAC0F-1CAC-45FE-AC96-B908488D9DDE}" sibTransId="{46B61587-E3A5-4A8B-8B8B-8C911F1AA611}"/>
    <dgm:cxn modelId="{CF2ECAD9-8000-4CD1-A479-1546CD373C89}" type="presParOf" srcId="{A4401A7D-A537-432F-A736-CBFF2CFD7A20}" destId="{981BACF5-C80A-44FC-B347-0840F666533F}" srcOrd="0" destOrd="0" presId="urn:microsoft.com/office/officeart/2005/8/layout/hierarchy2"/>
    <dgm:cxn modelId="{4BB3BCA6-9ED3-4382-964F-64C0E6FD6762}" type="presParOf" srcId="{981BACF5-C80A-44FC-B347-0840F666533F}" destId="{0CCB4CB1-98D4-4138-907E-BD761EDE71A6}" srcOrd="0" destOrd="0" presId="urn:microsoft.com/office/officeart/2005/8/layout/hierarchy2"/>
    <dgm:cxn modelId="{4ED7D46E-F559-40FC-AF4E-21998CED4D5D}" type="presParOf" srcId="{981BACF5-C80A-44FC-B347-0840F666533F}" destId="{AAE5BAB8-33D1-4B0B-9462-EFE31AC837ED}" srcOrd="1" destOrd="0" presId="urn:microsoft.com/office/officeart/2005/8/layout/hierarchy2"/>
    <dgm:cxn modelId="{2D4C580C-F537-477D-996B-F390C064ABE9}" type="presParOf" srcId="{AAE5BAB8-33D1-4B0B-9462-EFE31AC837ED}" destId="{5CA2433F-84BA-4BBD-A86F-1AF646844C37}" srcOrd="0" destOrd="0" presId="urn:microsoft.com/office/officeart/2005/8/layout/hierarchy2"/>
    <dgm:cxn modelId="{99CF8E1C-564E-469D-8004-BFD700FB23F4}" type="presParOf" srcId="{5CA2433F-84BA-4BBD-A86F-1AF646844C37}" destId="{8F3747EA-76BB-4E93-84C7-199D86962A37}" srcOrd="0" destOrd="0" presId="urn:microsoft.com/office/officeart/2005/8/layout/hierarchy2"/>
    <dgm:cxn modelId="{F11BEB8A-540B-4A11-82DA-17D0DF83522E}" type="presParOf" srcId="{AAE5BAB8-33D1-4B0B-9462-EFE31AC837ED}" destId="{B826E43B-88C3-4510-99C4-138CC830CF45}" srcOrd="1" destOrd="0" presId="urn:microsoft.com/office/officeart/2005/8/layout/hierarchy2"/>
    <dgm:cxn modelId="{D2F004EA-BF64-4F38-8C1A-52BB0F60B81F}" type="presParOf" srcId="{B826E43B-88C3-4510-99C4-138CC830CF45}" destId="{18662AA0-0D74-4D34-97E2-3F6ED97460DD}" srcOrd="0" destOrd="0" presId="urn:microsoft.com/office/officeart/2005/8/layout/hierarchy2"/>
    <dgm:cxn modelId="{B3DC98DC-7AAB-4AB1-8C28-D260AA4F7B01}" type="presParOf" srcId="{B826E43B-88C3-4510-99C4-138CC830CF45}" destId="{88DEAEA7-1D81-413F-BAF1-07A155CC0FA6}" srcOrd="1" destOrd="0" presId="urn:microsoft.com/office/officeart/2005/8/layout/hierarchy2"/>
    <dgm:cxn modelId="{7E7B6737-97ED-4FAF-B57D-6BF634E1992D}" type="presParOf" srcId="{AAE5BAB8-33D1-4B0B-9462-EFE31AC837ED}" destId="{FBDAEF6E-A9C6-4341-AB11-B06DA1EC0AD6}" srcOrd="2" destOrd="0" presId="urn:microsoft.com/office/officeart/2005/8/layout/hierarchy2"/>
    <dgm:cxn modelId="{A9D9B82A-31E5-4FE0-9E8A-9F71A2AD8E31}" type="presParOf" srcId="{FBDAEF6E-A9C6-4341-AB11-B06DA1EC0AD6}" destId="{65091CEF-5CAC-4E2D-AA6E-A7B7F835FFBC}" srcOrd="0" destOrd="0" presId="urn:microsoft.com/office/officeart/2005/8/layout/hierarchy2"/>
    <dgm:cxn modelId="{060005E4-FE1D-48E9-9246-5D2FF380B5A4}" type="presParOf" srcId="{AAE5BAB8-33D1-4B0B-9462-EFE31AC837ED}" destId="{5A89C378-6517-41EA-AA8B-0CC99BDAE73E}" srcOrd="3" destOrd="0" presId="urn:microsoft.com/office/officeart/2005/8/layout/hierarchy2"/>
    <dgm:cxn modelId="{0EF57FFD-95A0-4B49-B6BF-D79290ADC692}" type="presParOf" srcId="{5A89C378-6517-41EA-AA8B-0CC99BDAE73E}" destId="{0725651F-6FBB-4065-BA18-489CF7360ED9}" srcOrd="0" destOrd="0" presId="urn:microsoft.com/office/officeart/2005/8/layout/hierarchy2"/>
    <dgm:cxn modelId="{EDF500C2-BCDF-498D-AA4F-91B2FE7FBC9A}" type="presParOf" srcId="{5A89C378-6517-41EA-AA8B-0CC99BDAE73E}" destId="{780C0FD1-B69E-4723-9B7D-27EF5F0948D1}" srcOrd="1" destOrd="0" presId="urn:microsoft.com/office/officeart/2005/8/layout/hierarchy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723403A-CE79-4F6F-8720-552B158536A2}" type="doc">
      <dgm:prSet loTypeId="urn:microsoft.com/office/officeart/2005/8/layout/hierarchy2" loCatId="hierarchy" qsTypeId="urn:microsoft.com/office/officeart/2005/8/quickstyle/simple1" qsCatId="simple" csTypeId="urn:microsoft.com/office/officeart/2005/8/colors/accent4_2" csCatId="accent4" phldr="1"/>
      <dgm:spPr/>
      <dgm:t>
        <a:bodyPr/>
        <a:lstStyle/>
        <a:p>
          <a:endParaRPr lang="en-US"/>
        </a:p>
      </dgm:t>
    </dgm:pt>
    <dgm:pt modelId="{7513A15B-2A72-4A43-A488-F29651D442C4}">
      <dgm:prSet phldrT="[Text]"/>
      <dgm:spPr/>
      <dgm:t>
        <a:bodyPr/>
        <a:lstStyle/>
        <a:p>
          <a:pPr algn="ctr"/>
          <a:r>
            <a:rPr lang="en-US" dirty="0" err="1" smtClean="0">
              <a:latin typeface="Arial" panose="020B0604020202020204" pitchFamily="34" charset="0"/>
              <a:cs typeface="Arial" panose="020B0604020202020204" pitchFamily="34" charset="0"/>
            </a:rPr>
            <a:t>Gan</a:t>
          </a:r>
          <a:endParaRPr lang="en-US" dirty="0">
            <a:latin typeface="Arial" panose="020B0604020202020204" pitchFamily="34" charset="0"/>
            <a:cs typeface="Arial" panose="020B0604020202020204" pitchFamily="34" charset="0"/>
          </a:endParaRPr>
        </a:p>
      </dgm:t>
    </dgm:pt>
    <dgm:pt modelId="{9A557680-49A0-407C-A387-CAC14E146587}" type="parTrans" cxnId="{68CDFB54-AA98-423D-A348-993C219A4F89}">
      <dgm:prSet/>
      <dgm:spPr/>
      <dgm:t>
        <a:bodyPr/>
        <a:lstStyle/>
        <a:p>
          <a:endParaRPr lang="en-US"/>
        </a:p>
      </dgm:t>
    </dgm:pt>
    <dgm:pt modelId="{4A9465A9-AAD2-4C55-9D7B-665128F9D3D9}" type="sibTrans" cxnId="{68CDFB54-AA98-423D-A348-993C219A4F89}">
      <dgm:prSet/>
      <dgm:spPr/>
      <dgm:t>
        <a:bodyPr/>
        <a:lstStyle/>
        <a:p>
          <a:endParaRPr lang="en-US"/>
        </a:p>
      </dgm:t>
    </dgm:pt>
    <dgm:pt modelId="{9104C3C2-F648-40B9-8B51-75C9FC1F860A}">
      <dgm:prSet phldrT="[Text]"/>
      <dgm:spPr/>
      <dgm:t>
        <a:bodyPr/>
        <a:lstStyle/>
        <a:p>
          <a:pPr marL="0" indent="0" algn="l"/>
          <a:r>
            <a:rPr lang="en-US" i="1" dirty="0" err="1" smtClean="0">
              <a:latin typeface="Arial" panose="020B0604020202020204" pitchFamily="34" charset="0"/>
              <a:cs typeface="Arial" panose="020B0604020202020204" pitchFamily="34" charset="0"/>
            </a:rPr>
            <a:t>Chuyển</a:t>
          </a:r>
          <a:r>
            <a:rPr lang="en-US" i="1" dirty="0" smtClean="0">
              <a:latin typeface="Arial" panose="020B0604020202020204" pitchFamily="34" charset="0"/>
              <a:cs typeface="Arial" panose="020B0604020202020204" pitchFamily="34" charset="0"/>
            </a:rPr>
            <a:t> </a:t>
          </a:r>
          <a:r>
            <a:rPr lang="en-US" i="1" dirty="0" err="1" smtClean="0">
              <a:latin typeface="Arial" panose="020B0604020202020204" pitchFamily="34" charset="0"/>
              <a:cs typeface="Arial" panose="020B0604020202020204" pitchFamily="34" charset="0"/>
            </a:rPr>
            <a:t>hóa</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Trao</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đổi</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các</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chất</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protide</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glucide</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lipide</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và</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các</a:t>
          </a:r>
          <a:r>
            <a:rPr lang="en-US" dirty="0" smtClean="0">
              <a:latin typeface="Arial" panose="020B0604020202020204" pitchFamily="34" charset="0"/>
              <a:cs typeface="Arial" panose="020B0604020202020204" pitchFamily="34" charset="0"/>
            </a:rPr>
            <a:t> vitamin.</a:t>
          </a:r>
          <a:endParaRPr lang="en-US" dirty="0">
            <a:latin typeface="Arial" panose="020B0604020202020204" pitchFamily="34" charset="0"/>
            <a:cs typeface="Arial" panose="020B0604020202020204" pitchFamily="34" charset="0"/>
          </a:endParaRPr>
        </a:p>
      </dgm:t>
    </dgm:pt>
    <dgm:pt modelId="{7D71139F-17AF-4F9F-ADA3-09D36DEF1BA0}" type="parTrans" cxnId="{8218F13E-A371-4038-A085-6CAD0FE998AD}">
      <dgm:prSet/>
      <dgm:spPr/>
      <dgm:t>
        <a:bodyPr/>
        <a:lstStyle/>
        <a:p>
          <a:endParaRPr lang="en-US"/>
        </a:p>
      </dgm:t>
    </dgm:pt>
    <dgm:pt modelId="{3AF6663D-B436-4ECE-97D4-6C099C9277DD}" type="sibTrans" cxnId="{8218F13E-A371-4038-A085-6CAD0FE998AD}">
      <dgm:prSet/>
      <dgm:spPr/>
      <dgm:t>
        <a:bodyPr/>
        <a:lstStyle/>
        <a:p>
          <a:endParaRPr lang="en-US"/>
        </a:p>
      </dgm:t>
    </dgm:pt>
    <dgm:pt modelId="{D84E5F6F-C25B-41C5-966A-59F0E85D8CDD}">
      <dgm:prSet phldrT="[Text]"/>
      <dgm:spPr/>
      <dgm:t>
        <a:bodyPr/>
        <a:lstStyle/>
        <a:p>
          <a:pPr algn="l"/>
          <a:r>
            <a:rPr lang="en-US" i="1" dirty="0" err="1" smtClean="0">
              <a:latin typeface="Arial" panose="020B0604020202020204" pitchFamily="34" charset="0"/>
              <a:cs typeface="Arial" panose="020B0604020202020204" pitchFamily="34" charset="0"/>
            </a:rPr>
            <a:t>Dự</a:t>
          </a:r>
          <a:r>
            <a:rPr lang="en-US" i="1" dirty="0" smtClean="0">
              <a:latin typeface="Arial" panose="020B0604020202020204" pitchFamily="34" charset="0"/>
              <a:cs typeface="Arial" panose="020B0604020202020204" pitchFamily="34" charset="0"/>
            </a:rPr>
            <a:t> </a:t>
          </a:r>
          <a:r>
            <a:rPr lang="en-US" i="1" dirty="0" err="1" smtClean="0">
              <a:latin typeface="Arial" panose="020B0604020202020204" pitchFamily="34" charset="0"/>
              <a:cs typeface="Arial" panose="020B0604020202020204" pitchFamily="34" charset="0"/>
            </a:rPr>
            <a:t>trữ</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sinh</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nhiệt</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vì</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gan</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tạo</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và</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tích</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trữ</a:t>
          </a:r>
          <a:r>
            <a:rPr lang="en-US" dirty="0" smtClean="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glycogen. </a:t>
          </a:r>
          <a:r>
            <a:rPr lang="en-US" dirty="0" err="1" smtClean="0">
              <a:latin typeface="Arial" panose="020B0604020202020204" pitchFamily="34" charset="0"/>
              <a:cs typeface="Arial" panose="020B0604020202020204" pitchFamily="34" charset="0"/>
            </a:rPr>
            <a:t>Ngoài</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ra</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còn</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dự</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trữ</a:t>
          </a:r>
          <a:r>
            <a:rPr lang="en-US" dirty="0" smtClean="0">
              <a:latin typeface="Arial" panose="020B0604020202020204" pitchFamily="34" charset="0"/>
              <a:cs typeface="Arial" panose="020B0604020202020204" pitchFamily="34" charset="0"/>
            </a:rPr>
            <a:t> lipid, </a:t>
          </a:r>
          <a:r>
            <a:rPr lang="en-US" dirty="0" err="1" smtClean="0">
              <a:latin typeface="Arial" panose="020B0604020202020204" pitchFamily="34" charset="0"/>
              <a:cs typeface="Arial" panose="020B0604020202020204" pitchFamily="34" charset="0"/>
            </a:rPr>
            <a:t>các</a:t>
          </a:r>
          <a:r>
            <a:rPr lang="en-US" dirty="0" smtClean="0">
              <a:latin typeface="Arial" panose="020B0604020202020204" pitchFamily="34" charset="0"/>
              <a:cs typeface="Arial" panose="020B0604020202020204" pitchFamily="34" charset="0"/>
            </a:rPr>
            <a:t> protein, </a:t>
          </a:r>
          <a:r>
            <a:rPr lang="en-US" dirty="0" err="1" smtClean="0">
              <a:latin typeface="Arial" panose="020B0604020202020204" pitchFamily="34" charset="0"/>
              <a:cs typeface="Arial" panose="020B0604020202020204" pitchFamily="34" charset="0"/>
            </a:rPr>
            <a:t>vit</a:t>
          </a:r>
          <a:r>
            <a:rPr lang="en-US" dirty="0" smtClean="0">
              <a:latin typeface="Arial" panose="020B0604020202020204" pitchFamily="34" charset="0"/>
              <a:cs typeface="Arial" panose="020B0604020202020204" pitchFamily="34" charset="0"/>
            </a:rPr>
            <a:t> A, </a:t>
          </a:r>
          <a:r>
            <a:rPr lang="en-US" dirty="0" err="1" smtClean="0">
              <a:latin typeface="Arial" panose="020B0604020202020204" pitchFamily="34" charset="0"/>
              <a:cs typeface="Arial" panose="020B0604020202020204" pitchFamily="34" charset="0"/>
            </a:rPr>
            <a:t>vit</a:t>
          </a:r>
          <a:r>
            <a:rPr lang="en-US" dirty="0" smtClean="0">
              <a:latin typeface="Arial" panose="020B0604020202020204" pitchFamily="34" charset="0"/>
              <a:cs typeface="Arial" panose="020B0604020202020204" pitchFamily="34" charset="0"/>
            </a:rPr>
            <a:t> B12, </a:t>
          </a:r>
          <a:r>
            <a:rPr lang="en-US" dirty="0" err="1" smtClean="0">
              <a:latin typeface="Arial" panose="020B0604020202020204" pitchFamily="34" charset="0"/>
              <a:cs typeface="Arial" panose="020B0604020202020204" pitchFamily="34" charset="0"/>
            </a:rPr>
            <a:t>máu</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và</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các</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chất</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tham</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gia</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quá</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trình</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tạo</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hồng</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cầu</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5C81AE41-8927-4F55-B855-10448ADB8943}" type="parTrans" cxnId="{7C908D60-5BA7-4AB2-917F-4E6CDE3F1244}">
      <dgm:prSet/>
      <dgm:spPr/>
      <dgm:t>
        <a:bodyPr/>
        <a:lstStyle/>
        <a:p>
          <a:endParaRPr lang="en-US"/>
        </a:p>
      </dgm:t>
    </dgm:pt>
    <dgm:pt modelId="{5743ACCE-1349-42F6-9DBA-878829552A84}" type="sibTrans" cxnId="{7C908D60-5BA7-4AB2-917F-4E6CDE3F1244}">
      <dgm:prSet/>
      <dgm:spPr/>
      <dgm:t>
        <a:bodyPr/>
        <a:lstStyle/>
        <a:p>
          <a:endParaRPr lang="en-US"/>
        </a:p>
      </dgm:t>
    </dgm:pt>
    <dgm:pt modelId="{3C427FE8-83BD-4882-BBBB-92E138DF242D}">
      <dgm:prSet phldrT="[Text]" custT="1"/>
      <dgm:spPr/>
      <dgm:t>
        <a:bodyPr/>
        <a:lstStyle/>
        <a:p>
          <a:pPr algn="l"/>
          <a:r>
            <a:rPr lang="en-US" sz="2400" i="1" dirty="0" err="1" smtClean="0">
              <a:latin typeface="Arial" panose="020B0604020202020204" pitchFamily="34" charset="0"/>
              <a:cs typeface="Arial" panose="020B0604020202020204" pitchFamily="34" charset="0"/>
            </a:rPr>
            <a:t>Bảo</a:t>
          </a:r>
          <a:r>
            <a:rPr lang="en-US" sz="2400" i="1" dirty="0" smtClean="0">
              <a:latin typeface="Arial" panose="020B0604020202020204" pitchFamily="34" charset="0"/>
              <a:cs typeface="Arial" panose="020B0604020202020204" pitchFamily="34" charset="0"/>
            </a:rPr>
            <a:t> </a:t>
          </a:r>
          <a:r>
            <a:rPr lang="en-US" sz="2400" i="1" dirty="0" err="1" smtClean="0">
              <a:latin typeface="Arial" panose="020B0604020202020204" pitchFamily="34" charset="0"/>
              <a:cs typeface="Arial" panose="020B0604020202020204" pitchFamily="34" charset="0"/>
            </a:rPr>
            <a:t>vệ</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Gan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là</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bộ</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phận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chống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độc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quan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trọng</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dgm:t>
    </dgm:pt>
    <dgm:pt modelId="{936BE002-9AFE-459A-AD24-2DBD531A66B2}" type="parTrans" cxnId="{64D15E30-E2E8-4DD5-93BA-380534BCD0D1}">
      <dgm:prSet/>
      <dgm:spPr/>
      <dgm:t>
        <a:bodyPr/>
        <a:lstStyle/>
        <a:p>
          <a:endParaRPr lang="en-US"/>
        </a:p>
      </dgm:t>
    </dgm:pt>
    <dgm:pt modelId="{89633413-A4E8-4F27-B7A2-05A5CE392375}" type="sibTrans" cxnId="{64D15E30-E2E8-4DD5-93BA-380534BCD0D1}">
      <dgm:prSet/>
      <dgm:spPr/>
      <dgm:t>
        <a:bodyPr/>
        <a:lstStyle/>
        <a:p>
          <a:endParaRPr lang="en-US"/>
        </a:p>
      </dgm:t>
    </dgm:pt>
    <dgm:pt modelId="{4A405E21-2265-4E90-90EB-DAB3602340FA}">
      <dgm:prSet phldrT="[Text]" custT="1"/>
      <dgm:spPr/>
      <dgm:t>
        <a:bodyPr/>
        <a:lstStyle/>
        <a:p>
          <a:pPr algn="l"/>
          <a:r>
            <a:rPr lang="en-US" sz="2400" i="1" dirty="0" err="1" smtClean="0">
              <a:latin typeface="Arial" panose="020B0604020202020204" pitchFamily="34" charset="0"/>
              <a:cs typeface="Arial" panose="020B0604020202020204" pitchFamily="34" charset="0"/>
            </a:rPr>
            <a:t>Tổng</a:t>
          </a:r>
          <a:r>
            <a:rPr lang="en-US" sz="2400" i="1" dirty="0" smtClean="0">
              <a:latin typeface="Arial" panose="020B0604020202020204" pitchFamily="34" charset="0"/>
              <a:cs typeface="Arial" panose="020B0604020202020204" pitchFamily="34" charset="0"/>
            </a:rPr>
            <a:t> </a:t>
          </a:r>
          <a:r>
            <a:rPr lang="en-US" sz="2400" i="1" dirty="0" err="1" smtClean="0">
              <a:latin typeface="Arial" panose="020B0604020202020204" pitchFamily="34" charset="0"/>
              <a:cs typeface="Arial" panose="020B0604020202020204" pitchFamily="34" charset="0"/>
            </a:rPr>
            <a:t>hợp</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Tạo</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và</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bài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tiết</a:t>
          </a:r>
          <a:r>
            <a:rPr lang="en-US" sz="2400" dirty="0" smtClean="0">
              <a:latin typeface="Arial" panose="020B0604020202020204" pitchFamily="34" charset="0"/>
              <a:cs typeface="Arial" panose="020B0604020202020204" pitchFamily="34" charset="0"/>
            </a:rPr>
            <a:t> </a:t>
          </a:r>
          <a:r>
            <a:rPr lang="en-US" sz="2400" b="1" dirty="0" smtClean="0">
              <a:latin typeface="Arial" panose="020B0604020202020204" pitchFamily="34" charset="0"/>
              <a:cs typeface="Arial" panose="020B0604020202020204" pitchFamily="34" charset="0"/>
            </a:rPr>
            <a:t>MẬT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tham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gia</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tạo</a:t>
          </a:r>
          <a:r>
            <a:rPr lang="en-US" sz="2400" dirty="0" smtClean="0">
              <a:latin typeface="Arial" panose="020B0604020202020204" pitchFamily="34" charset="0"/>
              <a:cs typeface="Arial" panose="020B0604020202020204" pitchFamily="34" charset="0"/>
            </a:rPr>
            <a:t> </a:t>
          </a:r>
          <a:r>
            <a:rPr lang="en-US" sz="2400" b="1" dirty="0" smtClean="0">
              <a:latin typeface="Arial" panose="020B0604020202020204" pitchFamily="34" charset="0"/>
              <a:cs typeface="Arial" panose="020B0604020202020204" pitchFamily="34" charset="0"/>
            </a:rPr>
            <a:t>MÁU</a:t>
          </a:r>
        </a:p>
      </dgm:t>
    </dgm:pt>
    <dgm:pt modelId="{ABDE5303-1D08-4743-B42B-4A56F90F2916}" type="parTrans" cxnId="{9C81A186-D2AB-467A-A8B7-27CCB3B2FBC9}">
      <dgm:prSet/>
      <dgm:spPr/>
      <dgm:t>
        <a:bodyPr/>
        <a:lstStyle/>
        <a:p>
          <a:endParaRPr lang="en-US"/>
        </a:p>
      </dgm:t>
    </dgm:pt>
    <dgm:pt modelId="{135FC92D-52D0-4133-B77C-65FF224E16C8}" type="sibTrans" cxnId="{9C81A186-D2AB-467A-A8B7-27CCB3B2FBC9}">
      <dgm:prSet/>
      <dgm:spPr/>
      <dgm:t>
        <a:bodyPr/>
        <a:lstStyle/>
        <a:p>
          <a:endParaRPr lang="en-US"/>
        </a:p>
      </dgm:t>
    </dgm:pt>
    <dgm:pt modelId="{EDC082CB-0DB2-4907-AD98-219456C2D4CE}" type="pres">
      <dgm:prSet presAssocID="{3723403A-CE79-4F6F-8720-552B158536A2}" presName="diagram" presStyleCnt="0">
        <dgm:presLayoutVars>
          <dgm:chPref val="1"/>
          <dgm:dir/>
          <dgm:animOne val="branch"/>
          <dgm:animLvl val="lvl"/>
          <dgm:resizeHandles val="exact"/>
        </dgm:presLayoutVars>
      </dgm:prSet>
      <dgm:spPr/>
      <dgm:t>
        <a:bodyPr/>
        <a:lstStyle/>
        <a:p>
          <a:endParaRPr lang="en-US"/>
        </a:p>
      </dgm:t>
    </dgm:pt>
    <dgm:pt modelId="{472A9912-6DEF-4DA5-A098-2F287E9BCE58}" type="pres">
      <dgm:prSet presAssocID="{7513A15B-2A72-4A43-A488-F29651D442C4}" presName="root1" presStyleCnt="0"/>
      <dgm:spPr/>
    </dgm:pt>
    <dgm:pt modelId="{1BF3A8E7-83DB-4009-92B6-211F4E3494AD}" type="pres">
      <dgm:prSet presAssocID="{7513A15B-2A72-4A43-A488-F29651D442C4}" presName="LevelOneTextNode" presStyleLbl="node0" presStyleIdx="0" presStyleCnt="1" custLinFactNeighborX="-86973" custLinFactNeighborY="2096">
        <dgm:presLayoutVars>
          <dgm:chPref val="3"/>
        </dgm:presLayoutVars>
      </dgm:prSet>
      <dgm:spPr/>
      <dgm:t>
        <a:bodyPr/>
        <a:lstStyle/>
        <a:p>
          <a:endParaRPr lang="en-US"/>
        </a:p>
      </dgm:t>
    </dgm:pt>
    <dgm:pt modelId="{4D62AF3A-AFA1-4242-82E7-D886819CAA22}" type="pres">
      <dgm:prSet presAssocID="{7513A15B-2A72-4A43-A488-F29651D442C4}" presName="level2hierChild" presStyleCnt="0"/>
      <dgm:spPr/>
    </dgm:pt>
    <dgm:pt modelId="{D182A1FE-17EF-4E46-BDB1-82D578B4D2A3}" type="pres">
      <dgm:prSet presAssocID="{7D71139F-17AF-4F9F-ADA3-09D36DEF1BA0}" presName="conn2-1" presStyleLbl="parChTrans1D2" presStyleIdx="0" presStyleCnt="4"/>
      <dgm:spPr/>
      <dgm:t>
        <a:bodyPr/>
        <a:lstStyle/>
        <a:p>
          <a:endParaRPr lang="en-US"/>
        </a:p>
      </dgm:t>
    </dgm:pt>
    <dgm:pt modelId="{2F8DCD67-9768-42C4-A028-C41319162872}" type="pres">
      <dgm:prSet presAssocID="{7D71139F-17AF-4F9F-ADA3-09D36DEF1BA0}" presName="connTx" presStyleLbl="parChTrans1D2" presStyleIdx="0" presStyleCnt="4"/>
      <dgm:spPr/>
      <dgm:t>
        <a:bodyPr/>
        <a:lstStyle/>
        <a:p>
          <a:endParaRPr lang="en-US"/>
        </a:p>
      </dgm:t>
    </dgm:pt>
    <dgm:pt modelId="{E51E4E1F-9790-4501-8FC0-CAD186375BDD}" type="pres">
      <dgm:prSet presAssocID="{9104C3C2-F648-40B9-8B51-75C9FC1F860A}" presName="root2" presStyleCnt="0"/>
      <dgm:spPr/>
    </dgm:pt>
    <dgm:pt modelId="{19A249E9-F794-41FD-B972-96C812E631A0}" type="pres">
      <dgm:prSet presAssocID="{9104C3C2-F648-40B9-8B51-75C9FC1F860A}" presName="LevelTwoTextNode" presStyleLbl="node2" presStyleIdx="0" presStyleCnt="4" custScaleX="549069" custLinFactNeighborX="849" custLinFactNeighborY="-31146">
        <dgm:presLayoutVars>
          <dgm:chPref val="3"/>
        </dgm:presLayoutVars>
      </dgm:prSet>
      <dgm:spPr/>
      <dgm:t>
        <a:bodyPr/>
        <a:lstStyle/>
        <a:p>
          <a:endParaRPr lang="en-US"/>
        </a:p>
      </dgm:t>
    </dgm:pt>
    <dgm:pt modelId="{9B66BF79-384A-44AC-A2E1-909B48D00154}" type="pres">
      <dgm:prSet presAssocID="{9104C3C2-F648-40B9-8B51-75C9FC1F860A}" presName="level3hierChild" presStyleCnt="0"/>
      <dgm:spPr/>
    </dgm:pt>
    <dgm:pt modelId="{F94DBCB5-50F5-4E02-8946-D306C03E148F}" type="pres">
      <dgm:prSet presAssocID="{ABDE5303-1D08-4743-B42B-4A56F90F2916}" presName="conn2-1" presStyleLbl="parChTrans1D2" presStyleIdx="1" presStyleCnt="4"/>
      <dgm:spPr/>
      <dgm:t>
        <a:bodyPr/>
        <a:lstStyle/>
        <a:p>
          <a:endParaRPr lang="en-US"/>
        </a:p>
      </dgm:t>
    </dgm:pt>
    <dgm:pt modelId="{7380DC8F-48D7-4527-971F-4F2998F1E769}" type="pres">
      <dgm:prSet presAssocID="{ABDE5303-1D08-4743-B42B-4A56F90F2916}" presName="connTx" presStyleLbl="parChTrans1D2" presStyleIdx="1" presStyleCnt="4"/>
      <dgm:spPr/>
      <dgm:t>
        <a:bodyPr/>
        <a:lstStyle/>
        <a:p>
          <a:endParaRPr lang="en-US"/>
        </a:p>
      </dgm:t>
    </dgm:pt>
    <dgm:pt modelId="{D05A384E-611F-41DA-9AA7-6ABEF3BFDA36}" type="pres">
      <dgm:prSet presAssocID="{4A405E21-2265-4E90-90EB-DAB3602340FA}" presName="root2" presStyleCnt="0"/>
      <dgm:spPr/>
    </dgm:pt>
    <dgm:pt modelId="{15480669-3D65-4F32-8467-B785665A4D67}" type="pres">
      <dgm:prSet presAssocID="{4A405E21-2265-4E90-90EB-DAB3602340FA}" presName="LevelTwoTextNode" presStyleLbl="node2" presStyleIdx="1" presStyleCnt="4" custScaleX="545793" custLinFactNeighborY="-16989">
        <dgm:presLayoutVars>
          <dgm:chPref val="3"/>
        </dgm:presLayoutVars>
      </dgm:prSet>
      <dgm:spPr/>
      <dgm:t>
        <a:bodyPr/>
        <a:lstStyle/>
        <a:p>
          <a:endParaRPr lang="en-US"/>
        </a:p>
      </dgm:t>
    </dgm:pt>
    <dgm:pt modelId="{00CFA830-E4D7-4C48-A2DD-8F5B2FAE31D0}" type="pres">
      <dgm:prSet presAssocID="{4A405E21-2265-4E90-90EB-DAB3602340FA}" presName="level3hierChild" presStyleCnt="0"/>
      <dgm:spPr/>
    </dgm:pt>
    <dgm:pt modelId="{72938A32-8F40-4B05-9609-478E301074B2}" type="pres">
      <dgm:prSet presAssocID="{936BE002-9AFE-459A-AD24-2DBD531A66B2}" presName="conn2-1" presStyleLbl="parChTrans1D2" presStyleIdx="2" presStyleCnt="4"/>
      <dgm:spPr/>
      <dgm:t>
        <a:bodyPr/>
        <a:lstStyle/>
        <a:p>
          <a:endParaRPr lang="en-US"/>
        </a:p>
      </dgm:t>
    </dgm:pt>
    <dgm:pt modelId="{5327D57D-8887-4CE8-825D-ACC8A71FC367}" type="pres">
      <dgm:prSet presAssocID="{936BE002-9AFE-459A-AD24-2DBD531A66B2}" presName="connTx" presStyleLbl="parChTrans1D2" presStyleIdx="2" presStyleCnt="4"/>
      <dgm:spPr/>
      <dgm:t>
        <a:bodyPr/>
        <a:lstStyle/>
        <a:p>
          <a:endParaRPr lang="en-US"/>
        </a:p>
      </dgm:t>
    </dgm:pt>
    <dgm:pt modelId="{3823FA42-37C6-4A4B-9C1F-962AAF7D9F4E}" type="pres">
      <dgm:prSet presAssocID="{3C427FE8-83BD-4882-BBBB-92E138DF242D}" presName="root2" presStyleCnt="0"/>
      <dgm:spPr/>
    </dgm:pt>
    <dgm:pt modelId="{8FC5D4C6-071E-4640-9165-55359A51B6B1}" type="pres">
      <dgm:prSet presAssocID="{3C427FE8-83BD-4882-BBBB-92E138DF242D}" presName="LevelTwoTextNode" presStyleLbl="node2" presStyleIdx="2" presStyleCnt="4" custScaleX="541267">
        <dgm:presLayoutVars>
          <dgm:chPref val="3"/>
        </dgm:presLayoutVars>
      </dgm:prSet>
      <dgm:spPr/>
      <dgm:t>
        <a:bodyPr/>
        <a:lstStyle/>
        <a:p>
          <a:endParaRPr lang="en-US"/>
        </a:p>
      </dgm:t>
    </dgm:pt>
    <dgm:pt modelId="{E8A4E1C9-A2E6-4761-BADF-D48CB1DE0622}" type="pres">
      <dgm:prSet presAssocID="{3C427FE8-83BD-4882-BBBB-92E138DF242D}" presName="level3hierChild" presStyleCnt="0"/>
      <dgm:spPr/>
    </dgm:pt>
    <dgm:pt modelId="{A84C27D5-EC4E-45AD-B6A1-4A41703D4593}" type="pres">
      <dgm:prSet presAssocID="{5C81AE41-8927-4F55-B855-10448ADB8943}" presName="conn2-1" presStyleLbl="parChTrans1D2" presStyleIdx="3" presStyleCnt="4"/>
      <dgm:spPr/>
      <dgm:t>
        <a:bodyPr/>
        <a:lstStyle/>
        <a:p>
          <a:endParaRPr lang="en-US"/>
        </a:p>
      </dgm:t>
    </dgm:pt>
    <dgm:pt modelId="{48ABF722-C970-43B6-BA53-E37EADABD677}" type="pres">
      <dgm:prSet presAssocID="{5C81AE41-8927-4F55-B855-10448ADB8943}" presName="connTx" presStyleLbl="parChTrans1D2" presStyleIdx="3" presStyleCnt="4"/>
      <dgm:spPr/>
      <dgm:t>
        <a:bodyPr/>
        <a:lstStyle/>
        <a:p>
          <a:endParaRPr lang="en-US"/>
        </a:p>
      </dgm:t>
    </dgm:pt>
    <dgm:pt modelId="{7675788F-66A8-4C61-BACC-0178B67BFF48}" type="pres">
      <dgm:prSet presAssocID="{D84E5F6F-C25B-41C5-966A-59F0E85D8CDD}" presName="root2" presStyleCnt="0"/>
      <dgm:spPr/>
    </dgm:pt>
    <dgm:pt modelId="{80C8352E-0B40-47E0-937D-405334F44F55}" type="pres">
      <dgm:prSet presAssocID="{D84E5F6F-C25B-41C5-966A-59F0E85D8CDD}" presName="LevelTwoTextNode" presStyleLbl="node2" presStyleIdx="3" presStyleCnt="4" custScaleX="540013" custScaleY="172596" custLinFactNeighborX="-4249" custLinFactNeighborY="62878">
        <dgm:presLayoutVars>
          <dgm:chPref val="3"/>
        </dgm:presLayoutVars>
      </dgm:prSet>
      <dgm:spPr/>
      <dgm:t>
        <a:bodyPr/>
        <a:lstStyle/>
        <a:p>
          <a:endParaRPr lang="en-US"/>
        </a:p>
      </dgm:t>
    </dgm:pt>
    <dgm:pt modelId="{03A665E9-BCC8-4118-BF72-4B1C8FBBBAF2}" type="pres">
      <dgm:prSet presAssocID="{D84E5F6F-C25B-41C5-966A-59F0E85D8CDD}" presName="level3hierChild" presStyleCnt="0"/>
      <dgm:spPr/>
    </dgm:pt>
  </dgm:ptLst>
  <dgm:cxnLst>
    <dgm:cxn modelId="{68CDFB54-AA98-423D-A348-993C219A4F89}" srcId="{3723403A-CE79-4F6F-8720-552B158536A2}" destId="{7513A15B-2A72-4A43-A488-F29651D442C4}" srcOrd="0" destOrd="0" parTransId="{9A557680-49A0-407C-A387-CAC14E146587}" sibTransId="{4A9465A9-AAD2-4C55-9D7B-665128F9D3D9}"/>
    <dgm:cxn modelId="{38C3695D-5F46-4E36-8A5F-3F062478A65A}" type="presOf" srcId="{ABDE5303-1D08-4743-B42B-4A56F90F2916}" destId="{F94DBCB5-50F5-4E02-8946-D306C03E148F}" srcOrd="0" destOrd="0" presId="urn:microsoft.com/office/officeart/2005/8/layout/hierarchy2"/>
    <dgm:cxn modelId="{7C908D60-5BA7-4AB2-917F-4E6CDE3F1244}" srcId="{7513A15B-2A72-4A43-A488-F29651D442C4}" destId="{D84E5F6F-C25B-41C5-966A-59F0E85D8CDD}" srcOrd="3" destOrd="0" parTransId="{5C81AE41-8927-4F55-B855-10448ADB8943}" sibTransId="{5743ACCE-1349-42F6-9DBA-878829552A84}"/>
    <dgm:cxn modelId="{6BBE92B6-2419-4157-A1EC-874A1C6E8AED}" type="presOf" srcId="{D84E5F6F-C25B-41C5-966A-59F0E85D8CDD}" destId="{80C8352E-0B40-47E0-937D-405334F44F55}" srcOrd="0" destOrd="0" presId="urn:microsoft.com/office/officeart/2005/8/layout/hierarchy2"/>
    <dgm:cxn modelId="{E6EDFD76-34C0-4F0D-B2EF-96F6F6B92DA6}" type="presOf" srcId="{3C427FE8-83BD-4882-BBBB-92E138DF242D}" destId="{8FC5D4C6-071E-4640-9165-55359A51B6B1}" srcOrd="0" destOrd="0" presId="urn:microsoft.com/office/officeart/2005/8/layout/hierarchy2"/>
    <dgm:cxn modelId="{8218F13E-A371-4038-A085-6CAD0FE998AD}" srcId="{7513A15B-2A72-4A43-A488-F29651D442C4}" destId="{9104C3C2-F648-40B9-8B51-75C9FC1F860A}" srcOrd="0" destOrd="0" parTransId="{7D71139F-17AF-4F9F-ADA3-09D36DEF1BA0}" sibTransId="{3AF6663D-B436-4ECE-97D4-6C099C9277DD}"/>
    <dgm:cxn modelId="{EAEFDD00-2C8C-4FF3-B8A9-458B15167F33}" type="presOf" srcId="{4A405E21-2265-4E90-90EB-DAB3602340FA}" destId="{15480669-3D65-4F32-8467-B785665A4D67}" srcOrd="0" destOrd="0" presId="urn:microsoft.com/office/officeart/2005/8/layout/hierarchy2"/>
    <dgm:cxn modelId="{64D15E30-E2E8-4DD5-93BA-380534BCD0D1}" srcId="{7513A15B-2A72-4A43-A488-F29651D442C4}" destId="{3C427FE8-83BD-4882-BBBB-92E138DF242D}" srcOrd="2" destOrd="0" parTransId="{936BE002-9AFE-459A-AD24-2DBD531A66B2}" sibTransId="{89633413-A4E8-4F27-B7A2-05A5CE392375}"/>
    <dgm:cxn modelId="{9C81A186-D2AB-467A-A8B7-27CCB3B2FBC9}" srcId="{7513A15B-2A72-4A43-A488-F29651D442C4}" destId="{4A405E21-2265-4E90-90EB-DAB3602340FA}" srcOrd="1" destOrd="0" parTransId="{ABDE5303-1D08-4743-B42B-4A56F90F2916}" sibTransId="{135FC92D-52D0-4133-B77C-65FF224E16C8}"/>
    <dgm:cxn modelId="{772E6766-3BA6-48A0-9D0F-66837C94A8C5}" type="presOf" srcId="{5C81AE41-8927-4F55-B855-10448ADB8943}" destId="{A84C27D5-EC4E-45AD-B6A1-4A41703D4593}" srcOrd="0" destOrd="0" presId="urn:microsoft.com/office/officeart/2005/8/layout/hierarchy2"/>
    <dgm:cxn modelId="{B90CBDFB-EDC0-4C16-B93C-74541955A6C0}" type="presOf" srcId="{9104C3C2-F648-40B9-8B51-75C9FC1F860A}" destId="{19A249E9-F794-41FD-B972-96C812E631A0}" srcOrd="0" destOrd="0" presId="urn:microsoft.com/office/officeart/2005/8/layout/hierarchy2"/>
    <dgm:cxn modelId="{289E52BB-5F23-4804-9BC6-74BB1F80E5CF}" type="presOf" srcId="{3723403A-CE79-4F6F-8720-552B158536A2}" destId="{EDC082CB-0DB2-4907-AD98-219456C2D4CE}" srcOrd="0" destOrd="0" presId="urn:microsoft.com/office/officeart/2005/8/layout/hierarchy2"/>
    <dgm:cxn modelId="{4F7A0567-188B-42B8-8399-775FECBADF04}" type="presOf" srcId="{ABDE5303-1D08-4743-B42B-4A56F90F2916}" destId="{7380DC8F-48D7-4527-971F-4F2998F1E769}" srcOrd="1" destOrd="0" presId="urn:microsoft.com/office/officeart/2005/8/layout/hierarchy2"/>
    <dgm:cxn modelId="{1A28B40E-343D-467A-BAF8-84323A10F89F}" type="presOf" srcId="{7D71139F-17AF-4F9F-ADA3-09D36DEF1BA0}" destId="{2F8DCD67-9768-42C4-A028-C41319162872}" srcOrd="1" destOrd="0" presId="urn:microsoft.com/office/officeart/2005/8/layout/hierarchy2"/>
    <dgm:cxn modelId="{2070F5A3-D110-4485-B1EE-C8481D07B363}" type="presOf" srcId="{7513A15B-2A72-4A43-A488-F29651D442C4}" destId="{1BF3A8E7-83DB-4009-92B6-211F4E3494AD}" srcOrd="0" destOrd="0" presId="urn:microsoft.com/office/officeart/2005/8/layout/hierarchy2"/>
    <dgm:cxn modelId="{C73FB6C1-A675-4202-B606-B8EFECBCCE04}" type="presOf" srcId="{5C81AE41-8927-4F55-B855-10448ADB8943}" destId="{48ABF722-C970-43B6-BA53-E37EADABD677}" srcOrd="1" destOrd="0" presId="urn:microsoft.com/office/officeart/2005/8/layout/hierarchy2"/>
    <dgm:cxn modelId="{04F87E67-6CE4-43E7-9D47-0A1C3F6A1CD3}" type="presOf" srcId="{7D71139F-17AF-4F9F-ADA3-09D36DEF1BA0}" destId="{D182A1FE-17EF-4E46-BDB1-82D578B4D2A3}" srcOrd="0" destOrd="0" presId="urn:microsoft.com/office/officeart/2005/8/layout/hierarchy2"/>
    <dgm:cxn modelId="{7689E97E-5652-4757-958C-F476B63EAE5A}" type="presOf" srcId="{936BE002-9AFE-459A-AD24-2DBD531A66B2}" destId="{5327D57D-8887-4CE8-825D-ACC8A71FC367}" srcOrd="1" destOrd="0" presId="urn:microsoft.com/office/officeart/2005/8/layout/hierarchy2"/>
    <dgm:cxn modelId="{B0BC87C1-6278-4135-B286-691B3E2A13BA}" type="presOf" srcId="{936BE002-9AFE-459A-AD24-2DBD531A66B2}" destId="{72938A32-8F40-4B05-9609-478E301074B2}" srcOrd="0" destOrd="0" presId="urn:microsoft.com/office/officeart/2005/8/layout/hierarchy2"/>
    <dgm:cxn modelId="{8382A445-4DE9-43F5-90AD-5F8AC060486E}" type="presParOf" srcId="{EDC082CB-0DB2-4907-AD98-219456C2D4CE}" destId="{472A9912-6DEF-4DA5-A098-2F287E9BCE58}" srcOrd="0" destOrd="0" presId="urn:microsoft.com/office/officeart/2005/8/layout/hierarchy2"/>
    <dgm:cxn modelId="{959C92F8-0CB4-4E16-BEC3-A522FB8FC53B}" type="presParOf" srcId="{472A9912-6DEF-4DA5-A098-2F287E9BCE58}" destId="{1BF3A8E7-83DB-4009-92B6-211F4E3494AD}" srcOrd="0" destOrd="0" presId="urn:microsoft.com/office/officeart/2005/8/layout/hierarchy2"/>
    <dgm:cxn modelId="{C81EB3C8-AEBC-4A20-89E9-0467A392816F}" type="presParOf" srcId="{472A9912-6DEF-4DA5-A098-2F287E9BCE58}" destId="{4D62AF3A-AFA1-4242-82E7-D886819CAA22}" srcOrd="1" destOrd="0" presId="urn:microsoft.com/office/officeart/2005/8/layout/hierarchy2"/>
    <dgm:cxn modelId="{962F98C9-8A69-4195-9719-BC66881FA59F}" type="presParOf" srcId="{4D62AF3A-AFA1-4242-82E7-D886819CAA22}" destId="{D182A1FE-17EF-4E46-BDB1-82D578B4D2A3}" srcOrd="0" destOrd="0" presId="urn:microsoft.com/office/officeart/2005/8/layout/hierarchy2"/>
    <dgm:cxn modelId="{02850EF0-D6C7-4602-87E8-FEF2F2933D0C}" type="presParOf" srcId="{D182A1FE-17EF-4E46-BDB1-82D578B4D2A3}" destId="{2F8DCD67-9768-42C4-A028-C41319162872}" srcOrd="0" destOrd="0" presId="urn:microsoft.com/office/officeart/2005/8/layout/hierarchy2"/>
    <dgm:cxn modelId="{AA39AE01-B046-4568-B523-34B8C7E3B404}" type="presParOf" srcId="{4D62AF3A-AFA1-4242-82E7-D886819CAA22}" destId="{E51E4E1F-9790-4501-8FC0-CAD186375BDD}" srcOrd="1" destOrd="0" presId="urn:microsoft.com/office/officeart/2005/8/layout/hierarchy2"/>
    <dgm:cxn modelId="{D1285E70-5654-49B6-A7A2-EBEDCBD99838}" type="presParOf" srcId="{E51E4E1F-9790-4501-8FC0-CAD186375BDD}" destId="{19A249E9-F794-41FD-B972-96C812E631A0}" srcOrd="0" destOrd="0" presId="urn:microsoft.com/office/officeart/2005/8/layout/hierarchy2"/>
    <dgm:cxn modelId="{3FA55C3C-001C-40D2-A714-42585EB40847}" type="presParOf" srcId="{E51E4E1F-9790-4501-8FC0-CAD186375BDD}" destId="{9B66BF79-384A-44AC-A2E1-909B48D00154}" srcOrd="1" destOrd="0" presId="urn:microsoft.com/office/officeart/2005/8/layout/hierarchy2"/>
    <dgm:cxn modelId="{485F2820-2C39-4A65-B438-199FC2C30669}" type="presParOf" srcId="{4D62AF3A-AFA1-4242-82E7-D886819CAA22}" destId="{F94DBCB5-50F5-4E02-8946-D306C03E148F}" srcOrd="2" destOrd="0" presId="urn:microsoft.com/office/officeart/2005/8/layout/hierarchy2"/>
    <dgm:cxn modelId="{F5B294D6-C0D0-4B23-8A5A-8BE81C8E5CB8}" type="presParOf" srcId="{F94DBCB5-50F5-4E02-8946-D306C03E148F}" destId="{7380DC8F-48D7-4527-971F-4F2998F1E769}" srcOrd="0" destOrd="0" presId="urn:microsoft.com/office/officeart/2005/8/layout/hierarchy2"/>
    <dgm:cxn modelId="{817A1EC2-A1B6-4250-990F-FAECE8197D3F}" type="presParOf" srcId="{4D62AF3A-AFA1-4242-82E7-D886819CAA22}" destId="{D05A384E-611F-41DA-9AA7-6ABEF3BFDA36}" srcOrd="3" destOrd="0" presId="urn:microsoft.com/office/officeart/2005/8/layout/hierarchy2"/>
    <dgm:cxn modelId="{C94F30A5-7C3F-431D-AA7E-AD72324E5889}" type="presParOf" srcId="{D05A384E-611F-41DA-9AA7-6ABEF3BFDA36}" destId="{15480669-3D65-4F32-8467-B785665A4D67}" srcOrd="0" destOrd="0" presId="urn:microsoft.com/office/officeart/2005/8/layout/hierarchy2"/>
    <dgm:cxn modelId="{40BAB76F-9E07-4526-B6CD-FB03507F51D2}" type="presParOf" srcId="{D05A384E-611F-41DA-9AA7-6ABEF3BFDA36}" destId="{00CFA830-E4D7-4C48-A2DD-8F5B2FAE31D0}" srcOrd="1" destOrd="0" presId="urn:microsoft.com/office/officeart/2005/8/layout/hierarchy2"/>
    <dgm:cxn modelId="{F740FBAB-0519-47E2-A520-B35BC10804C9}" type="presParOf" srcId="{4D62AF3A-AFA1-4242-82E7-D886819CAA22}" destId="{72938A32-8F40-4B05-9609-478E301074B2}" srcOrd="4" destOrd="0" presId="urn:microsoft.com/office/officeart/2005/8/layout/hierarchy2"/>
    <dgm:cxn modelId="{34CF8F31-D5D7-4A91-B3AE-A3EB8E7F84B2}" type="presParOf" srcId="{72938A32-8F40-4B05-9609-478E301074B2}" destId="{5327D57D-8887-4CE8-825D-ACC8A71FC367}" srcOrd="0" destOrd="0" presId="urn:microsoft.com/office/officeart/2005/8/layout/hierarchy2"/>
    <dgm:cxn modelId="{B950559C-0E39-40CC-ACF1-2369455F0965}" type="presParOf" srcId="{4D62AF3A-AFA1-4242-82E7-D886819CAA22}" destId="{3823FA42-37C6-4A4B-9C1F-962AAF7D9F4E}" srcOrd="5" destOrd="0" presId="urn:microsoft.com/office/officeart/2005/8/layout/hierarchy2"/>
    <dgm:cxn modelId="{8DF6F232-5F6F-48A8-AB8F-92F73FF09BFA}" type="presParOf" srcId="{3823FA42-37C6-4A4B-9C1F-962AAF7D9F4E}" destId="{8FC5D4C6-071E-4640-9165-55359A51B6B1}" srcOrd="0" destOrd="0" presId="urn:microsoft.com/office/officeart/2005/8/layout/hierarchy2"/>
    <dgm:cxn modelId="{3EEC8D0D-5BF8-4F32-B9E1-78A95CCF8182}" type="presParOf" srcId="{3823FA42-37C6-4A4B-9C1F-962AAF7D9F4E}" destId="{E8A4E1C9-A2E6-4761-BADF-D48CB1DE0622}" srcOrd="1" destOrd="0" presId="urn:microsoft.com/office/officeart/2005/8/layout/hierarchy2"/>
    <dgm:cxn modelId="{41D7F1A5-1CBF-4985-BB66-A79DFEFBF792}" type="presParOf" srcId="{4D62AF3A-AFA1-4242-82E7-D886819CAA22}" destId="{A84C27D5-EC4E-45AD-B6A1-4A41703D4593}" srcOrd="6" destOrd="0" presId="urn:microsoft.com/office/officeart/2005/8/layout/hierarchy2"/>
    <dgm:cxn modelId="{CF13B250-3FB3-4E17-BB12-B59510540DFF}" type="presParOf" srcId="{A84C27D5-EC4E-45AD-B6A1-4A41703D4593}" destId="{48ABF722-C970-43B6-BA53-E37EADABD677}" srcOrd="0" destOrd="0" presId="urn:microsoft.com/office/officeart/2005/8/layout/hierarchy2"/>
    <dgm:cxn modelId="{F3AC7480-811F-4D4B-AC15-B3498DC51654}" type="presParOf" srcId="{4D62AF3A-AFA1-4242-82E7-D886819CAA22}" destId="{7675788F-66A8-4C61-BACC-0178B67BFF48}" srcOrd="7" destOrd="0" presId="urn:microsoft.com/office/officeart/2005/8/layout/hierarchy2"/>
    <dgm:cxn modelId="{324FA53A-E14C-4C3A-8CAF-AC594C8E12D6}" type="presParOf" srcId="{7675788F-66A8-4C61-BACC-0178B67BFF48}" destId="{80C8352E-0B40-47E0-937D-405334F44F55}" srcOrd="0" destOrd="0" presId="urn:microsoft.com/office/officeart/2005/8/layout/hierarchy2"/>
    <dgm:cxn modelId="{CB7BF20A-25C8-4DDE-9E5E-6965BE07C7A9}" type="presParOf" srcId="{7675788F-66A8-4C61-BACC-0178B67BFF48}" destId="{03A665E9-BCC8-4118-BF72-4B1C8FBBBAF2}"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9A7-5694-4277-8BB5-E7112FECFD8A}">
      <dsp:nvSpPr>
        <dsp:cNvPr id="0" name=""/>
        <dsp:cNvSpPr/>
      </dsp:nvSpPr>
      <dsp:spPr>
        <a:xfrm rot="5400000">
          <a:off x="-148046" y="150576"/>
          <a:ext cx="986974" cy="690881"/>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endParaRPr lang="en-US" sz="2000" kern="1200" dirty="0"/>
        </a:p>
      </dsp:txBody>
      <dsp:txXfrm rot="-5400000">
        <a:off x="1" y="347971"/>
        <a:ext cx="690881" cy="296093"/>
      </dsp:txXfrm>
    </dsp:sp>
    <dsp:sp modelId="{CDA85E94-2BA6-47F2-ABD2-4DE23FE7AC07}">
      <dsp:nvSpPr>
        <dsp:cNvPr id="0" name=""/>
        <dsp:cNvSpPr/>
      </dsp:nvSpPr>
      <dsp:spPr>
        <a:xfrm rot="5400000">
          <a:off x="4387441" y="-3694029"/>
          <a:ext cx="641533" cy="8034653"/>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Char char="••"/>
          </a:pPr>
          <a:r>
            <a:rPr lang="en-US" sz="4000" kern="1200" dirty="0" smtClean="0">
              <a:latin typeface="Arial" panose="020B0604020202020204" pitchFamily="34" charset="0"/>
              <a:cs typeface="Arial" panose="020B0604020202020204" pitchFamily="34" charset="0"/>
            </a:rPr>
            <a:t>Chức năng vận động</a:t>
          </a:r>
          <a:endParaRPr lang="en-US" sz="6200" kern="1200" dirty="0"/>
        </a:p>
      </dsp:txBody>
      <dsp:txXfrm rot="-5400000">
        <a:off x="690882" y="33847"/>
        <a:ext cx="8003336" cy="578899"/>
      </dsp:txXfrm>
    </dsp:sp>
    <dsp:sp modelId="{D0AA27D9-C630-460C-9157-8CA98B2E5F26}">
      <dsp:nvSpPr>
        <dsp:cNvPr id="0" name=""/>
        <dsp:cNvSpPr/>
      </dsp:nvSpPr>
      <dsp:spPr>
        <a:xfrm rot="5400000">
          <a:off x="-148046" y="1019178"/>
          <a:ext cx="986974" cy="690881"/>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endParaRPr lang="en-US" sz="1900" kern="1200" dirty="0"/>
        </a:p>
      </dsp:txBody>
      <dsp:txXfrm rot="-5400000">
        <a:off x="1" y="1216573"/>
        <a:ext cx="690881" cy="296093"/>
      </dsp:txXfrm>
    </dsp:sp>
    <dsp:sp modelId="{02097A87-EE7E-4227-8308-FD773A8C5011}">
      <dsp:nvSpPr>
        <dsp:cNvPr id="0" name=""/>
        <dsp:cNvSpPr/>
      </dsp:nvSpPr>
      <dsp:spPr>
        <a:xfrm rot="5400000">
          <a:off x="4387441" y="-2825427"/>
          <a:ext cx="641533" cy="8034653"/>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Char char="••"/>
          </a:pPr>
          <a:r>
            <a:rPr lang="en-US" sz="4000" kern="1200" dirty="0" smtClean="0">
              <a:latin typeface="Arial" panose="020B0604020202020204" pitchFamily="34" charset="0"/>
              <a:cs typeface="Arial" panose="020B0604020202020204" pitchFamily="34" charset="0"/>
            </a:rPr>
            <a:t>Chức năng bài tiết</a:t>
          </a:r>
          <a:endParaRPr lang="en-US" sz="4000" kern="1200" dirty="0">
            <a:latin typeface="Arial" panose="020B0604020202020204" pitchFamily="34" charset="0"/>
            <a:cs typeface="Arial" panose="020B0604020202020204" pitchFamily="34" charset="0"/>
          </a:endParaRPr>
        </a:p>
      </dsp:txBody>
      <dsp:txXfrm rot="-5400000">
        <a:off x="690882" y="902449"/>
        <a:ext cx="8003336" cy="578899"/>
      </dsp:txXfrm>
    </dsp:sp>
    <dsp:sp modelId="{955B25FC-C937-4AFB-9FE2-7856250D5392}">
      <dsp:nvSpPr>
        <dsp:cNvPr id="0" name=""/>
        <dsp:cNvSpPr/>
      </dsp:nvSpPr>
      <dsp:spPr>
        <a:xfrm rot="5400000">
          <a:off x="-148046" y="1887780"/>
          <a:ext cx="986974" cy="690881"/>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endParaRPr lang="en-US" sz="2000" kern="1200" dirty="0" smtClean="0"/>
        </a:p>
      </dsp:txBody>
      <dsp:txXfrm rot="-5400000">
        <a:off x="1" y="2085175"/>
        <a:ext cx="690881" cy="296093"/>
      </dsp:txXfrm>
    </dsp:sp>
    <dsp:sp modelId="{CDBFE5E2-2152-407A-B022-CC0B8A43978F}">
      <dsp:nvSpPr>
        <dsp:cNvPr id="0" name=""/>
        <dsp:cNvSpPr/>
      </dsp:nvSpPr>
      <dsp:spPr>
        <a:xfrm rot="5400000">
          <a:off x="4387441" y="-1956825"/>
          <a:ext cx="641533" cy="8034653"/>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Char char="••"/>
          </a:pPr>
          <a:r>
            <a:rPr lang="en-US" sz="4000" kern="1200" dirty="0" smtClean="0">
              <a:latin typeface="Arial" panose="020B0604020202020204" pitchFamily="34" charset="0"/>
              <a:cs typeface="Arial" panose="020B0604020202020204" pitchFamily="34" charset="0"/>
            </a:rPr>
            <a:t>Chức năng tiêu hóa</a:t>
          </a:r>
          <a:endParaRPr lang="en-US" sz="4000" kern="1200" dirty="0">
            <a:latin typeface="Arial" panose="020B0604020202020204" pitchFamily="34" charset="0"/>
            <a:cs typeface="Arial" panose="020B0604020202020204" pitchFamily="34" charset="0"/>
          </a:endParaRPr>
        </a:p>
      </dsp:txBody>
      <dsp:txXfrm rot="-5400000">
        <a:off x="690882" y="1771051"/>
        <a:ext cx="8003336" cy="578899"/>
      </dsp:txXfrm>
    </dsp:sp>
    <dsp:sp modelId="{34A39FA4-035C-41AC-8A66-98F2ED9CCA13}">
      <dsp:nvSpPr>
        <dsp:cNvPr id="0" name=""/>
        <dsp:cNvSpPr/>
      </dsp:nvSpPr>
      <dsp:spPr>
        <a:xfrm rot="5400000">
          <a:off x="-148046" y="2756382"/>
          <a:ext cx="986974" cy="690881"/>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endParaRPr lang="en-US" sz="4000" kern="1200" dirty="0">
            <a:latin typeface="Arial" panose="020B0604020202020204" pitchFamily="34" charset="0"/>
            <a:cs typeface="Arial" panose="020B0604020202020204" pitchFamily="34" charset="0"/>
          </a:endParaRPr>
        </a:p>
      </dsp:txBody>
      <dsp:txXfrm rot="-5400000">
        <a:off x="1" y="2953777"/>
        <a:ext cx="690881" cy="296093"/>
      </dsp:txXfrm>
    </dsp:sp>
    <dsp:sp modelId="{1485740C-A532-428A-8BAE-0C7283F49DC7}">
      <dsp:nvSpPr>
        <dsp:cNvPr id="0" name=""/>
        <dsp:cNvSpPr/>
      </dsp:nvSpPr>
      <dsp:spPr>
        <a:xfrm rot="5400000">
          <a:off x="4387441" y="-1088223"/>
          <a:ext cx="641533" cy="8034653"/>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Char char="••"/>
          </a:pPr>
          <a:r>
            <a:rPr lang="en-US" sz="4000" kern="1200" dirty="0" smtClean="0">
              <a:latin typeface="Arial" panose="020B0604020202020204" pitchFamily="34" charset="0"/>
              <a:cs typeface="Arial" panose="020B0604020202020204" pitchFamily="34" charset="0"/>
            </a:rPr>
            <a:t>Chức năng hấp thu</a:t>
          </a:r>
          <a:endParaRPr lang="en-US" sz="4000" kern="1200" dirty="0">
            <a:latin typeface="Arial" panose="020B0604020202020204" pitchFamily="34" charset="0"/>
            <a:cs typeface="Arial" panose="020B0604020202020204" pitchFamily="34" charset="0"/>
          </a:endParaRPr>
        </a:p>
      </dsp:txBody>
      <dsp:txXfrm rot="-5400000">
        <a:off x="690882" y="2639653"/>
        <a:ext cx="8003336" cy="578899"/>
      </dsp:txXfrm>
    </dsp:sp>
    <dsp:sp modelId="{A92E36CD-1316-4DAF-86D5-DC25E53ED287}">
      <dsp:nvSpPr>
        <dsp:cNvPr id="0" name=""/>
        <dsp:cNvSpPr/>
      </dsp:nvSpPr>
      <dsp:spPr>
        <a:xfrm rot="5400000">
          <a:off x="-148046" y="3624984"/>
          <a:ext cx="986974" cy="690881"/>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endParaRPr lang="en-US" sz="4000" kern="1200" dirty="0">
            <a:latin typeface="Arial" panose="020B0604020202020204" pitchFamily="34" charset="0"/>
            <a:cs typeface="Arial" panose="020B0604020202020204" pitchFamily="34" charset="0"/>
          </a:endParaRPr>
        </a:p>
      </dsp:txBody>
      <dsp:txXfrm rot="-5400000">
        <a:off x="1" y="3822379"/>
        <a:ext cx="690881" cy="296093"/>
      </dsp:txXfrm>
    </dsp:sp>
    <dsp:sp modelId="{4DA4E424-DB3C-43F5-ADBD-F19003C24C7D}">
      <dsp:nvSpPr>
        <dsp:cNvPr id="0" name=""/>
        <dsp:cNvSpPr/>
      </dsp:nvSpPr>
      <dsp:spPr>
        <a:xfrm rot="5400000">
          <a:off x="4387441" y="-219621"/>
          <a:ext cx="641533" cy="8034653"/>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Char char="••"/>
          </a:pPr>
          <a:r>
            <a:rPr lang="en-US" sz="4000" kern="1200" dirty="0" smtClean="0">
              <a:latin typeface="Arial" panose="020B0604020202020204" pitchFamily="34" charset="0"/>
              <a:cs typeface="Arial" panose="020B0604020202020204" pitchFamily="34" charset="0"/>
            </a:rPr>
            <a:t>Chức năng nội tiết</a:t>
          </a:r>
          <a:endParaRPr lang="en-US" sz="4000" kern="1200" dirty="0">
            <a:latin typeface="Arial" panose="020B0604020202020204" pitchFamily="34" charset="0"/>
            <a:cs typeface="Arial" panose="020B0604020202020204" pitchFamily="34" charset="0"/>
          </a:endParaRPr>
        </a:p>
      </dsp:txBody>
      <dsp:txXfrm rot="-5400000">
        <a:off x="690882" y="3508255"/>
        <a:ext cx="8003336" cy="5788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66A399-888C-438B-B837-DE373900E334}">
      <dsp:nvSpPr>
        <dsp:cNvPr id="0" name=""/>
        <dsp:cNvSpPr/>
      </dsp:nvSpPr>
      <dsp:spPr>
        <a:xfrm>
          <a:off x="0" y="0"/>
          <a:ext cx="839096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3D2B55-B6D2-4102-B58A-9EEDB7E171EE}">
      <dsp:nvSpPr>
        <dsp:cNvPr id="0" name=""/>
        <dsp:cNvSpPr/>
      </dsp:nvSpPr>
      <dsp:spPr>
        <a:xfrm>
          <a:off x="0" y="0"/>
          <a:ext cx="894476" cy="3248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endParaRPr lang="en-US" sz="2100" kern="1200" dirty="0"/>
        </a:p>
      </dsp:txBody>
      <dsp:txXfrm>
        <a:off x="0" y="0"/>
        <a:ext cx="894476" cy="3248539"/>
      </dsp:txXfrm>
    </dsp:sp>
    <dsp:sp modelId="{CE735548-30B6-4639-A628-10100672780C}">
      <dsp:nvSpPr>
        <dsp:cNvPr id="0" name=""/>
        <dsp:cNvSpPr/>
      </dsp:nvSpPr>
      <dsp:spPr>
        <a:xfrm>
          <a:off x="1020341" y="50758"/>
          <a:ext cx="6586907" cy="1015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dirty="0" smtClean="0">
              <a:latin typeface="Arial" panose="020B0604020202020204" pitchFamily="34" charset="0"/>
              <a:cs typeface="Arial" panose="020B0604020202020204" pitchFamily="34" charset="0"/>
            </a:rPr>
            <a:t>3-4 tháng dầu sơ khai chưa biệt hóa</a:t>
          </a:r>
          <a:endParaRPr lang="en-US" sz="2800" kern="1200" dirty="0">
            <a:latin typeface="Arial" panose="020B0604020202020204" pitchFamily="34" charset="0"/>
            <a:cs typeface="Arial" panose="020B0604020202020204" pitchFamily="34" charset="0"/>
          </a:endParaRPr>
        </a:p>
      </dsp:txBody>
      <dsp:txXfrm>
        <a:off x="1020341" y="50758"/>
        <a:ext cx="6586907" cy="1015168"/>
      </dsp:txXfrm>
    </dsp:sp>
    <dsp:sp modelId="{3F62B92C-B408-4C37-80B8-837C2623C043}">
      <dsp:nvSpPr>
        <dsp:cNvPr id="0" name=""/>
        <dsp:cNvSpPr/>
      </dsp:nvSpPr>
      <dsp:spPr>
        <a:xfrm>
          <a:off x="894476" y="1065926"/>
          <a:ext cx="671277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EFDCEF-BDE2-4C94-8C9B-C6055C06E723}">
      <dsp:nvSpPr>
        <dsp:cNvPr id="0" name=""/>
        <dsp:cNvSpPr/>
      </dsp:nvSpPr>
      <dsp:spPr>
        <a:xfrm>
          <a:off x="1020341" y="1116685"/>
          <a:ext cx="6586907" cy="1015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dirty="0" smtClean="0">
              <a:latin typeface="Arial" panose="020B0604020202020204" pitchFamily="34" charset="0"/>
              <a:cs typeface="Arial" panose="020B0604020202020204" pitchFamily="34" charset="0"/>
            </a:rPr>
            <a:t>Tuyến phát triển và phản xạ tiết nước bọt hoàn thiện</a:t>
          </a:r>
          <a:endParaRPr lang="en-US" sz="2800" kern="1200" dirty="0">
            <a:latin typeface="Arial" panose="020B0604020202020204" pitchFamily="34" charset="0"/>
            <a:cs typeface="Arial" panose="020B0604020202020204" pitchFamily="34" charset="0"/>
          </a:endParaRPr>
        </a:p>
      </dsp:txBody>
      <dsp:txXfrm>
        <a:off x="1020341" y="1116685"/>
        <a:ext cx="6586907" cy="1015168"/>
      </dsp:txXfrm>
    </dsp:sp>
    <dsp:sp modelId="{3662F754-25DC-4B9A-BE8F-276BD3244B2F}">
      <dsp:nvSpPr>
        <dsp:cNvPr id="0" name=""/>
        <dsp:cNvSpPr/>
      </dsp:nvSpPr>
      <dsp:spPr>
        <a:xfrm>
          <a:off x="894476" y="2131853"/>
          <a:ext cx="671277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E9800D4-3E57-4BCD-BAF8-8D6C3361AFEA}">
      <dsp:nvSpPr>
        <dsp:cNvPr id="0" name=""/>
        <dsp:cNvSpPr/>
      </dsp:nvSpPr>
      <dsp:spPr>
        <a:xfrm>
          <a:off x="1020341" y="2182612"/>
          <a:ext cx="6586907" cy="1015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dirty="0" smtClean="0">
              <a:latin typeface="Arial" panose="020B0604020202020204" pitchFamily="34" charset="0"/>
              <a:cs typeface="Arial" panose="020B0604020202020204" pitchFamily="34" charset="0"/>
            </a:rPr>
            <a:t>Tháng 4-5 có hiện tượng sinh lý tăng tiết nước bọt</a:t>
          </a:r>
          <a:endParaRPr lang="en-US" sz="2800" kern="1200" dirty="0">
            <a:latin typeface="Arial" panose="020B0604020202020204" pitchFamily="34" charset="0"/>
            <a:cs typeface="Arial" panose="020B0604020202020204" pitchFamily="34" charset="0"/>
          </a:endParaRPr>
        </a:p>
      </dsp:txBody>
      <dsp:txXfrm>
        <a:off x="1020341" y="2182612"/>
        <a:ext cx="6586907" cy="1015168"/>
      </dsp:txXfrm>
    </dsp:sp>
    <dsp:sp modelId="{C41746F9-AEAB-45EB-B1FD-DC10F2EDD928}">
      <dsp:nvSpPr>
        <dsp:cNvPr id="0" name=""/>
        <dsp:cNvSpPr/>
      </dsp:nvSpPr>
      <dsp:spPr>
        <a:xfrm>
          <a:off x="894476" y="3197780"/>
          <a:ext cx="671277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5010C4-47D7-43E7-BC64-20AE2EDA6770}">
      <dsp:nvSpPr>
        <dsp:cNvPr id="0" name=""/>
        <dsp:cNvSpPr/>
      </dsp:nvSpPr>
      <dsp:spPr>
        <a:xfrm>
          <a:off x="0" y="2391473"/>
          <a:ext cx="1571711" cy="1234884"/>
        </a:xfrm>
        <a:prstGeom prst="roundRect">
          <a:avLst>
            <a:gd name="adj" fmla="val 10000"/>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lvl="0" algn="ctr" defTabSz="1644650">
            <a:lnSpc>
              <a:spcPct val="90000"/>
            </a:lnSpc>
            <a:spcBef>
              <a:spcPct val="0"/>
            </a:spcBef>
            <a:spcAft>
              <a:spcPct val="35000"/>
            </a:spcAft>
          </a:pPr>
          <a:r>
            <a:rPr lang="en-US" sz="3700" kern="1200" dirty="0" err="1" smtClean="0">
              <a:latin typeface="Arial" panose="020B0604020202020204" pitchFamily="34" charset="0"/>
              <a:cs typeface="Arial" panose="020B0604020202020204" pitchFamily="34" charset="0"/>
            </a:rPr>
            <a:t>Bài</a:t>
          </a:r>
          <a:r>
            <a:rPr lang="en-US" sz="3700" kern="1200" dirty="0" smtClean="0">
              <a:latin typeface="Arial" panose="020B0604020202020204" pitchFamily="34" charset="0"/>
              <a:cs typeface="Arial" panose="020B0604020202020204" pitchFamily="34" charset="0"/>
            </a:rPr>
            <a:t> </a:t>
          </a:r>
          <a:r>
            <a:rPr lang="en-US" sz="3700" kern="1200" dirty="0" err="1" smtClean="0">
              <a:latin typeface="Arial" panose="020B0604020202020204" pitchFamily="34" charset="0"/>
              <a:cs typeface="Arial" panose="020B0604020202020204" pitchFamily="34" charset="0"/>
            </a:rPr>
            <a:t>tiết</a:t>
          </a:r>
          <a:r>
            <a:rPr lang="en-US" sz="3700" kern="1200" dirty="0" smtClean="0">
              <a:latin typeface="Arial" panose="020B0604020202020204" pitchFamily="34" charset="0"/>
              <a:cs typeface="Arial" panose="020B0604020202020204" pitchFamily="34" charset="0"/>
            </a:rPr>
            <a:t> </a:t>
          </a:r>
          <a:r>
            <a:rPr lang="en-US" sz="3700" kern="1200" dirty="0" err="1" smtClean="0">
              <a:latin typeface="Arial" panose="020B0604020202020204" pitchFamily="34" charset="0"/>
              <a:cs typeface="Arial" panose="020B0604020202020204" pitchFamily="34" charset="0"/>
            </a:rPr>
            <a:t>HCl</a:t>
          </a:r>
          <a:endParaRPr lang="en-US" sz="3700" kern="1200" dirty="0">
            <a:latin typeface="Arial" panose="020B0604020202020204" pitchFamily="34" charset="0"/>
            <a:cs typeface="Arial" panose="020B0604020202020204" pitchFamily="34" charset="0"/>
          </a:endParaRPr>
        </a:p>
      </dsp:txBody>
      <dsp:txXfrm>
        <a:off x="36169" y="2427642"/>
        <a:ext cx="1499373" cy="1162546"/>
      </dsp:txXfrm>
    </dsp:sp>
    <dsp:sp modelId="{B90A6559-F243-49F3-9539-DC874BD2F38B}">
      <dsp:nvSpPr>
        <dsp:cNvPr id="0" name=""/>
        <dsp:cNvSpPr/>
      </dsp:nvSpPr>
      <dsp:spPr>
        <a:xfrm rot="17728752">
          <a:off x="911239" y="1944266"/>
          <a:ext cx="2318192" cy="36570"/>
        </a:xfrm>
        <a:custGeom>
          <a:avLst/>
          <a:gdLst/>
          <a:ahLst/>
          <a:cxnLst/>
          <a:rect l="0" t="0" r="0" b="0"/>
          <a:pathLst>
            <a:path>
              <a:moveTo>
                <a:pt x="0" y="18285"/>
              </a:moveTo>
              <a:lnTo>
                <a:pt x="2318192" y="18285"/>
              </a:lnTo>
            </a:path>
          </a:pathLst>
        </a:custGeom>
        <a:noFill/>
        <a:ln w="19050" cap="rnd" cmpd="sng" algn="ctr">
          <a:solidFill>
            <a:schemeClr val="accent5">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55600">
            <a:lnSpc>
              <a:spcPct val="90000"/>
            </a:lnSpc>
            <a:spcBef>
              <a:spcPct val="0"/>
            </a:spcBef>
            <a:spcAft>
              <a:spcPct val="35000"/>
            </a:spcAft>
          </a:pPr>
          <a:endParaRPr lang="en-US" sz="800" kern="1200"/>
        </a:p>
      </dsp:txBody>
      <dsp:txXfrm>
        <a:off x="2012380" y="1904597"/>
        <a:ext cx="115909" cy="115909"/>
      </dsp:txXfrm>
    </dsp:sp>
    <dsp:sp modelId="{15F89A73-34D0-4712-A8CE-0BE9752D6AAE}">
      <dsp:nvSpPr>
        <dsp:cNvPr id="0" name=""/>
        <dsp:cNvSpPr/>
      </dsp:nvSpPr>
      <dsp:spPr>
        <a:xfrm>
          <a:off x="2568959" y="627385"/>
          <a:ext cx="8147967" cy="577604"/>
        </a:xfrm>
        <a:prstGeom prst="roundRect">
          <a:avLst>
            <a:gd name="adj" fmla="val 10000"/>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l" defTabSz="1244600">
            <a:lnSpc>
              <a:spcPct val="90000"/>
            </a:lnSpc>
            <a:spcBef>
              <a:spcPct val="0"/>
            </a:spcBef>
            <a:spcAft>
              <a:spcPct val="35000"/>
            </a:spcAft>
          </a:pPr>
          <a:r>
            <a:rPr lang="en-US" sz="2800" kern="1200" dirty="0" err="1" smtClean="0">
              <a:latin typeface="Arial" panose="020B0604020202020204" pitchFamily="34" charset="0"/>
              <a:cs typeface="Arial" panose="020B0604020202020204" pitchFamily="34" charset="0"/>
            </a:rPr>
            <a:t>Biến</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đổi</a:t>
          </a:r>
          <a:r>
            <a:rPr lang="en-US" sz="2800" kern="1200" dirty="0" smtClean="0">
              <a:latin typeface="Arial" panose="020B0604020202020204" pitchFamily="34" charset="0"/>
              <a:cs typeface="Arial" panose="020B0604020202020204" pitchFamily="34" charset="0"/>
            </a:rPr>
            <a:t> pepsinogen =&gt;pepsin</a:t>
          </a:r>
          <a:endParaRPr lang="en-US" sz="2800" kern="1200" dirty="0">
            <a:latin typeface="Arial" panose="020B0604020202020204" pitchFamily="34" charset="0"/>
            <a:cs typeface="Arial" panose="020B0604020202020204" pitchFamily="34" charset="0"/>
          </a:endParaRPr>
        </a:p>
      </dsp:txBody>
      <dsp:txXfrm>
        <a:off x="2585876" y="644302"/>
        <a:ext cx="8114133" cy="543770"/>
      </dsp:txXfrm>
    </dsp:sp>
    <dsp:sp modelId="{A8BD2478-8218-4D87-8195-99448B27D0C7}">
      <dsp:nvSpPr>
        <dsp:cNvPr id="0" name=""/>
        <dsp:cNvSpPr/>
      </dsp:nvSpPr>
      <dsp:spPr>
        <a:xfrm rot="18485447">
          <a:off x="1262074" y="2354501"/>
          <a:ext cx="1616522" cy="36570"/>
        </a:xfrm>
        <a:custGeom>
          <a:avLst/>
          <a:gdLst/>
          <a:ahLst/>
          <a:cxnLst/>
          <a:rect l="0" t="0" r="0" b="0"/>
          <a:pathLst>
            <a:path>
              <a:moveTo>
                <a:pt x="0" y="18285"/>
              </a:moveTo>
              <a:lnTo>
                <a:pt x="1616522" y="18285"/>
              </a:lnTo>
            </a:path>
          </a:pathLst>
        </a:custGeom>
        <a:noFill/>
        <a:ln w="19050" cap="rnd" cmpd="sng" algn="ctr">
          <a:solidFill>
            <a:schemeClr val="accent5">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a:off x="2029922" y="2332373"/>
        <a:ext cx="80826" cy="80826"/>
      </dsp:txXfrm>
    </dsp:sp>
    <dsp:sp modelId="{3361C130-655B-4F1B-9230-907C7E8A87D8}">
      <dsp:nvSpPr>
        <dsp:cNvPr id="0" name=""/>
        <dsp:cNvSpPr/>
      </dsp:nvSpPr>
      <dsp:spPr>
        <a:xfrm>
          <a:off x="2568959" y="1390223"/>
          <a:ext cx="8187285" cy="692869"/>
        </a:xfrm>
        <a:prstGeom prst="roundRect">
          <a:avLst>
            <a:gd name="adj" fmla="val 10000"/>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l" defTabSz="1244600">
            <a:lnSpc>
              <a:spcPct val="90000"/>
            </a:lnSpc>
            <a:spcBef>
              <a:spcPct val="0"/>
            </a:spcBef>
            <a:spcAft>
              <a:spcPct val="35000"/>
            </a:spcAft>
          </a:pPr>
          <a:r>
            <a:rPr lang="en-US" sz="2800" kern="1200" dirty="0" err="1" smtClean="0">
              <a:latin typeface="Arial" panose="020B0604020202020204" pitchFamily="34" charset="0"/>
              <a:cs typeface="Arial" panose="020B0604020202020204" pitchFamily="34" charset="0"/>
            </a:rPr>
            <a:t>Tạo</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môi</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trường</a:t>
          </a:r>
          <a:r>
            <a:rPr lang="en-US" sz="2800" kern="1200" dirty="0" smtClean="0">
              <a:latin typeface="Arial" panose="020B0604020202020204" pitchFamily="34" charset="0"/>
              <a:cs typeface="Arial" panose="020B0604020202020204" pitchFamily="34" charset="0"/>
            </a:rPr>
            <a:t> acid </a:t>
          </a:r>
          <a:r>
            <a:rPr lang="en-US" sz="2800" kern="1200" dirty="0" err="1" smtClean="0">
              <a:latin typeface="Arial" panose="020B0604020202020204" pitchFamily="34" charset="0"/>
              <a:cs typeface="Arial" panose="020B0604020202020204" pitchFamily="34" charset="0"/>
            </a:rPr>
            <a:t>để</a:t>
          </a:r>
          <a:r>
            <a:rPr lang="en-US" sz="2800" kern="1200" dirty="0" smtClean="0">
              <a:latin typeface="Arial" panose="020B0604020202020204" pitchFamily="34" charset="0"/>
              <a:cs typeface="Arial" panose="020B0604020202020204" pitchFamily="34" charset="0"/>
            </a:rPr>
            <a:t> pepsin </a:t>
          </a:r>
          <a:r>
            <a:rPr lang="en-US" sz="2800" kern="1200" dirty="0" err="1" smtClean="0">
              <a:latin typeface="Arial" panose="020B0604020202020204" pitchFamily="34" charset="0"/>
              <a:cs typeface="Arial" panose="020B0604020202020204" pitchFamily="34" charset="0"/>
            </a:rPr>
            <a:t>hoạt</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động</a:t>
          </a:r>
          <a:endParaRPr lang="en-US" sz="2800" kern="1200" dirty="0">
            <a:latin typeface="Arial" panose="020B0604020202020204" pitchFamily="34" charset="0"/>
            <a:cs typeface="Arial" panose="020B0604020202020204" pitchFamily="34" charset="0"/>
          </a:endParaRPr>
        </a:p>
      </dsp:txBody>
      <dsp:txXfrm>
        <a:off x="2589252" y="1410516"/>
        <a:ext cx="8146699" cy="652283"/>
      </dsp:txXfrm>
    </dsp:sp>
    <dsp:sp modelId="{4C5042C9-F467-436B-9242-4E5FD0D54D86}">
      <dsp:nvSpPr>
        <dsp:cNvPr id="0" name=""/>
        <dsp:cNvSpPr/>
      </dsp:nvSpPr>
      <dsp:spPr>
        <a:xfrm rot="20062925">
          <a:off x="1517352" y="2751538"/>
          <a:ext cx="1105966" cy="36570"/>
        </a:xfrm>
        <a:custGeom>
          <a:avLst/>
          <a:gdLst/>
          <a:ahLst/>
          <a:cxnLst/>
          <a:rect l="0" t="0" r="0" b="0"/>
          <a:pathLst>
            <a:path>
              <a:moveTo>
                <a:pt x="0" y="18285"/>
              </a:moveTo>
              <a:lnTo>
                <a:pt x="1105966" y="18285"/>
              </a:lnTo>
            </a:path>
          </a:pathLst>
        </a:custGeom>
        <a:noFill/>
        <a:ln w="19050" cap="rnd" cmpd="sng" algn="ctr">
          <a:solidFill>
            <a:schemeClr val="accent5">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042686" y="2742174"/>
        <a:ext cx="55298" cy="55298"/>
      </dsp:txXfrm>
    </dsp:sp>
    <dsp:sp modelId="{698D5BCC-5658-4903-91AE-D22B16F3F276}">
      <dsp:nvSpPr>
        <dsp:cNvPr id="0" name=""/>
        <dsp:cNvSpPr/>
      </dsp:nvSpPr>
      <dsp:spPr>
        <a:xfrm>
          <a:off x="2568959" y="2268324"/>
          <a:ext cx="8154215" cy="524813"/>
        </a:xfrm>
        <a:prstGeom prst="roundRect">
          <a:avLst>
            <a:gd name="adj" fmla="val 10000"/>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l" defTabSz="1244600">
            <a:lnSpc>
              <a:spcPct val="90000"/>
            </a:lnSpc>
            <a:spcBef>
              <a:spcPct val="0"/>
            </a:spcBef>
            <a:spcAft>
              <a:spcPct val="35000"/>
            </a:spcAft>
          </a:pPr>
          <a:r>
            <a:rPr lang="en-US" sz="2800" kern="1200" dirty="0" err="1" smtClean="0">
              <a:latin typeface="Arial" panose="020B0604020202020204" pitchFamily="34" charset="0"/>
              <a:cs typeface="Arial" panose="020B0604020202020204" pitchFamily="34" charset="0"/>
            </a:rPr>
            <a:t>Diệt</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khuẩn</a:t>
          </a:r>
          <a:endParaRPr lang="en-US" sz="2800" kern="1200" dirty="0">
            <a:latin typeface="Arial" panose="020B0604020202020204" pitchFamily="34" charset="0"/>
            <a:cs typeface="Arial" panose="020B0604020202020204" pitchFamily="34" charset="0"/>
          </a:endParaRPr>
        </a:p>
      </dsp:txBody>
      <dsp:txXfrm>
        <a:off x="2584330" y="2283695"/>
        <a:ext cx="8123473" cy="494071"/>
      </dsp:txXfrm>
    </dsp:sp>
    <dsp:sp modelId="{8E7058CD-D9BA-4B64-BD35-03581AEC199C}">
      <dsp:nvSpPr>
        <dsp:cNvPr id="0" name=""/>
        <dsp:cNvSpPr/>
      </dsp:nvSpPr>
      <dsp:spPr>
        <a:xfrm rot="1044814">
          <a:off x="1547762" y="3147019"/>
          <a:ext cx="1045147" cy="36570"/>
        </a:xfrm>
        <a:custGeom>
          <a:avLst/>
          <a:gdLst/>
          <a:ahLst/>
          <a:cxnLst/>
          <a:rect l="0" t="0" r="0" b="0"/>
          <a:pathLst>
            <a:path>
              <a:moveTo>
                <a:pt x="0" y="18285"/>
              </a:moveTo>
              <a:lnTo>
                <a:pt x="1045147" y="18285"/>
              </a:lnTo>
            </a:path>
          </a:pathLst>
        </a:custGeom>
        <a:noFill/>
        <a:ln w="19050" cap="rnd" cmpd="sng" algn="ctr">
          <a:solidFill>
            <a:schemeClr val="accent5">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044206" y="3139176"/>
        <a:ext cx="52257" cy="52257"/>
      </dsp:txXfrm>
    </dsp:sp>
    <dsp:sp modelId="{5DC84ECE-2D4D-4D91-9466-6C30DE78C9C9}">
      <dsp:nvSpPr>
        <dsp:cNvPr id="0" name=""/>
        <dsp:cNvSpPr/>
      </dsp:nvSpPr>
      <dsp:spPr>
        <a:xfrm>
          <a:off x="2568959" y="2978371"/>
          <a:ext cx="8117119" cy="686645"/>
        </a:xfrm>
        <a:prstGeom prst="roundRect">
          <a:avLst>
            <a:gd name="adj" fmla="val 10000"/>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l" defTabSz="1244600">
            <a:lnSpc>
              <a:spcPct val="90000"/>
            </a:lnSpc>
            <a:spcBef>
              <a:spcPct val="0"/>
            </a:spcBef>
            <a:spcAft>
              <a:spcPct val="35000"/>
            </a:spcAft>
          </a:pPr>
          <a:r>
            <a:rPr lang="en-US" sz="2800" kern="1200" dirty="0" err="1" smtClean="0">
              <a:latin typeface="Arial" panose="020B0604020202020204" pitchFamily="34" charset="0"/>
              <a:cs typeface="Arial" panose="020B0604020202020204" pitchFamily="34" charset="0"/>
            </a:rPr>
            <a:t>Phá</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vỡ</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lớp</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vỏ</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bọc</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sợi</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cơ</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thịt</a:t>
          </a:r>
          <a:endParaRPr lang="en-US" sz="2800" kern="1200" dirty="0">
            <a:latin typeface="Arial" panose="020B0604020202020204" pitchFamily="34" charset="0"/>
            <a:cs typeface="Arial" panose="020B0604020202020204" pitchFamily="34" charset="0"/>
          </a:endParaRPr>
        </a:p>
      </dsp:txBody>
      <dsp:txXfrm>
        <a:off x="2589070" y="2998482"/>
        <a:ext cx="8076897" cy="646423"/>
      </dsp:txXfrm>
    </dsp:sp>
    <dsp:sp modelId="{968C4D44-94C1-4117-916D-130B5C8BC802}">
      <dsp:nvSpPr>
        <dsp:cNvPr id="0" name=""/>
        <dsp:cNvSpPr/>
      </dsp:nvSpPr>
      <dsp:spPr>
        <a:xfrm rot="3030788">
          <a:off x="1286214" y="3595792"/>
          <a:ext cx="1568242" cy="36570"/>
        </a:xfrm>
        <a:custGeom>
          <a:avLst/>
          <a:gdLst/>
          <a:ahLst/>
          <a:cxnLst/>
          <a:rect l="0" t="0" r="0" b="0"/>
          <a:pathLst>
            <a:path>
              <a:moveTo>
                <a:pt x="0" y="18285"/>
              </a:moveTo>
              <a:lnTo>
                <a:pt x="1568242" y="18285"/>
              </a:lnTo>
            </a:path>
          </a:pathLst>
        </a:custGeom>
        <a:noFill/>
        <a:ln w="19050" cap="rnd" cmpd="sng" algn="ctr">
          <a:solidFill>
            <a:schemeClr val="accent5">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031129" y="3574871"/>
        <a:ext cx="78412" cy="78412"/>
      </dsp:txXfrm>
    </dsp:sp>
    <dsp:sp modelId="{0B52BC51-3DD7-45A1-97EC-0A771EEE8927}">
      <dsp:nvSpPr>
        <dsp:cNvPr id="0" name=""/>
        <dsp:cNvSpPr/>
      </dsp:nvSpPr>
      <dsp:spPr>
        <a:xfrm>
          <a:off x="2568959" y="3850249"/>
          <a:ext cx="8114477" cy="737979"/>
        </a:xfrm>
        <a:prstGeom prst="roundRect">
          <a:avLst>
            <a:gd name="adj" fmla="val 10000"/>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l" defTabSz="1244600">
            <a:lnSpc>
              <a:spcPct val="90000"/>
            </a:lnSpc>
            <a:spcBef>
              <a:spcPct val="0"/>
            </a:spcBef>
            <a:spcAft>
              <a:spcPct val="35000"/>
            </a:spcAft>
          </a:pPr>
          <a:r>
            <a:rPr lang="en-US" sz="2800" kern="1200" dirty="0" err="1" smtClean="0">
              <a:latin typeface="Arial" panose="020B0604020202020204" pitchFamily="34" charset="0"/>
              <a:cs typeface="Arial" panose="020B0604020202020204" pitchFamily="34" charset="0"/>
            </a:rPr>
            <a:t>Thủy</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phân</a:t>
          </a:r>
          <a:r>
            <a:rPr lang="en-US" sz="2800" kern="1200" dirty="0" smtClean="0">
              <a:latin typeface="Arial" panose="020B0604020202020204" pitchFamily="34" charset="0"/>
              <a:cs typeface="Arial" panose="020B0604020202020204" pitchFamily="34" charset="0"/>
            </a:rPr>
            <a:t> cellulose</a:t>
          </a:r>
          <a:endParaRPr lang="en-US" sz="2800" kern="1200" dirty="0">
            <a:latin typeface="Arial" panose="020B0604020202020204" pitchFamily="34" charset="0"/>
            <a:cs typeface="Arial" panose="020B0604020202020204" pitchFamily="34" charset="0"/>
          </a:endParaRPr>
        </a:p>
      </dsp:txBody>
      <dsp:txXfrm>
        <a:off x="2590574" y="3871864"/>
        <a:ext cx="8071247" cy="694749"/>
      </dsp:txXfrm>
    </dsp:sp>
    <dsp:sp modelId="{89B0FFE9-67B6-4CE7-8443-29413DEC91C5}">
      <dsp:nvSpPr>
        <dsp:cNvPr id="0" name=""/>
        <dsp:cNvSpPr/>
      </dsp:nvSpPr>
      <dsp:spPr>
        <a:xfrm rot="3877874">
          <a:off x="906530" y="4042209"/>
          <a:ext cx="2327610" cy="36570"/>
        </a:xfrm>
        <a:custGeom>
          <a:avLst/>
          <a:gdLst/>
          <a:ahLst/>
          <a:cxnLst/>
          <a:rect l="0" t="0" r="0" b="0"/>
          <a:pathLst>
            <a:path>
              <a:moveTo>
                <a:pt x="0" y="18285"/>
              </a:moveTo>
              <a:lnTo>
                <a:pt x="2327610" y="18285"/>
              </a:lnTo>
            </a:path>
          </a:pathLst>
        </a:custGeom>
        <a:noFill/>
        <a:ln w="19050" cap="rnd" cmpd="sng" algn="ctr">
          <a:solidFill>
            <a:schemeClr val="accent5">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55600">
            <a:lnSpc>
              <a:spcPct val="90000"/>
            </a:lnSpc>
            <a:spcBef>
              <a:spcPct val="0"/>
            </a:spcBef>
            <a:spcAft>
              <a:spcPct val="35000"/>
            </a:spcAft>
          </a:pPr>
          <a:endParaRPr lang="en-US" sz="800" kern="1200"/>
        </a:p>
      </dsp:txBody>
      <dsp:txXfrm>
        <a:off x="2012145" y="4002304"/>
        <a:ext cx="116380" cy="116380"/>
      </dsp:txXfrm>
    </dsp:sp>
    <dsp:sp modelId="{1564EF14-E88A-40FD-8C6A-BDE57D72A8A5}">
      <dsp:nvSpPr>
        <dsp:cNvPr id="0" name=""/>
        <dsp:cNvSpPr/>
      </dsp:nvSpPr>
      <dsp:spPr>
        <a:xfrm>
          <a:off x="2568959" y="4773461"/>
          <a:ext cx="8067502" cy="677223"/>
        </a:xfrm>
        <a:prstGeom prst="roundRect">
          <a:avLst>
            <a:gd name="adj" fmla="val 10000"/>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l" defTabSz="1244600">
            <a:lnSpc>
              <a:spcPct val="90000"/>
            </a:lnSpc>
            <a:spcBef>
              <a:spcPct val="0"/>
            </a:spcBef>
            <a:spcAft>
              <a:spcPct val="35000"/>
            </a:spcAft>
          </a:pPr>
          <a:r>
            <a:rPr lang="en-US" sz="2800" kern="1200" dirty="0" err="1" smtClean="0">
              <a:latin typeface="Arial" panose="020B0604020202020204" pitchFamily="34" charset="0"/>
              <a:cs typeface="Arial" panose="020B0604020202020204" pitchFamily="34" charset="0"/>
            </a:rPr>
            <a:t>Tham</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gia</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cơ</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chế</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đóng</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mở</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môn</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vị</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tâm</a:t>
          </a:r>
          <a:r>
            <a:rPr lang="en-US" sz="2800" kern="1200" dirty="0" smtClean="0">
              <a:latin typeface="Arial" panose="020B0604020202020204" pitchFamily="34" charset="0"/>
              <a:cs typeface="Arial" panose="020B0604020202020204" pitchFamily="34" charset="0"/>
            </a:rPr>
            <a:t> </a:t>
          </a:r>
          <a:r>
            <a:rPr lang="en-US" sz="2800" kern="1200" dirty="0" err="1" smtClean="0">
              <a:latin typeface="Arial" panose="020B0604020202020204" pitchFamily="34" charset="0"/>
              <a:cs typeface="Arial" panose="020B0604020202020204" pitchFamily="34" charset="0"/>
            </a:rPr>
            <a:t>vị</a:t>
          </a:r>
          <a:endParaRPr lang="en-US" sz="2800" kern="1200" dirty="0">
            <a:latin typeface="Arial" panose="020B0604020202020204" pitchFamily="34" charset="0"/>
            <a:cs typeface="Arial" panose="020B0604020202020204" pitchFamily="34" charset="0"/>
          </a:endParaRPr>
        </a:p>
      </dsp:txBody>
      <dsp:txXfrm>
        <a:off x="2588794" y="4793296"/>
        <a:ext cx="8027832" cy="63755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8FACB9-6400-4134-BD7E-DC28EEAEE636}">
      <dsp:nvSpPr>
        <dsp:cNvPr id="0" name=""/>
        <dsp:cNvSpPr/>
      </dsp:nvSpPr>
      <dsp:spPr>
        <a:xfrm>
          <a:off x="1390" y="1737295"/>
          <a:ext cx="2310365" cy="1155182"/>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err="1" smtClean="0">
              <a:latin typeface="Arial" panose="020B0604020202020204" pitchFamily="34" charset="0"/>
              <a:cs typeface="Arial" panose="020B0604020202020204" pitchFamily="34" charset="0"/>
            </a:rPr>
            <a:t>Ức</a:t>
          </a:r>
          <a:r>
            <a:rPr lang="en-US" sz="3200" kern="1200" dirty="0" smtClean="0">
              <a:latin typeface="Arial" panose="020B0604020202020204" pitchFamily="34" charset="0"/>
              <a:cs typeface="Arial" panose="020B0604020202020204" pitchFamily="34" charset="0"/>
            </a:rPr>
            <a:t> </a:t>
          </a:r>
          <a:r>
            <a:rPr lang="en-US" sz="3200" kern="1200" dirty="0" err="1" smtClean="0">
              <a:latin typeface="Arial" panose="020B0604020202020204" pitchFamily="34" charset="0"/>
              <a:cs typeface="Arial" panose="020B0604020202020204" pitchFamily="34" charset="0"/>
            </a:rPr>
            <a:t>chế</a:t>
          </a:r>
          <a:endParaRPr lang="en-US" sz="3200" kern="1200" dirty="0">
            <a:latin typeface="Arial" panose="020B0604020202020204" pitchFamily="34" charset="0"/>
            <a:cs typeface="Arial" panose="020B0604020202020204" pitchFamily="34" charset="0"/>
          </a:endParaRPr>
        </a:p>
      </dsp:txBody>
      <dsp:txXfrm>
        <a:off x="35224" y="1771129"/>
        <a:ext cx="2242697" cy="1087514"/>
      </dsp:txXfrm>
    </dsp:sp>
    <dsp:sp modelId="{1193793D-EF26-45D6-B65D-BC8EBB9F43CB}">
      <dsp:nvSpPr>
        <dsp:cNvPr id="0" name=""/>
        <dsp:cNvSpPr/>
      </dsp:nvSpPr>
      <dsp:spPr>
        <a:xfrm rot="19457599">
          <a:off x="2204783" y="1960315"/>
          <a:ext cx="1138089" cy="44912"/>
        </a:xfrm>
        <a:custGeom>
          <a:avLst/>
          <a:gdLst/>
          <a:ahLst/>
          <a:cxnLst/>
          <a:rect l="0" t="0" r="0" b="0"/>
          <a:pathLst>
            <a:path>
              <a:moveTo>
                <a:pt x="0" y="22456"/>
              </a:moveTo>
              <a:lnTo>
                <a:pt x="1138089" y="22456"/>
              </a:lnTo>
            </a:path>
          </a:pathLst>
        </a:custGeom>
        <a:noFill/>
        <a:ln w="19050" cap="rnd"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745376" y="1954319"/>
        <a:ext cx="56904" cy="56904"/>
      </dsp:txXfrm>
    </dsp:sp>
    <dsp:sp modelId="{225D39E3-D2B5-4161-863E-E28D866D0CE6}">
      <dsp:nvSpPr>
        <dsp:cNvPr id="0" name=""/>
        <dsp:cNvSpPr/>
      </dsp:nvSpPr>
      <dsp:spPr>
        <a:xfrm>
          <a:off x="3235901" y="1073065"/>
          <a:ext cx="2310365" cy="1155182"/>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latin typeface="Arial" panose="020B0604020202020204" pitchFamily="34" charset="0"/>
              <a:cs typeface="Arial" panose="020B0604020202020204" pitchFamily="34" charset="0"/>
            </a:rPr>
            <a:t>Cortisol</a:t>
          </a:r>
          <a:endParaRPr lang="en-US" sz="3200" kern="1200" dirty="0">
            <a:latin typeface="Arial" panose="020B0604020202020204" pitchFamily="34" charset="0"/>
            <a:cs typeface="Arial" panose="020B0604020202020204" pitchFamily="34" charset="0"/>
          </a:endParaRPr>
        </a:p>
      </dsp:txBody>
      <dsp:txXfrm>
        <a:off x="3269735" y="1106899"/>
        <a:ext cx="2242697" cy="1087514"/>
      </dsp:txXfrm>
    </dsp:sp>
    <dsp:sp modelId="{F94C700E-E8B3-47D5-86C9-A0798E0BBC11}">
      <dsp:nvSpPr>
        <dsp:cNvPr id="0" name=""/>
        <dsp:cNvSpPr/>
      </dsp:nvSpPr>
      <dsp:spPr>
        <a:xfrm rot="2142401">
          <a:off x="2204783" y="2624545"/>
          <a:ext cx="1138089" cy="44912"/>
        </a:xfrm>
        <a:custGeom>
          <a:avLst/>
          <a:gdLst/>
          <a:ahLst/>
          <a:cxnLst/>
          <a:rect l="0" t="0" r="0" b="0"/>
          <a:pathLst>
            <a:path>
              <a:moveTo>
                <a:pt x="0" y="22456"/>
              </a:moveTo>
              <a:lnTo>
                <a:pt x="1138089" y="22456"/>
              </a:lnTo>
            </a:path>
          </a:pathLst>
        </a:custGeom>
        <a:noFill/>
        <a:ln w="19050" cap="rnd"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745376" y="2618549"/>
        <a:ext cx="56904" cy="56904"/>
      </dsp:txXfrm>
    </dsp:sp>
    <dsp:sp modelId="{B8D5940C-6854-407E-BCD7-7173C7570212}">
      <dsp:nvSpPr>
        <dsp:cNvPr id="0" name=""/>
        <dsp:cNvSpPr/>
      </dsp:nvSpPr>
      <dsp:spPr>
        <a:xfrm>
          <a:off x="3235901" y="2401525"/>
          <a:ext cx="2310365" cy="1155182"/>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latin typeface="Arial" panose="020B0604020202020204" pitchFamily="34" charset="0"/>
              <a:cs typeface="Arial" panose="020B0604020202020204" pitchFamily="34" charset="0"/>
            </a:rPr>
            <a:t>Aspirin</a:t>
          </a:r>
          <a:endParaRPr lang="en-US" sz="3200" kern="1200" dirty="0">
            <a:latin typeface="Arial" panose="020B0604020202020204" pitchFamily="34" charset="0"/>
            <a:cs typeface="Arial" panose="020B0604020202020204" pitchFamily="34" charset="0"/>
          </a:endParaRPr>
        </a:p>
      </dsp:txBody>
      <dsp:txXfrm>
        <a:off x="3269735" y="2435359"/>
        <a:ext cx="2242697" cy="10875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CB4CB1-98D4-4138-907E-BD761EDE71A6}">
      <dsp:nvSpPr>
        <dsp:cNvPr id="0" name=""/>
        <dsp:cNvSpPr/>
      </dsp:nvSpPr>
      <dsp:spPr>
        <a:xfrm>
          <a:off x="3011698" y="2156415"/>
          <a:ext cx="1878651" cy="106599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err="1" smtClean="0">
              <a:latin typeface="Arial" panose="020B0604020202020204" pitchFamily="34" charset="0"/>
              <a:cs typeface="Arial" panose="020B0604020202020204" pitchFamily="34" charset="0"/>
            </a:rPr>
            <a:t>Bài</a:t>
          </a:r>
          <a:r>
            <a:rPr lang="en-US" sz="3200" kern="1200" dirty="0" smtClean="0">
              <a:latin typeface="Arial" panose="020B0604020202020204" pitchFamily="34" charset="0"/>
              <a:cs typeface="Arial" panose="020B0604020202020204" pitchFamily="34" charset="0"/>
            </a:rPr>
            <a:t> </a:t>
          </a:r>
          <a:r>
            <a:rPr lang="en-US" sz="3200" kern="1200" dirty="0" err="1" smtClean="0">
              <a:latin typeface="Arial" panose="020B0604020202020204" pitchFamily="34" charset="0"/>
              <a:cs typeface="Arial" panose="020B0604020202020204" pitchFamily="34" charset="0"/>
            </a:rPr>
            <a:t>tiết</a:t>
          </a:r>
          <a:endParaRPr lang="en-US" sz="3200" kern="1200" dirty="0">
            <a:latin typeface="Arial" panose="020B0604020202020204" pitchFamily="34" charset="0"/>
            <a:cs typeface="Arial" panose="020B0604020202020204" pitchFamily="34" charset="0"/>
          </a:endParaRPr>
        </a:p>
      </dsp:txBody>
      <dsp:txXfrm>
        <a:off x="3042920" y="2187637"/>
        <a:ext cx="1816207" cy="1003549"/>
      </dsp:txXfrm>
    </dsp:sp>
    <dsp:sp modelId="{5CA2433F-84BA-4BBD-A86F-1AF646844C37}">
      <dsp:nvSpPr>
        <dsp:cNvPr id="0" name=""/>
        <dsp:cNvSpPr/>
      </dsp:nvSpPr>
      <dsp:spPr>
        <a:xfrm rot="14141555">
          <a:off x="1969345" y="2123048"/>
          <a:ext cx="1333244" cy="31434"/>
        </a:xfrm>
        <a:custGeom>
          <a:avLst/>
          <a:gdLst/>
          <a:ahLst/>
          <a:cxnLst/>
          <a:rect l="0" t="0" r="0" b="0"/>
          <a:pathLst>
            <a:path>
              <a:moveTo>
                <a:pt x="0" y="15717"/>
              </a:moveTo>
              <a:lnTo>
                <a:pt x="1333244" y="1571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2602636" y="2105434"/>
        <a:ext cx="66662" cy="66662"/>
      </dsp:txXfrm>
    </dsp:sp>
    <dsp:sp modelId="{18662AA0-0D74-4D34-97E2-3F6ED97460DD}">
      <dsp:nvSpPr>
        <dsp:cNvPr id="0" name=""/>
        <dsp:cNvSpPr/>
      </dsp:nvSpPr>
      <dsp:spPr>
        <a:xfrm>
          <a:off x="2887" y="887499"/>
          <a:ext cx="2257349" cy="140123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l" defTabSz="1066800">
            <a:lnSpc>
              <a:spcPct val="90000"/>
            </a:lnSpc>
            <a:spcBef>
              <a:spcPct val="0"/>
            </a:spcBef>
            <a:spcAft>
              <a:spcPct val="35000"/>
            </a:spcAft>
          </a:pPr>
          <a:r>
            <a:rPr lang="en-US" sz="2400" kern="1200" dirty="0" err="1" smtClean="0">
              <a:latin typeface="Arial" panose="020B0604020202020204" pitchFamily="34" charset="0"/>
              <a:cs typeface="Arial" panose="020B0604020202020204" pitchFamily="34" charset="0"/>
            </a:rPr>
            <a:t>Kích</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thích</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cơ</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học</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TĂn</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dụng</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cụ</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sonde</a:t>
          </a:r>
          <a:r>
            <a:rPr lang="en-US" sz="2400" kern="1200" dirty="0" smtClean="0">
              <a:latin typeface="Arial" panose="020B0604020202020204" pitchFamily="34" charset="0"/>
              <a:cs typeface="Arial" panose="020B0604020202020204" pitchFamily="34" charset="0"/>
            </a:rPr>
            <a:t>…)</a:t>
          </a:r>
          <a:endParaRPr lang="en-US" sz="2400" kern="1200" dirty="0">
            <a:latin typeface="Arial" panose="020B0604020202020204" pitchFamily="34" charset="0"/>
            <a:cs typeface="Arial" panose="020B0604020202020204" pitchFamily="34" charset="0"/>
          </a:endParaRPr>
        </a:p>
      </dsp:txBody>
      <dsp:txXfrm>
        <a:off x="43928" y="928540"/>
        <a:ext cx="2175267" cy="1319156"/>
      </dsp:txXfrm>
    </dsp:sp>
    <dsp:sp modelId="{FBDAEF6E-A9C6-4341-AB11-B06DA1EC0AD6}">
      <dsp:nvSpPr>
        <dsp:cNvPr id="0" name=""/>
        <dsp:cNvSpPr/>
      </dsp:nvSpPr>
      <dsp:spPr>
        <a:xfrm rot="7512652">
          <a:off x="1774745" y="3314721"/>
          <a:ext cx="1569151" cy="31434"/>
        </a:xfrm>
        <a:custGeom>
          <a:avLst/>
          <a:gdLst/>
          <a:ahLst/>
          <a:cxnLst/>
          <a:rect l="0" t="0" r="0" b="0"/>
          <a:pathLst>
            <a:path>
              <a:moveTo>
                <a:pt x="0" y="15717"/>
              </a:moveTo>
              <a:lnTo>
                <a:pt x="1569151" y="1571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2520092" y="3291210"/>
        <a:ext cx="78457" cy="78457"/>
      </dsp:txXfrm>
    </dsp:sp>
    <dsp:sp modelId="{0725651F-6FBB-4065-BA18-489CF7360ED9}">
      <dsp:nvSpPr>
        <dsp:cNvPr id="0" name=""/>
        <dsp:cNvSpPr/>
      </dsp:nvSpPr>
      <dsp:spPr>
        <a:xfrm>
          <a:off x="0" y="3263354"/>
          <a:ext cx="2106944" cy="1416221"/>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l" defTabSz="1066800">
            <a:lnSpc>
              <a:spcPct val="90000"/>
            </a:lnSpc>
            <a:spcBef>
              <a:spcPct val="0"/>
            </a:spcBef>
            <a:spcAft>
              <a:spcPct val="35000"/>
            </a:spcAft>
          </a:pPr>
          <a:r>
            <a:rPr lang="en-US" sz="2400" kern="1200" dirty="0" err="1" smtClean="0">
              <a:latin typeface="Arial" panose="020B0604020202020204" pitchFamily="34" charset="0"/>
              <a:cs typeface="Arial" panose="020B0604020202020204" pitchFamily="34" charset="0"/>
            </a:rPr>
            <a:t>Kích</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thích</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hóa</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học</a:t>
          </a:r>
          <a:endParaRPr lang="en-US" sz="2400" kern="1200" dirty="0">
            <a:latin typeface="Arial" panose="020B0604020202020204" pitchFamily="34" charset="0"/>
            <a:cs typeface="Arial" panose="020B0604020202020204" pitchFamily="34" charset="0"/>
          </a:endParaRPr>
        </a:p>
      </dsp:txBody>
      <dsp:txXfrm>
        <a:off x="41480" y="3304834"/>
        <a:ext cx="2023984" cy="133326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F3A8E7-83DB-4009-92B6-211F4E3494AD}">
      <dsp:nvSpPr>
        <dsp:cNvPr id="0" name=""/>
        <dsp:cNvSpPr/>
      </dsp:nvSpPr>
      <dsp:spPr>
        <a:xfrm>
          <a:off x="0" y="2409980"/>
          <a:ext cx="1615375" cy="80768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kern="1200" dirty="0" err="1" smtClean="0">
              <a:latin typeface="Arial" panose="020B0604020202020204" pitchFamily="34" charset="0"/>
              <a:cs typeface="Arial" panose="020B0604020202020204" pitchFamily="34" charset="0"/>
            </a:rPr>
            <a:t>Gan</a:t>
          </a:r>
          <a:endParaRPr lang="en-US" sz="2400" kern="1200" dirty="0">
            <a:latin typeface="Arial" panose="020B0604020202020204" pitchFamily="34" charset="0"/>
            <a:cs typeface="Arial" panose="020B0604020202020204" pitchFamily="34" charset="0"/>
          </a:endParaRPr>
        </a:p>
      </dsp:txBody>
      <dsp:txXfrm>
        <a:off x="23656" y="2433636"/>
        <a:ext cx="1568063" cy="760375"/>
      </dsp:txXfrm>
    </dsp:sp>
    <dsp:sp modelId="{D182A1FE-17EF-4E46-BDB1-82D578B4D2A3}">
      <dsp:nvSpPr>
        <dsp:cNvPr id="0" name=""/>
        <dsp:cNvSpPr/>
      </dsp:nvSpPr>
      <dsp:spPr>
        <a:xfrm rot="17314882">
          <a:off x="912755" y="1823365"/>
          <a:ext cx="2062438" cy="25990"/>
        </a:xfrm>
        <a:custGeom>
          <a:avLst/>
          <a:gdLst/>
          <a:ahLst/>
          <a:cxnLst/>
          <a:rect l="0" t="0" r="0" b="0"/>
          <a:pathLst>
            <a:path>
              <a:moveTo>
                <a:pt x="0" y="12995"/>
              </a:moveTo>
              <a:lnTo>
                <a:pt x="2062438" y="12995"/>
              </a:lnTo>
            </a:path>
          </a:pathLst>
        </a:custGeom>
        <a:noFill/>
        <a:ln w="19050" cap="rnd"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en-US" sz="700" kern="1200"/>
        </a:p>
      </dsp:txBody>
      <dsp:txXfrm>
        <a:off x="1892413" y="1784799"/>
        <a:ext cx="103121" cy="103121"/>
      </dsp:txXfrm>
    </dsp:sp>
    <dsp:sp modelId="{19A249E9-F794-41FD-B972-96C812E631A0}">
      <dsp:nvSpPr>
        <dsp:cNvPr id="0" name=""/>
        <dsp:cNvSpPr/>
      </dsp:nvSpPr>
      <dsp:spPr>
        <a:xfrm>
          <a:off x="2272573" y="455052"/>
          <a:ext cx="8869528" cy="80768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l" defTabSz="1066800">
            <a:lnSpc>
              <a:spcPct val="90000"/>
            </a:lnSpc>
            <a:spcBef>
              <a:spcPct val="0"/>
            </a:spcBef>
            <a:spcAft>
              <a:spcPct val="35000"/>
            </a:spcAft>
          </a:pPr>
          <a:r>
            <a:rPr lang="en-US" sz="2400" i="1" kern="1200" dirty="0" err="1" smtClean="0">
              <a:latin typeface="Arial" panose="020B0604020202020204" pitchFamily="34" charset="0"/>
              <a:cs typeface="Arial" panose="020B0604020202020204" pitchFamily="34" charset="0"/>
            </a:rPr>
            <a:t>Chuyển</a:t>
          </a:r>
          <a:r>
            <a:rPr lang="en-US" sz="2400" i="1" kern="1200" dirty="0" smtClean="0">
              <a:latin typeface="Arial" panose="020B0604020202020204" pitchFamily="34" charset="0"/>
              <a:cs typeface="Arial" panose="020B0604020202020204" pitchFamily="34" charset="0"/>
            </a:rPr>
            <a:t> </a:t>
          </a:r>
          <a:r>
            <a:rPr lang="en-US" sz="2400" i="1" kern="1200" dirty="0" err="1" smtClean="0">
              <a:latin typeface="Arial" panose="020B0604020202020204" pitchFamily="34" charset="0"/>
              <a:cs typeface="Arial" panose="020B0604020202020204" pitchFamily="34" charset="0"/>
            </a:rPr>
            <a:t>hóa</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Trao</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đổi</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các</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chất</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protide</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glucide</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lipide</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và</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các</a:t>
          </a:r>
          <a:r>
            <a:rPr lang="en-US" sz="2400" kern="1200" dirty="0" smtClean="0">
              <a:latin typeface="Arial" panose="020B0604020202020204" pitchFamily="34" charset="0"/>
              <a:cs typeface="Arial" panose="020B0604020202020204" pitchFamily="34" charset="0"/>
            </a:rPr>
            <a:t> vitamin.</a:t>
          </a:r>
          <a:endParaRPr lang="en-US" sz="2400" kern="1200" dirty="0">
            <a:latin typeface="Arial" panose="020B0604020202020204" pitchFamily="34" charset="0"/>
            <a:cs typeface="Arial" panose="020B0604020202020204" pitchFamily="34" charset="0"/>
          </a:endParaRPr>
        </a:p>
      </dsp:txBody>
      <dsp:txXfrm>
        <a:off x="2296229" y="478708"/>
        <a:ext cx="8822216" cy="760375"/>
      </dsp:txXfrm>
    </dsp:sp>
    <dsp:sp modelId="{F94DBCB5-50F5-4E02-8946-D306C03E148F}">
      <dsp:nvSpPr>
        <dsp:cNvPr id="0" name=""/>
        <dsp:cNvSpPr/>
      </dsp:nvSpPr>
      <dsp:spPr>
        <a:xfrm rot="18333333">
          <a:off x="1380866" y="2344957"/>
          <a:ext cx="1120693" cy="25990"/>
        </a:xfrm>
        <a:custGeom>
          <a:avLst/>
          <a:gdLst/>
          <a:ahLst/>
          <a:cxnLst/>
          <a:rect l="0" t="0" r="0" b="0"/>
          <a:pathLst>
            <a:path>
              <a:moveTo>
                <a:pt x="0" y="12995"/>
              </a:moveTo>
              <a:lnTo>
                <a:pt x="1120693" y="12995"/>
              </a:lnTo>
            </a:path>
          </a:pathLst>
        </a:custGeom>
        <a:noFill/>
        <a:ln w="19050" cap="rnd"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1913195" y="2329935"/>
        <a:ext cx="56034" cy="56034"/>
      </dsp:txXfrm>
    </dsp:sp>
    <dsp:sp modelId="{15480669-3D65-4F32-8467-B785665A4D67}">
      <dsp:nvSpPr>
        <dsp:cNvPr id="0" name=""/>
        <dsp:cNvSpPr/>
      </dsp:nvSpPr>
      <dsp:spPr>
        <a:xfrm>
          <a:off x="2267050" y="1498237"/>
          <a:ext cx="8816608" cy="80768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l" defTabSz="1066800">
            <a:lnSpc>
              <a:spcPct val="90000"/>
            </a:lnSpc>
            <a:spcBef>
              <a:spcPct val="0"/>
            </a:spcBef>
            <a:spcAft>
              <a:spcPct val="35000"/>
            </a:spcAft>
          </a:pPr>
          <a:r>
            <a:rPr lang="en-US" sz="2400" i="1" kern="1200" dirty="0" err="1" smtClean="0">
              <a:latin typeface="Arial" panose="020B0604020202020204" pitchFamily="34" charset="0"/>
              <a:cs typeface="Arial" panose="020B0604020202020204" pitchFamily="34" charset="0"/>
            </a:rPr>
            <a:t>Tổng</a:t>
          </a:r>
          <a:r>
            <a:rPr lang="en-US" sz="2400" i="1" kern="1200" dirty="0" smtClean="0">
              <a:latin typeface="Arial" panose="020B0604020202020204" pitchFamily="34" charset="0"/>
              <a:cs typeface="Arial" panose="020B0604020202020204" pitchFamily="34" charset="0"/>
            </a:rPr>
            <a:t> </a:t>
          </a:r>
          <a:r>
            <a:rPr lang="en-US" sz="2400" i="1" kern="1200" dirty="0" err="1" smtClean="0">
              <a:latin typeface="Arial" panose="020B0604020202020204" pitchFamily="34" charset="0"/>
              <a:cs typeface="Arial" panose="020B0604020202020204" pitchFamily="34" charset="0"/>
            </a:rPr>
            <a:t>hợp</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Tạo</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và</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bài</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tiết</a:t>
          </a:r>
          <a:r>
            <a:rPr lang="en-US" sz="2400" kern="1200" dirty="0" smtClean="0">
              <a:latin typeface="Arial" panose="020B0604020202020204" pitchFamily="34" charset="0"/>
              <a:cs typeface="Arial" panose="020B0604020202020204" pitchFamily="34" charset="0"/>
            </a:rPr>
            <a:t> </a:t>
          </a:r>
          <a:r>
            <a:rPr lang="en-US" sz="2400" b="1" kern="1200" dirty="0" smtClean="0">
              <a:latin typeface="Arial" panose="020B0604020202020204" pitchFamily="34" charset="0"/>
              <a:cs typeface="Arial" panose="020B0604020202020204" pitchFamily="34" charset="0"/>
            </a:rPr>
            <a:t>MẬT</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tham</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gia</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tạo</a:t>
          </a:r>
          <a:r>
            <a:rPr lang="en-US" sz="2400" kern="1200" dirty="0" smtClean="0">
              <a:latin typeface="Arial" panose="020B0604020202020204" pitchFamily="34" charset="0"/>
              <a:cs typeface="Arial" panose="020B0604020202020204" pitchFamily="34" charset="0"/>
            </a:rPr>
            <a:t> </a:t>
          </a:r>
          <a:r>
            <a:rPr lang="en-US" sz="2400" b="1" kern="1200" dirty="0" smtClean="0">
              <a:latin typeface="Arial" panose="020B0604020202020204" pitchFamily="34" charset="0"/>
              <a:cs typeface="Arial" panose="020B0604020202020204" pitchFamily="34" charset="0"/>
            </a:rPr>
            <a:t>MÁU</a:t>
          </a:r>
        </a:p>
      </dsp:txBody>
      <dsp:txXfrm>
        <a:off x="2290706" y="1521893"/>
        <a:ext cx="8769296" cy="760375"/>
      </dsp:txXfrm>
    </dsp:sp>
    <dsp:sp modelId="{72938A32-8F40-4B05-9609-478E301074B2}">
      <dsp:nvSpPr>
        <dsp:cNvPr id="0" name=""/>
        <dsp:cNvSpPr/>
      </dsp:nvSpPr>
      <dsp:spPr>
        <a:xfrm rot="799337">
          <a:off x="1606364" y="2877987"/>
          <a:ext cx="669696" cy="25990"/>
        </a:xfrm>
        <a:custGeom>
          <a:avLst/>
          <a:gdLst/>
          <a:ahLst/>
          <a:cxnLst/>
          <a:rect l="0" t="0" r="0" b="0"/>
          <a:pathLst>
            <a:path>
              <a:moveTo>
                <a:pt x="0" y="12995"/>
              </a:moveTo>
              <a:lnTo>
                <a:pt x="669696" y="12995"/>
              </a:lnTo>
            </a:path>
          </a:pathLst>
        </a:custGeom>
        <a:noFill/>
        <a:ln w="19050" cap="rnd"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1924470" y="2874240"/>
        <a:ext cx="33484" cy="33484"/>
      </dsp:txXfrm>
    </dsp:sp>
    <dsp:sp modelId="{8FC5D4C6-071E-4640-9165-55359A51B6B1}">
      <dsp:nvSpPr>
        <dsp:cNvPr id="0" name=""/>
        <dsp:cNvSpPr/>
      </dsp:nvSpPr>
      <dsp:spPr>
        <a:xfrm>
          <a:off x="2267050" y="2564297"/>
          <a:ext cx="8743496" cy="80768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l" defTabSz="1066800">
            <a:lnSpc>
              <a:spcPct val="90000"/>
            </a:lnSpc>
            <a:spcBef>
              <a:spcPct val="0"/>
            </a:spcBef>
            <a:spcAft>
              <a:spcPct val="35000"/>
            </a:spcAft>
          </a:pPr>
          <a:r>
            <a:rPr lang="en-US" sz="2400" i="1" kern="1200" dirty="0" err="1" smtClean="0">
              <a:latin typeface="Arial" panose="020B0604020202020204" pitchFamily="34" charset="0"/>
              <a:cs typeface="Arial" panose="020B0604020202020204" pitchFamily="34" charset="0"/>
            </a:rPr>
            <a:t>Bảo</a:t>
          </a:r>
          <a:r>
            <a:rPr lang="en-US" sz="2400" i="1" kern="1200" dirty="0" smtClean="0">
              <a:latin typeface="Arial" panose="020B0604020202020204" pitchFamily="34" charset="0"/>
              <a:cs typeface="Arial" panose="020B0604020202020204" pitchFamily="34" charset="0"/>
            </a:rPr>
            <a:t> </a:t>
          </a:r>
          <a:r>
            <a:rPr lang="en-US" sz="2400" i="1" kern="1200" dirty="0" err="1" smtClean="0">
              <a:latin typeface="Arial" panose="020B0604020202020204" pitchFamily="34" charset="0"/>
              <a:cs typeface="Arial" panose="020B0604020202020204" pitchFamily="34" charset="0"/>
            </a:rPr>
            <a:t>vệ</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Gan</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là</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bộ</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phận</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chống</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độc</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quan</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trọng</a:t>
          </a:r>
          <a:r>
            <a:rPr lang="en-US" sz="2400" kern="1200" dirty="0" smtClean="0">
              <a:latin typeface="Arial" panose="020B0604020202020204" pitchFamily="34" charset="0"/>
              <a:cs typeface="Arial" panose="020B0604020202020204" pitchFamily="34" charset="0"/>
            </a:rPr>
            <a:t>.</a:t>
          </a:r>
          <a:endParaRPr lang="en-US" sz="2400" kern="1200" dirty="0">
            <a:latin typeface="Arial" panose="020B0604020202020204" pitchFamily="34" charset="0"/>
            <a:cs typeface="Arial" panose="020B0604020202020204" pitchFamily="34" charset="0"/>
          </a:endParaRPr>
        </a:p>
      </dsp:txBody>
      <dsp:txXfrm>
        <a:off x="2290706" y="2587953"/>
        <a:ext cx="8696184" cy="760375"/>
      </dsp:txXfrm>
    </dsp:sp>
    <dsp:sp modelId="{A84C27D5-EC4E-45AD-B6A1-4A41703D4593}">
      <dsp:nvSpPr>
        <dsp:cNvPr id="0" name=""/>
        <dsp:cNvSpPr/>
      </dsp:nvSpPr>
      <dsp:spPr>
        <a:xfrm rot="4368362">
          <a:off x="920726" y="3742924"/>
          <a:ext cx="1972335" cy="25990"/>
        </a:xfrm>
        <a:custGeom>
          <a:avLst/>
          <a:gdLst/>
          <a:ahLst/>
          <a:cxnLst/>
          <a:rect l="0" t="0" r="0" b="0"/>
          <a:pathLst>
            <a:path>
              <a:moveTo>
                <a:pt x="0" y="12995"/>
              </a:moveTo>
              <a:lnTo>
                <a:pt x="1972335" y="12995"/>
              </a:lnTo>
            </a:path>
          </a:pathLst>
        </a:custGeom>
        <a:noFill/>
        <a:ln w="19050" cap="rnd"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en-US" sz="700" kern="1200"/>
        </a:p>
      </dsp:txBody>
      <dsp:txXfrm>
        <a:off x="1857585" y="3706611"/>
        <a:ext cx="98616" cy="98616"/>
      </dsp:txXfrm>
    </dsp:sp>
    <dsp:sp modelId="{80C8352E-0B40-47E0-937D-405334F44F55}">
      <dsp:nvSpPr>
        <dsp:cNvPr id="0" name=""/>
        <dsp:cNvSpPr/>
      </dsp:nvSpPr>
      <dsp:spPr>
        <a:xfrm>
          <a:off x="2198412" y="4000996"/>
          <a:ext cx="8723239" cy="139403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l" defTabSz="1066800">
            <a:lnSpc>
              <a:spcPct val="90000"/>
            </a:lnSpc>
            <a:spcBef>
              <a:spcPct val="0"/>
            </a:spcBef>
            <a:spcAft>
              <a:spcPct val="35000"/>
            </a:spcAft>
          </a:pPr>
          <a:r>
            <a:rPr lang="en-US" sz="2400" i="1" kern="1200" dirty="0" err="1" smtClean="0">
              <a:latin typeface="Arial" panose="020B0604020202020204" pitchFamily="34" charset="0"/>
              <a:cs typeface="Arial" panose="020B0604020202020204" pitchFamily="34" charset="0"/>
            </a:rPr>
            <a:t>Dự</a:t>
          </a:r>
          <a:r>
            <a:rPr lang="en-US" sz="2400" i="1" kern="1200" dirty="0" smtClean="0">
              <a:latin typeface="Arial" panose="020B0604020202020204" pitchFamily="34" charset="0"/>
              <a:cs typeface="Arial" panose="020B0604020202020204" pitchFamily="34" charset="0"/>
            </a:rPr>
            <a:t> </a:t>
          </a:r>
          <a:r>
            <a:rPr lang="en-US" sz="2400" i="1" kern="1200" dirty="0" err="1" smtClean="0">
              <a:latin typeface="Arial" panose="020B0604020202020204" pitchFamily="34" charset="0"/>
              <a:cs typeface="Arial" panose="020B0604020202020204" pitchFamily="34" charset="0"/>
            </a:rPr>
            <a:t>trữ</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sinh</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nhiệt</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vì</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gan</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tạo</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và</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tích</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trữ</a:t>
          </a:r>
          <a:r>
            <a:rPr lang="en-US" sz="2400" kern="1200" dirty="0" smtClean="0">
              <a:latin typeface="Arial" panose="020B0604020202020204" pitchFamily="34" charset="0"/>
              <a:cs typeface="Arial" panose="020B0604020202020204" pitchFamily="34" charset="0"/>
            </a:rPr>
            <a:t> </a:t>
          </a:r>
          <a:r>
            <a:rPr lang="en-US" sz="2400" b="1" kern="1200" dirty="0" smtClean="0">
              <a:latin typeface="Arial" panose="020B0604020202020204" pitchFamily="34" charset="0"/>
              <a:cs typeface="Arial" panose="020B0604020202020204" pitchFamily="34" charset="0"/>
            </a:rPr>
            <a:t>glycogen. </a:t>
          </a:r>
          <a:r>
            <a:rPr lang="en-US" sz="2400" kern="1200" dirty="0" err="1" smtClean="0">
              <a:latin typeface="Arial" panose="020B0604020202020204" pitchFamily="34" charset="0"/>
              <a:cs typeface="Arial" panose="020B0604020202020204" pitchFamily="34" charset="0"/>
            </a:rPr>
            <a:t>Ngoài</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ra</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còn</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dự</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trữ</a:t>
          </a:r>
          <a:r>
            <a:rPr lang="en-US" sz="2400" kern="1200" dirty="0" smtClean="0">
              <a:latin typeface="Arial" panose="020B0604020202020204" pitchFamily="34" charset="0"/>
              <a:cs typeface="Arial" panose="020B0604020202020204" pitchFamily="34" charset="0"/>
            </a:rPr>
            <a:t> lipid, </a:t>
          </a:r>
          <a:r>
            <a:rPr lang="en-US" sz="2400" kern="1200" dirty="0" err="1" smtClean="0">
              <a:latin typeface="Arial" panose="020B0604020202020204" pitchFamily="34" charset="0"/>
              <a:cs typeface="Arial" panose="020B0604020202020204" pitchFamily="34" charset="0"/>
            </a:rPr>
            <a:t>các</a:t>
          </a:r>
          <a:r>
            <a:rPr lang="en-US" sz="2400" kern="1200" dirty="0" smtClean="0">
              <a:latin typeface="Arial" panose="020B0604020202020204" pitchFamily="34" charset="0"/>
              <a:cs typeface="Arial" panose="020B0604020202020204" pitchFamily="34" charset="0"/>
            </a:rPr>
            <a:t> protein, </a:t>
          </a:r>
          <a:r>
            <a:rPr lang="en-US" sz="2400" kern="1200" dirty="0" err="1" smtClean="0">
              <a:latin typeface="Arial" panose="020B0604020202020204" pitchFamily="34" charset="0"/>
              <a:cs typeface="Arial" panose="020B0604020202020204" pitchFamily="34" charset="0"/>
            </a:rPr>
            <a:t>vit</a:t>
          </a:r>
          <a:r>
            <a:rPr lang="en-US" sz="2400" kern="1200" dirty="0" smtClean="0">
              <a:latin typeface="Arial" panose="020B0604020202020204" pitchFamily="34" charset="0"/>
              <a:cs typeface="Arial" panose="020B0604020202020204" pitchFamily="34" charset="0"/>
            </a:rPr>
            <a:t> A, </a:t>
          </a:r>
          <a:r>
            <a:rPr lang="en-US" sz="2400" kern="1200" dirty="0" err="1" smtClean="0">
              <a:latin typeface="Arial" panose="020B0604020202020204" pitchFamily="34" charset="0"/>
              <a:cs typeface="Arial" panose="020B0604020202020204" pitchFamily="34" charset="0"/>
            </a:rPr>
            <a:t>vit</a:t>
          </a:r>
          <a:r>
            <a:rPr lang="en-US" sz="2400" kern="1200" dirty="0" smtClean="0">
              <a:latin typeface="Arial" panose="020B0604020202020204" pitchFamily="34" charset="0"/>
              <a:cs typeface="Arial" panose="020B0604020202020204" pitchFamily="34" charset="0"/>
            </a:rPr>
            <a:t> B12, </a:t>
          </a:r>
          <a:r>
            <a:rPr lang="en-US" sz="2400" kern="1200" dirty="0" err="1" smtClean="0">
              <a:latin typeface="Arial" panose="020B0604020202020204" pitchFamily="34" charset="0"/>
              <a:cs typeface="Arial" panose="020B0604020202020204" pitchFamily="34" charset="0"/>
            </a:rPr>
            <a:t>máu</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và</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các</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chất</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tham</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gia</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quá</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trình</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tạo</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hồng</a:t>
          </a:r>
          <a:r>
            <a:rPr lang="en-US" sz="2400" kern="1200" dirty="0" smtClean="0">
              <a:latin typeface="Arial" panose="020B0604020202020204" pitchFamily="34" charset="0"/>
              <a:cs typeface="Arial" panose="020B0604020202020204" pitchFamily="34" charset="0"/>
            </a:rPr>
            <a:t> </a:t>
          </a:r>
          <a:r>
            <a:rPr lang="en-US" sz="2400" kern="1200" dirty="0" err="1" smtClean="0">
              <a:latin typeface="Arial" panose="020B0604020202020204" pitchFamily="34" charset="0"/>
              <a:cs typeface="Arial" panose="020B0604020202020204" pitchFamily="34" charset="0"/>
            </a:rPr>
            <a:t>cầu</a:t>
          </a:r>
          <a:r>
            <a:rPr lang="en-US" sz="2400" kern="1200" dirty="0" smtClean="0">
              <a:latin typeface="Arial" panose="020B0604020202020204" pitchFamily="34" charset="0"/>
              <a:cs typeface="Arial" panose="020B0604020202020204" pitchFamily="34" charset="0"/>
            </a:rPr>
            <a:t>.</a:t>
          </a:r>
          <a:endParaRPr lang="en-US" sz="2400" kern="1200" dirty="0">
            <a:latin typeface="Arial" panose="020B0604020202020204" pitchFamily="34" charset="0"/>
            <a:cs typeface="Arial" panose="020B0604020202020204" pitchFamily="34" charset="0"/>
          </a:endParaRPr>
        </a:p>
      </dsp:txBody>
      <dsp:txXfrm>
        <a:off x="2239242" y="4041826"/>
        <a:ext cx="8641579" cy="131237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63DCE5E-0484-4197-A919-97A4719BD537}" type="datetimeFigureOut">
              <a:rPr lang="en-US" smtClean="0"/>
              <a:t>9/16/2019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1678932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63DCE5E-0484-4197-A919-97A4719BD537}" type="datetimeFigureOut">
              <a:rPr lang="en-US" smtClean="0"/>
              <a:t>9/16/2019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2946544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63DCE5E-0484-4197-A919-97A4719BD537}" type="datetimeFigureOut">
              <a:rPr lang="en-US" smtClean="0"/>
              <a:t>9/16/2019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4229525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63DCE5E-0484-4197-A919-97A4719BD537}" type="datetimeFigureOut">
              <a:rPr lang="en-US" smtClean="0"/>
              <a:t>9/16/2019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2295620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63DCE5E-0484-4197-A919-97A4719BD537}" type="datetimeFigureOut">
              <a:rPr lang="en-US" smtClean="0"/>
              <a:t>9/16/2019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2348641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63DCE5E-0484-4197-A919-97A4719BD537}" type="datetimeFigureOut">
              <a:rPr lang="en-US" smtClean="0"/>
              <a:t>9/16/2019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299369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3DCE5E-0484-4197-A919-97A4719BD537}" type="datetimeFigureOut">
              <a:rPr lang="en-US" smtClean="0"/>
              <a:t>9/16/2019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3894449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63DCE5E-0484-4197-A919-97A4719BD537}" type="datetimeFigureOut">
              <a:rPr lang="en-US" smtClean="0"/>
              <a:t>9/16/2019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1548264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63DCE5E-0484-4197-A919-97A4719BD537}" type="datetimeFigureOut">
              <a:rPr lang="en-US" smtClean="0"/>
              <a:t>9/16/2019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901763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63DCE5E-0484-4197-A919-97A4719BD537}" type="datetimeFigureOut">
              <a:rPr lang="en-US" smtClean="0"/>
              <a:t>9/16/2019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3925232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63DCE5E-0484-4197-A919-97A4719BD537}" type="datetimeFigureOut">
              <a:rPr lang="en-US" smtClean="0"/>
              <a:t>9/16/2019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B56AE-332F-4425-84CE-A5170E9EAF7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61870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63DCE5E-0484-4197-A919-97A4719BD537}" type="datetimeFigureOut">
              <a:rPr lang="en-US" smtClean="0"/>
              <a:t>9/16/2019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31772716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63DCE5E-0484-4197-A919-97A4719BD537}" type="datetimeFigureOut">
              <a:rPr lang="en-US" smtClean="0"/>
              <a:t>9/16/2019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B56AE-332F-4425-84CE-A5170E9EAF7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99560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63DCE5E-0484-4197-A919-97A4719BD537}" type="datetimeFigureOut">
              <a:rPr lang="en-US" smtClean="0"/>
              <a:t>9/16/2019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2234716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63DCE5E-0484-4197-A919-97A4719BD537}" type="datetimeFigureOut">
              <a:rPr lang="en-US" smtClean="0"/>
              <a:t>9/16/2019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1866972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63DCE5E-0484-4197-A919-97A4719BD537}" type="datetimeFigureOut">
              <a:rPr lang="en-US" smtClean="0"/>
              <a:t>9/16/2019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B56AE-332F-4425-84CE-A5170E9EAF77}" type="slidenum">
              <a:rPr lang="en-US" smtClean="0"/>
              <a:t>‹#›</a:t>
            </a:fld>
            <a:endParaRPr lang="en-US"/>
          </a:p>
        </p:txBody>
      </p:sp>
    </p:spTree>
    <p:extLst>
      <p:ext uri="{BB962C8B-B14F-4D97-AF65-F5344CB8AC3E}">
        <p14:creationId xmlns:p14="http://schemas.microsoft.com/office/powerpoint/2010/main" val="35490069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êu đề và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vi-VN"/>
              <a:t>Bấm để sửa kiểu tiêu đề Bản cái</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B61BEF0D-F0BB-DE4B-95CE-6DB70DBA9567}" type="datetimeFigureOut">
              <a:rPr lang="en-US" dirty="0"/>
              <a:pPr/>
              <a:t>9/16/2019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0854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63DCE5E-0484-4197-A919-97A4719BD537}" type="datetimeFigureOut">
              <a:rPr lang="en-US" smtClean="0"/>
              <a:t>9/16/2019</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80B56AE-332F-4425-84CE-A5170E9EAF77}" type="slidenum">
              <a:rPr lang="en-US" smtClean="0"/>
              <a:t>‹#›</a:t>
            </a:fld>
            <a:endParaRPr lang="en-US"/>
          </a:p>
        </p:txBody>
      </p:sp>
    </p:spTree>
    <p:extLst>
      <p:ext uri="{BB962C8B-B14F-4D97-AF65-F5344CB8AC3E}">
        <p14:creationId xmlns:p14="http://schemas.microsoft.com/office/powerpoint/2010/main" val="7340827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8.jp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gif"/><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33898" y="1"/>
            <a:ext cx="7766936" cy="1748118"/>
          </a:xfrm>
          <a:noFill/>
        </p:spPr>
        <p:txBody>
          <a:bodyPr>
            <a:normAutofit fontScale="90000"/>
          </a:bodyPr>
          <a:lstStyle/>
          <a:p>
            <a:pPr algn="ctr"/>
            <a:r>
              <a:rPr lang="en-US" dirty="0" smtClean="0">
                <a:solidFill>
                  <a:srgbClr val="FF0000"/>
                </a:solidFill>
                <a:latin typeface="Arial" panose="020B0604020202020204" pitchFamily="34" charset="0"/>
                <a:cs typeface="Arial" panose="020B0604020202020204" pitchFamily="34" charset="0"/>
              </a:rPr>
              <a:t>Đặc điểm giải phẫu, </a:t>
            </a:r>
            <a:br>
              <a:rPr lang="en-US" dirty="0" smtClean="0">
                <a:solidFill>
                  <a:srgbClr val="FF0000"/>
                </a:solidFill>
                <a:latin typeface="Arial" panose="020B0604020202020204" pitchFamily="34" charset="0"/>
                <a:cs typeface="Arial" panose="020B0604020202020204" pitchFamily="34" charset="0"/>
              </a:rPr>
            </a:br>
            <a:r>
              <a:rPr lang="en-US" dirty="0" err="1" smtClean="0">
                <a:solidFill>
                  <a:srgbClr val="FF0000"/>
                </a:solidFill>
                <a:latin typeface="Arial" panose="020B0604020202020204" pitchFamily="34" charset="0"/>
                <a:cs typeface="Arial" panose="020B0604020202020204" pitchFamily="34" charset="0"/>
              </a:rPr>
              <a:t>sinh</a:t>
            </a:r>
            <a:r>
              <a:rPr lang="en-US" dirty="0" smtClean="0">
                <a:solidFill>
                  <a:srgbClr val="FF0000"/>
                </a:solidFill>
                <a:latin typeface="Arial" panose="020B0604020202020204" pitchFamily="34" charset="0"/>
                <a:cs typeface="Arial" panose="020B0604020202020204" pitchFamily="34" charset="0"/>
              </a:rPr>
              <a:t> lý hệ tiêu hóa ở trẻ em</a:t>
            </a:r>
            <a:endParaRPr lang="en-US" dirty="0">
              <a:solidFill>
                <a:srgbClr val="FF0000"/>
              </a:solidFill>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3059" y="2153056"/>
            <a:ext cx="6774287" cy="4704944"/>
          </a:xfrm>
          <a:prstGeom prst="rect">
            <a:avLst/>
          </a:prstGeom>
        </p:spPr>
      </p:pic>
      <p:sp>
        <p:nvSpPr>
          <p:cNvPr id="8" name="TextBox 7"/>
          <p:cNvSpPr txBox="1"/>
          <p:nvPr/>
        </p:nvSpPr>
        <p:spPr>
          <a:xfrm>
            <a:off x="4353059" y="1783724"/>
            <a:ext cx="7147775" cy="369332"/>
          </a:xfrm>
          <a:prstGeom prst="rect">
            <a:avLst/>
          </a:prstGeom>
          <a:noFill/>
        </p:spPr>
        <p:txBody>
          <a:bodyPr wrap="square" rtlCol="0">
            <a:spAutoFit/>
          </a:bodyPr>
          <a:lstStyle/>
          <a:p>
            <a:pPr algn="ctr"/>
            <a:r>
              <a:rPr lang="en-US" dirty="0" smtClean="0">
                <a:solidFill>
                  <a:srgbClr val="0070C0"/>
                </a:solidFill>
              </a:rPr>
              <a:t>Nhóm tiêu hóa – CLB Nhi Khoa </a:t>
            </a:r>
            <a:r>
              <a:rPr lang="en-US" dirty="0">
                <a:solidFill>
                  <a:srgbClr val="0070C0"/>
                </a:solidFill>
                <a:latin typeface="Arial" panose="020B0604020202020204" pitchFamily="34" charset="0"/>
                <a:cs typeface="Arial" panose="020B0604020202020204" pitchFamily="34" charset="0"/>
              </a:rPr>
              <a:t>T</a:t>
            </a:r>
            <a:r>
              <a:rPr lang="en-US" dirty="0" smtClean="0">
                <a:solidFill>
                  <a:srgbClr val="0070C0"/>
                </a:solidFill>
                <a:latin typeface="Arial" panose="020B0604020202020204" pitchFamily="34" charset="0"/>
                <a:cs typeface="Arial" panose="020B0604020202020204" pitchFamily="34" charset="0"/>
              </a:rPr>
              <a:t>rường Đai học Y Dược Hải Phòng</a:t>
            </a:r>
            <a:endParaRPr lang="en-US" dirty="0">
              <a:solidFill>
                <a:srgbClr val="0070C0"/>
              </a:solidFill>
              <a:latin typeface="Arial" panose="020B0604020202020204" pitchFamily="34" charset="0"/>
              <a:cs typeface="Arial" panose="020B0604020202020204" pitchFamily="34" charset="0"/>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53" y="-30120"/>
            <a:ext cx="3335124" cy="3335124"/>
          </a:xfrm>
          <a:prstGeom prst="rect">
            <a:avLst/>
          </a:prstGeom>
        </p:spPr>
      </p:pic>
    </p:spTree>
    <p:extLst>
      <p:ext uri="{BB962C8B-B14F-4D97-AF65-F5344CB8AC3E}">
        <p14:creationId xmlns:p14="http://schemas.microsoft.com/office/powerpoint/2010/main" val="3759568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chemeClr val="tx1"/>
                </a:solidFill>
                <a:latin typeface="Arial" panose="020B0604020202020204" pitchFamily="34" charset="0"/>
                <a:cs typeface="Arial" panose="020B0604020202020204" pitchFamily="34" charset="0"/>
              </a:rPr>
              <a:t>I. Đại cương hệ tiêu hóa:</a:t>
            </a:r>
            <a:endParaRPr lang="en-US" sz="4000" dirty="0">
              <a:solidFill>
                <a:schemeClr val="tx1"/>
              </a:solidFill>
              <a:latin typeface="Arial" panose="020B0604020202020204" pitchFamily="34" charset="0"/>
              <a:cs typeface="Arial" panose="020B0604020202020204" pitchFamily="34" charset="0"/>
            </a:endParaRPr>
          </a:p>
        </p:txBody>
      </p:sp>
      <p:sp>
        <p:nvSpPr>
          <p:cNvPr id="6" name="TextBox 5"/>
          <p:cNvSpPr txBox="1"/>
          <p:nvPr/>
        </p:nvSpPr>
        <p:spPr>
          <a:xfrm>
            <a:off x="677334" y="1645920"/>
            <a:ext cx="5962617" cy="3816429"/>
          </a:xfrm>
          <a:prstGeom prst="rect">
            <a:avLst/>
          </a:prstGeom>
          <a:noFill/>
        </p:spPr>
        <p:txBody>
          <a:bodyPr wrap="square" rtlCol="0">
            <a:spAutoFit/>
          </a:bodyPr>
          <a:lstStyle/>
          <a:p>
            <a:pPr marL="457200" indent="-457200">
              <a:buFontTx/>
              <a:buChar char="-"/>
            </a:pPr>
            <a:r>
              <a:rPr lang="en-US" sz="2800" dirty="0" smtClean="0">
                <a:latin typeface="Arial" panose="020B0604020202020204" pitchFamily="34" charset="0"/>
                <a:cs typeface="Arial" panose="020B0604020202020204" pitchFamily="34" charset="0"/>
              </a:rPr>
              <a:t>Hệ tiêu hóa là một hệ thống cơ quan đảm nhận việc thu nhận và chế biến thức ăn về mặt cơ học và hóa học, rồi hấp thu những chất dinh dưỡng cần thiết cho cơ thể sau đó thải loại những chất cặn bã ra ngoài</a:t>
            </a:r>
            <a:r>
              <a:rPr lang="en-US" dirty="0" smtClean="0">
                <a:latin typeface="Arial" panose="020B0604020202020204" pitchFamily="34" charset="0"/>
                <a:cs typeface="Arial" panose="020B0604020202020204" pitchFamily="34" charset="0"/>
              </a:rPr>
              <a:t>.</a:t>
            </a:r>
          </a:p>
          <a:p>
            <a:pPr marL="285750" indent="-285750">
              <a:buFontTx/>
              <a:buChar char="-"/>
            </a:pPr>
            <a:endParaRPr lang="en-US"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p:txBody>
      </p:sp>
      <p:pic>
        <p:nvPicPr>
          <p:cNvPr id="1026" name="Picture 2" descr="Káº¿t quáº£ hÃ¬nh áº£nh cho áº£nh há» tiÃªu hÃ³a tráº» nhá»"/>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50716" y="3388610"/>
            <a:ext cx="5641284" cy="3469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63710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0370" y="609600"/>
            <a:ext cx="8596668" cy="1320800"/>
          </a:xfrm>
        </p:spPr>
        <p:txBody>
          <a:bodyPr>
            <a:normAutofit/>
          </a:bodyPr>
          <a:lstStyle/>
          <a:p>
            <a:r>
              <a:rPr lang="en-US" sz="4000" dirty="0" smtClean="0">
                <a:solidFill>
                  <a:schemeClr val="tx1"/>
                </a:solidFill>
                <a:latin typeface="Arial" panose="020B0604020202020204" pitchFamily="34" charset="0"/>
                <a:cs typeface="Arial" panose="020B0604020202020204" pitchFamily="34" charset="0"/>
              </a:rPr>
              <a:t>I. Đại cương :</a:t>
            </a:r>
            <a:endParaRPr lang="en-US" sz="4000" dirty="0">
              <a:solidFill>
                <a:schemeClr val="tx1"/>
              </a:solidFill>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368460" y="0"/>
            <a:ext cx="4823540" cy="6858000"/>
          </a:xfrm>
        </p:spPr>
      </p:pic>
      <p:sp>
        <p:nvSpPr>
          <p:cNvPr id="5" name="TextBox 4"/>
          <p:cNvSpPr txBox="1"/>
          <p:nvPr/>
        </p:nvSpPr>
        <p:spPr>
          <a:xfrm>
            <a:off x="1951114" y="1930400"/>
            <a:ext cx="6049108" cy="2246769"/>
          </a:xfrm>
          <a:prstGeom prst="rect">
            <a:avLst/>
          </a:prstGeom>
          <a:noFill/>
        </p:spPr>
        <p:txBody>
          <a:bodyPr wrap="square" rtlCol="0">
            <a:spAutoFit/>
          </a:bodyPr>
          <a:lstStyle/>
          <a:p>
            <a:r>
              <a:rPr lang="en-US" sz="2800" dirty="0" smtClean="0">
                <a:latin typeface="Arial" panose="020B0604020202020204" pitchFamily="34" charset="0"/>
                <a:cs typeface="Arial" panose="020B0604020202020204" pitchFamily="34" charset="0"/>
              </a:rPr>
              <a:t>Hệ tiêu hóa bao gồm:</a:t>
            </a:r>
          </a:p>
          <a:p>
            <a:endParaRPr lang="en-US" sz="2800" dirty="0" smtClean="0">
              <a:latin typeface="Arial" panose="020B0604020202020204" pitchFamily="34" charset="0"/>
              <a:cs typeface="Arial" panose="020B0604020202020204" pitchFamily="34" charset="0"/>
            </a:endParaRPr>
          </a:p>
          <a:p>
            <a:pPr marL="285750" indent="-285750">
              <a:buFontTx/>
              <a:buChar char="-"/>
            </a:pPr>
            <a:r>
              <a:rPr lang="en-US" sz="2800" dirty="0" smtClean="0">
                <a:latin typeface="Arial" panose="020B0604020202020204" pitchFamily="34" charset="0"/>
                <a:cs typeface="Arial" panose="020B0604020202020204" pitchFamily="34" charset="0"/>
              </a:rPr>
              <a:t>Ống tiêu hóa: </a:t>
            </a:r>
          </a:p>
          <a:p>
            <a:endParaRPr lang="en-US" sz="2800" dirty="0" smtClean="0">
              <a:latin typeface="Arial" panose="020B0604020202020204" pitchFamily="34" charset="0"/>
              <a:cs typeface="Arial" panose="020B0604020202020204" pitchFamily="34" charset="0"/>
            </a:endParaRPr>
          </a:p>
          <a:p>
            <a:pPr marL="285750" indent="-285750">
              <a:buFontTx/>
              <a:buChar char="-"/>
            </a:pPr>
            <a:r>
              <a:rPr lang="en-US" sz="2800" dirty="0" smtClean="0">
                <a:latin typeface="Arial" panose="020B0604020202020204" pitchFamily="34" charset="0"/>
                <a:cs typeface="Arial" panose="020B0604020202020204" pitchFamily="34" charset="0"/>
              </a:rPr>
              <a:t>Tuyến tiêu hóa:</a:t>
            </a:r>
          </a:p>
        </p:txBody>
      </p:sp>
    </p:spTree>
    <p:extLst>
      <p:ext uri="{BB962C8B-B14F-4D97-AF65-F5344CB8AC3E}">
        <p14:creationId xmlns:p14="http://schemas.microsoft.com/office/powerpoint/2010/main" val="302181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latin typeface="Arial" panose="020B0604020202020204" pitchFamily="34" charset="0"/>
                <a:cs typeface="Arial" panose="020B0604020202020204" pitchFamily="34" charset="0"/>
              </a:rPr>
              <a:t>Chức năng :</a:t>
            </a:r>
            <a:endParaRPr lang="en-US" dirty="0">
              <a:solidFill>
                <a:schemeClr val="tx1"/>
              </a:solidFill>
              <a:latin typeface="Arial" panose="020B0604020202020204" pitchFamily="34" charset="0"/>
              <a:cs typeface="Arial" panose="020B0604020202020204" pitchFamily="34" charset="0"/>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897021832"/>
              </p:ext>
            </p:extLst>
          </p:nvPr>
        </p:nvGraphicFramePr>
        <p:xfrm>
          <a:off x="548640" y="1575582"/>
          <a:ext cx="8725535" cy="44664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55140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6028"/>
            <a:ext cx="8596668" cy="849396"/>
          </a:xfrm>
        </p:spPr>
        <p:txBody>
          <a:bodyPr/>
          <a:lstStyle/>
          <a:p>
            <a:r>
              <a:rPr lang="en-US" dirty="0" smtClean="0">
                <a:latin typeface="Arial" panose="020B0604020202020204" pitchFamily="34" charset="0"/>
                <a:cs typeface="Arial" panose="020B0604020202020204" pitchFamily="34" charset="0"/>
              </a:rPr>
              <a:t>Cấu tạo vi thể:</a:t>
            </a:r>
            <a:endParaRPr lang="en-US" dirty="0">
              <a:latin typeface="Arial" panose="020B0604020202020204" pitchFamily="34" charset="0"/>
              <a:cs typeface="Arial" panose="020B0604020202020204" pitchFamily="34" charset="0"/>
            </a:endParaRP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5280339" y="1506828"/>
            <a:ext cx="4552151" cy="4288665"/>
          </a:xfrm>
          <a:prstGeom prst="rect">
            <a:avLst/>
          </a:prstGeom>
        </p:spPr>
      </p:pic>
      <p:sp>
        <p:nvSpPr>
          <p:cNvPr id="7" name="TextBox 6"/>
          <p:cNvSpPr txBox="1"/>
          <p:nvPr/>
        </p:nvSpPr>
        <p:spPr>
          <a:xfrm>
            <a:off x="457200" y="1225689"/>
            <a:ext cx="4823139" cy="5262979"/>
          </a:xfrm>
          <a:prstGeom prst="rect">
            <a:avLst/>
          </a:prstGeom>
          <a:noFill/>
        </p:spPr>
        <p:txBody>
          <a:bodyPr wrap="square" rtlCol="0">
            <a:spAutoFit/>
          </a:bodyPr>
          <a:lstStyle/>
          <a:p>
            <a:pPr marL="342900" indent="-342900">
              <a:buAutoNum type="arabicPeriod"/>
            </a:pPr>
            <a:r>
              <a:rPr lang="en-US" sz="2400" i="1" dirty="0" smtClean="0">
                <a:latin typeface="Arial" panose="020B0604020202020204" pitchFamily="34" charset="0"/>
                <a:cs typeface="Arial" panose="020B0604020202020204" pitchFamily="34" charset="0"/>
              </a:rPr>
              <a:t>Lớp niêm mạc:</a:t>
            </a:r>
          </a:p>
          <a:p>
            <a:pPr marL="285750" indent="-285750">
              <a:buFontTx/>
              <a:buChar char="-"/>
            </a:pPr>
            <a:r>
              <a:rPr lang="en-US" sz="2400" dirty="0">
                <a:latin typeface="Arial" panose="020B0604020202020204" pitchFamily="34" charset="0"/>
                <a:cs typeface="Arial" panose="020B0604020202020204" pitchFamily="34" charset="0"/>
              </a:rPr>
              <a:t>T</a:t>
            </a:r>
            <a:r>
              <a:rPr lang="en-US" sz="2400" dirty="0" smtClean="0">
                <a:latin typeface="Arial" panose="020B0604020202020204" pitchFamily="34" charset="0"/>
                <a:cs typeface="Arial" panose="020B0604020202020204" pitchFamily="34" charset="0"/>
              </a:rPr>
              <a:t>hượng mô: tiếp xúc trực tiếp với thức ăn và chất dinh dưỡng.</a:t>
            </a:r>
          </a:p>
          <a:p>
            <a:pPr marL="285750" indent="-285750">
              <a:buFontTx/>
              <a:buChar char="-"/>
            </a:pPr>
            <a:r>
              <a:rPr lang="en-US" sz="2400" dirty="0" smtClean="0">
                <a:latin typeface="Arial" panose="020B0604020202020204" pitchFamily="34" charset="0"/>
                <a:cs typeface="Arial" panose="020B0604020202020204" pitchFamily="34" charset="0"/>
              </a:rPr>
              <a:t>Lớp lá riêng: chứa mạch máu, yếu tố nội, mô bạch huyết.</a:t>
            </a:r>
          </a:p>
          <a:p>
            <a:pPr marL="285750" indent="-285750">
              <a:buFontTx/>
              <a:buChar char="-"/>
            </a:pPr>
            <a:r>
              <a:rPr lang="en-US" sz="2400" dirty="0" smtClean="0">
                <a:latin typeface="Arial" panose="020B0604020202020204" pitchFamily="34" charset="0"/>
                <a:cs typeface="Arial" panose="020B0604020202020204" pitchFamily="34" charset="0"/>
              </a:rPr>
              <a:t>Cơ niêm: lớp sợi cơ trơn.</a:t>
            </a:r>
          </a:p>
          <a:p>
            <a:r>
              <a:rPr lang="en-US" sz="2400" dirty="0" smtClean="0">
                <a:latin typeface="Arial" panose="020B0604020202020204" pitchFamily="34" charset="0"/>
                <a:cs typeface="Arial" panose="020B0604020202020204" pitchFamily="34" charset="0"/>
              </a:rPr>
              <a:t>2. </a:t>
            </a:r>
            <a:r>
              <a:rPr lang="en-US" sz="2400" i="1" dirty="0" smtClean="0">
                <a:latin typeface="Arial" panose="020B0604020202020204" pitchFamily="34" charset="0"/>
                <a:cs typeface="Arial" panose="020B0604020202020204" pitchFamily="34" charset="0"/>
              </a:rPr>
              <a:t>Lớp dưới niêm mạc: </a:t>
            </a:r>
            <a:r>
              <a:rPr lang="en-US" sz="2400" dirty="0" smtClean="0">
                <a:latin typeface="Arial" panose="020B0604020202020204" pitchFamily="34" charset="0"/>
                <a:cs typeface="Arial" panose="020B0604020202020204" pitchFamily="34" charset="0"/>
              </a:rPr>
              <a:t>chưa mạch máu, TK Meissener, tuyến và hạch bạch huyết.</a:t>
            </a:r>
          </a:p>
          <a:p>
            <a:r>
              <a:rPr lang="en-US" sz="2400" dirty="0" smtClean="0">
                <a:latin typeface="Arial" panose="020B0604020202020204" pitchFamily="34" charset="0"/>
                <a:cs typeface="Arial" panose="020B0604020202020204" pitchFamily="34" charset="0"/>
              </a:rPr>
              <a:t>3. </a:t>
            </a:r>
            <a:r>
              <a:rPr lang="en-US" sz="2400" i="1" dirty="0" smtClean="0">
                <a:latin typeface="Arial" panose="020B0604020202020204" pitchFamily="34" charset="0"/>
                <a:cs typeface="Arial" panose="020B0604020202020204" pitchFamily="34" charset="0"/>
              </a:rPr>
              <a:t>Lớp cơ: </a:t>
            </a:r>
            <a:r>
              <a:rPr lang="en-US" sz="2400" dirty="0" smtClean="0">
                <a:latin typeface="Arial" panose="020B0604020202020204" pitchFamily="34" charset="0"/>
                <a:cs typeface="Arial" panose="020B0604020202020204" pitchFamily="34" charset="0"/>
              </a:rPr>
              <a:t>2 lớp cơ trơn: cơ vòng ở trong, cơ dọc ở ngoài. Ở giữa có TK Auerback.</a:t>
            </a:r>
          </a:p>
          <a:p>
            <a:r>
              <a:rPr lang="en-US" sz="2400" dirty="0" smtClean="0">
                <a:latin typeface="Arial" panose="020B0604020202020204" pitchFamily="34" charset="0"/>
                <a:cs typeface="Arial" panose="020B0604020202020204" pitchFamily="34" charset="0"/>
              </a:rPr>
              <a:t>4. </a:t>
            </a:r>
            <a:r>
              <a:rPr lang="en-US" sz="2400" i="1" dirty="0" smtClean="0">
                <a:latin typeface="Arial" panose="020B0604020202020204" pitchFamily="34" charset="0"/>
                <a:cs typeface="Arial" panose="020B0604020202020204" pitchFamily="34" charset="0"/>
              </a:rPr>
              <a:t>Lớp thanh mạc: </a:t>
            </a:r>
            <a:r>
              <a:rPr lang="en-US" sz="2400" dirty="0" smtClean="0">
                <a:latin typeface="Arial" panose="020B0604020202020204" pitchFamily="34" charset="0"/>
                <a:cs typeface="Arial" panose="020B0604020202020204" pitchFamily="34" charset="0"/>
              </a:rPr>
              <a:t>mô liên kết bao ngoài cùng ống tiêu hóa.</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61155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chemeClr val="tx1"/>
                </a:solidFill>
                <a:latin typeface="Arial" panose="020B0604020202020204" pitchFamily="34" charset="0"/>
                <a:cs typeface="Arial" panose="020B0604020202020204" pitchFamily="34" charset="0"/>
              </a:rPr>
              <a:t>1. </a:t>
            </a:r>
            <a:r>
              <a:rPr lang="en-US" sz="4000" dirty="0" err="1" smtClean="0">
                <a:solidFill>
                  <a:schemeClr val="tx1"/>
                </a:solidFill>
                <a:latin typeface="Arial" panose="020B0604020202020204" pitchFamily="34" charset="0"/>
                <a:cs typeface="Arial" panose="020B0604020202020204" pitchFamily="34" charset="0"/>
              </a:rPr>
              <a:t>Miệng</a:t>
            </a:r>
            <a:r>
              <a:rPr lang="en-US" sz="4000" dirty="0" smtClean="0">
                <a:solidFill>
                  <a:schemeClr val="tx1"/>
                </a:solidFill>
                <a:latin typeface="Arial" panose="020B0604020202020204" pitchFamily="34" charset="0"/>
                <a:cs typeface="Arial" panose="020B0604020202020204" pitchFamily="34" charset="0"/>
              </a:rPr>
              <a:t>:</a:t>
            </a:r>
            <a:endParaRPr lang="en-US" sz="4000"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930400"/>
            <a:ext cx="8596668" cy="3880773"/>
          </a:xfrm>
        </p:spPr>
        <p:txBody>
          <a:bodyPr>
            <a:normAutofit/>
          </a:bodyPr>
          <a:lstStyle/>
          <a:p>
            <a:r>
              <a:rPr lang="en-US" sz="2400" dirty="0">
                <a:latin typeface="Arial" panose="020B0604020202020204" pitchFamily="34" charset="0"/>
                <a:cs typeface="Arial" panose="020B0604020202020204" pitchFamily="34" charset="0"/>
              </a:rPr>
              <a:t>H</a:t>
            </a:r>
            <a:r>
              <a:rPr lang="en-US" sz="2400" dirty="0" smtClean="0">
                <a:latin typeface="Arial" panose="020B0604020202020204" pitchFamily="34" charset="0"/>
                <a:cs typeface="Arial" panose="020B0604020202020204" pitchFamily="34" charset="0"/>
              </a:rPr>
              <a:t>ốc miệng tương đối nhỏ.</a:t>
            </a:r>
          </a:p>
          <a:p>
            <a:r>
              <a:rPr lang="en-US" sz="2400" dirty="0" smtClean="0">
                <a:latin typeface="Arial" panose="020B0604020202020204" pitchFamily="34" charset="0"/>
                <a:cs typeface="Arial" panose="020B0604020202020204" pitchFamily="34" charset="0"/>
              </a:rPr>
              <a:t>Xương hàm ít phát triển , nhất là hốc Highmore</a:t>
            </a:r>
          </a:p>
          <a:p>
            <a:r>
              <a:rPr lang="en-US" sz="2400" dirty="0" smtClean="0">
                <a:latin typeface="Arial" panose="020B0604020202020204" pitchFamily="34" charset="0"/>
                <a:cs typeface="Arial" panose="020B0604020202020204" pitchFamily="34" charset="0"/>
              </a:rPr>
              <a:t>Lưỡi rộng, dày , có nhiều nang, có gai.</a:t>
            </a:r>
          </a:p>
          <a:p>
            <a:r>
              <a:rPr lang="en-US" sz="2400" dirty="0" smtClean="0">
                <a:latin typeface="Arial" panose="020B0604020202020204" pitchFamily="34" charset="0"/>
                <a:cs typeface="Arial" panose="020B0604020202020204" pitchFamily="34" charset="0"/>
              </a:rPr>
              <a:t>Hai mòn mỡ Bichar tương đối lớn,</a:t>
            </a:r>
          </a:p>
          <a:p>
            <a:r>
              <a:rPr lang="en-US" sz="2400" dirty="0" smtClean="0">
                <a:latin typeface="Arial" panose="020B0604020202020204" pitchFamily="34" charset="0"/>
                <a:cs typeface="Arial" panose="020B0604020202020204" pitchFamily="34" charset="0"/>
              </a:rPr>
              <a:t>Cơ môi dày</a:t>
            </a:r>
            <a:endParaRPr lang="en-US" sz="2400" dirty="0">
              <a:latin typeface="Arial" panose="020B0604020202020204" pitchFamily="34" charset="0"/>
              <a:cs typeface="Arial" panose="020B0604020202020204" pitchFamily="34" charset="0"/>
            </a:endParaRPr>
          </a:p>
        </p:txBody>
      </p:sp>
      <p:sp>
        <p:nvSpPr>
          <p:cNvPr id="4" name="Right Arrow 3"/>
          <p:cNvSpPr/>
          <p:nvPr/>
        </p:nvSpPr>
        <p:spPr>
          <a:xfrm>
            <a:off x="888643" y="4507605"/>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867051" y="4507605"/>
            <a:ext cx="2228045" cy="523220"/>
          </a:xfrm>
          <a:prstGeom prst="rect">
            <a:avLst/>
          </a:prstGeom>
          <a:noFill/>
        </p:spPr>
        <p:txBody>
          <a:bodyPr wrap="square" rtlCol="0">
            <a:spAutoFit/>
          </a:bodyPr>
          <a:lstStyle/>
          <a:p>
            <a:r>
              <a:rPr lang="en-US" sz="2800" dirty="0" smtClean="0">
                <a:latin typeface="Arial" panose="020B0604020202020204" pitchFamily="34" charset="0"/>
                <a:cs typeface="Arial" panose="020B0604020202020204" pitchFamily="34" charset="0"/>
              </a:rPr>
              <a:t>Động tác bú</a:t>
            </a:r>
            <a:endParaRPr lang="en-US" sz="2800" dirty="0">
              <a:latin typeface="Arial" panose="020B0604020202020204" pitchFamily="34" charset="0"/>
              <a:cs typeface="Arial" panose="020B0604020202020204" pitchFamily="34" charset="0"/>
            </a:endParaRPr>
          </a:p>
        </p:txBody>
      </p:sp>
      <p:pic>
        <p:nvPicPr>
          <p:cNvPr id="2050" name="Picture 2" descr="Káº¿t quáº£ hÃ¬nh áº£nh cho áº£nh há» tiÃªu hÃ³a tráº» nhá» mÃ´i miá»ng tráº» 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2321" y="3190741"/>
            <a:ext cx="4889679" cy="366725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26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06189"/>
            <a:ext cx="8596668" cy="923364"/>
          </a:xfrm>
        </p:spPr>
        <p:txBody>
          <a:bodyPr/>
          <a:lstStyle/>
          <a:p>
            <a:r>
              <a:rPr lang="en-US" dirty="0" smtClean="0">
                <a:latin typeface="Arial" panose="020B0604020202020204" pitchFamily="34" charset="0"/>
                <a:cs typeface="Arial" panose="020B0604020202020204" pitchFamily="34" charset="0"/>
              </a:rPr>
              <a:t>Phản xạ bú – nuốt</a:t>
            </a:r>
            <a:endParaRPr lang="en-US" dirty="0">
              <a:latin typeface="Arial" panose="020B0604020202020204" pitchFamily="34" charset="0"/>
              <a:cs typeface="Arial" panose="020B0604020202020204" pitchFamily="34" charset="0"/>
            </a:endParaRPr>
          </a:p>
        </p:txBody>
      </p:sp>
      <p:sp>
        <p:nvSpPr>
          <p:cNvPr id="4" name="Content Placeholder 3"/>
          <p:cNvSpPr>
            <a:spLocks noGrp="1"/>
          </p:cNvSpPr>
          <p:nvPr>
            <p:ph idx="1"/>
          </p:nvPr>
        </p:nvSpPr>
        <p:spPr>
          <a:xfrm>
            <a:off x="677334" y="1129553"/>
            <a:ext cx="5977293" cy="5271247"/>
          </a:xfrm>
        </p:spPr>
        <p:txBody>
          <a:bodyPr>
            <a:noAutofit/>
          </a:bodyPr>
          <a:lstStyle/>
          <a:p>
            <a:r>
              <a:rPr lang="en-US" sz="2400" dirty="0" smtClean="0">
                <a:latin typeface="Arial" panose="020B0604020202020204" pitchFamily="34" charset="0"/>
                <a:cs typeface="Arial" panose="020B0604020202020204" pitchFamily="34" charset="0"/>
              </a:rPr>
              <a:t>Là 1 phản xạ không điều kiện bẩm sinh.</a:t>
            </a:r>
          </a:p>
          <a:p>
            <a:r>
              <a:rPr lang="en-US" sz="2400" dirty="0" smtClean="0">
                <a:latin typeface="Arial" panose="020B0604020202020204" pitchFamily="34" charset="0"/>
                <a:cs typeface="Arial" panose="020B0604020202020204" pitchFamily="34" charset="0"/>
              </a:rPr>
              <a:t>Tương đối bền vững, chỉ mất đi khi tổn thương dây thần kinh trung ương hoặc chưa có ở trẻ đẻ non nặng.</a:t>
            </a:r>
          </a:p>
          <a:p>
            <a:r>
              <a:rPr lang="en-US" sz="2400" dirty="0" smtClean="0">
                <a:latin typeface="Arial" panose="020B0604020202020204" pitchFamily="34" charset="0"/>
                <a:cs typeface="Arial" panose="020B0604020202020204" pitchFamily="34" charset="0"/>
              </a:rPr>
              <a:t>Trung tâm điều </a:t>
            </a:r>
            <a:r>
              <a:rPr lang="en-US" sz="2400" dirty="0" err="1" smtClean="0">
                <a:latin typeface="Arial" panose="020B0604020202020204" pitchFamily="34" charset="0"/>
                <a:cs typeface="Arial" panose="020B0604020202020204" pitchFamily="34" charset="0"/>
              </a:rPr>
              <a:t>khiển</a:t>
            </a:r>
            <a:r>
              <a:rPr lang="en-US" sz="2400" dirty="0" smtClean="0">
                <a:latin typeface="Arial" panose="020B0604020202020204" pitchFamily="34" charset="0"/>
                <a:cs typeface="Arial" panose="020B0604020202020204" pitchFamily="34" charset="0"/>
              </a:rPr>
              <a:t> ở hành tủy với dây TK V ( hướng tâm, li tâm ),VII (môi miệng) và IX (cơ lưỡi).</a:t>
            </a:r>
          </a:p>
          <a:p>
            <a:r>
              <a:rPr lang="en-US" sz="2400" dirty="0" err="1" smtClean="0">
                <a:latin typeface="Arial" panose="020B0604020202020204" pitchFamily="34" charset="0"/>
                <a:cs typeface="Arial" panose="020B0604020202020204" pitchFamily="34" charset="0"/>
              </a:rPr>
              <a:t>Gồm</a:t>
            </a:r>
            <a:r>
              <a:rPr lang="en-US" sz="2400" dirty="0" smtClean="0">
                <a:latin typeface="Arial" panose="020B0604020202020204" pitchFamily="34" charset="0"/>
                <a:cs typeface="Arial" panose="020B0604020202020204" pitchFamily="34" charset="0"/>
              </a:rPr>
              <a:t>: 3 giai đoạn</a:t>
            </a:r>
          </a:p>
          <a:p>
            <a:pPr marL="0" indent="0">
              <a:buNone/>
            </a:pPr>
            <a:r>
              <a:rPr lang="en-US" sz="2400" dirty="0" smtClean="0">
                <a:latin typeface="Arial" panose="020B0604020202020204" pitchFamily="34" charset="0"/>
                <a:cs typeface="Arial" panose="020B0604020202020204" pitchFamily="34" charset="0"/>
              </a:rPr>
              <a:t>- giai </a:t>
            </a:r>
            <a:r>
              <a:rPr lang="en-US" sz="2400" dirty="0" err="1" smtClean="0">
                <a:latin typeface="Arial" panose="020B0604020202020204" pitchFamily="34" charset="0"/>
                <a:cs typeface="Arial" panose="020B0604020202020204" pitchFamily="34" charset="0"/>
              </a:rPr>
              <a:t>đoạn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hút</a:t>
            </a:r>
            <a:endParaRPr lang="en-US" sz="2400" dirty="0" smtClean="0">
              <a:latin typeface="Arial" panose="020B0604020202020204" pitchFamily="34" charset="0"/>
              <a:cs typeface="Arial" panose="020B0604020202020204" pitchFamily="34" charset="0"/>
            </a:endParaRPr>
          </a:p>
          <a:p>
            <a:pPr marL="0" indent="0">
              <a:buNone/>
            </a:pPr>
            <a:r>
              <a:rPr lang="en-US" sz="2400" dirty="0" smtClean="0">
                <a:latin typeface="Arial" panose="020B0604020202020204" pitchFamily="34" charset="0"/>
                <a:cs typeface="Arial" panose="020B0604020202020204" pitchFamily="34" charset="0"/>
              </a:rPr>
              <a:t>- giai đoạn ấn vào vú và sữa </a:t>
            </a:r>
            <a:r>
              <a:rPr lang="en-US" sz="2400" dirty="0" err="1" smtClean="0">
                <a:latin typeface="Arial" panose="020B0604020202020204" pitchFamily="34" charset="0"/>
                <a:cs typeface="Arial" panose="020B0604020202020204" pitchFamily="34" charset="0"/>
              </a:rPr>
              <a:t>chảy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ra</a:t>
            </a:r>
            <a:endParaRPr lang="en-US" sz="2400" dirty="0" smtClean="0">
              <a:latin typeface="Arial" panose="020B0604020202020204" pitchFamily="34" charset="0"/>
              <a:cs typeface="Arial" panose="020B0604020202020204" pitchFamily="34" charset="0"/>
            </a:endParaRPr>
          </a:p>
          <a:p>
            <a:pPr marL="0" indent="0">
              <a:buNone/>
            </a:pPr>
            <a:r>
              <a:rPr lang="en-US" sz="2400" dirty="0" smtClean="0">
                <a:latin typeface="Arial" panose="020B0604020202020204" pitchFamily="34" charset="0"/>
                <a:cs typeface="Arial" panose="020B0604020202020204" pitchFamily="34" charset="0"/>
              </a:rPr>
              <a:t>- giai </a:t>
            </a:r>
            <a:r>
              <a:rPr lang="en-US" sz="2400" dirty="0" err="1" smtClean="0">
                <a:latin typeface="Arial" panose="020B0604020202020204" pitchFamily="34" charset="0"/>
                <a:cs typeface="Arial" panose="020B0604020202020204" pitchFamily="34" charset="0"/>
              </a:rPr>
              <a:t>đoạn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nuốt</a:t>
            </a:r>
            <a:endParaRPr lang="en-US" sz="24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8743" y="1129553"/>
            <a:ext cx="5245858" cy="4778074"/>
          </a:xfrm>
          <a:prstGeom prst="rect">
            <a:avLst/>
          </a:prstGeom>
        </p:spPr>
      </p:pic>
    </p:spTree>
    <p:extLst>
      <p:ext uri="{BB962C8B-B14F-4D97-AF65-F5344CB8AC3E}">
        <p14:creationId xmlns:p14="http://schemas.microsoft.com/office/powerpoint/2010/main" val="41327326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err="1" smtClean="0">
                <a:solidFill>
                  <a:schemeClr val="tx1"/>
                </a:solidFill>
                <a:latin typeface="Arial" panose="020B0604020202020204" pitchFamily="34" charset="0"/>
                <a:cs typeface="Arial" panose="020B0604020202020204" pitchFamily="34" charset="0"/>
              </a:rPr>
              <a:t>Miệng</a:t>
            </a:r>
            <a:r>
              <a:rPr lang="en-US" sz="4000" dirty="0" smtClean="0">
                <a:solidFill>
                  <a:schemeClr val="tx1"/>
                </a:solidFill>
                <a:latin typeface="Arial" panose="020B0604020202020204" pitchFamily="34" charset="0"/>
                <a:cs typeface="Arial" panose="020B0604020202020204" pitchFamily="34" charset="0"/>
              </a:rPr>
              <a:t>:</a:t>
            </a:r>
            <a:endParaRPr lang="en-US" sz="4000"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sz="2400" dirty="0" err="1" smtClean="0">
                <a:latin typeface="Arial" panose="020B0604020202020204" pitchFamily="34" charset="0"/>
                <a:cs typeface="Arial" panose="020B0604020202020204" pitchFamily="34" charset="0"/>
              </a:rPr>
              <a:t>Niêm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mạc</a:t>
            </a:r>
            <a:r>
              <a:rPr lang="en-US" sz="2400" dirty="0" smtClean="0">
                <a:latin typeface="Arial" panose="020B0604020202020204" pitchFamily="34" charset="0"/>
                <a:cs typeface="Arial" panose="020B0604020202020204" pitchFamily="34" charset="0"/>
              </a:rPr>
              <a:t>: mềm </a:t>
            </a:r>
            <a:r>
              <a:rPr lang="en-US" sz="2400" dirty="0" err="1" smtClean="0">
                <a:latin typeface="Arial" panose="020B0604020202020204" pitchFamily="34" charset="0"/>
                <a:cs typeface="Arial" panose="020B0604020202020204" pitchFamily="34" charset="0"/>
              </a:rPr>
              <a:t>mại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mỏng</a:t>
            </a:r>
            <a:r>
              <a:rPr lang="en-US" sz="2400" dirty="0" smtClean="0">
                <a:latin typeface="Arial" panose="020B0604020202020204" pitchFamily="34" charset="0"/>
                <a:cs typeface="Arial" panose="020B0604020202020204" pitchFamily="34" charset="0"/>
              </a:rPr>
              <a:t>, giàu mạch máu.</a:t>
            </a:r>
          </a:p>
          <a:p>
            <a:r>
              <a:rPr lang="en-US" sz="2400" dirty="0">
                <a:latin typeface="Arial" panose="020B0604020202020204" pitchFamily="34" charset="0"/>
                <a:cs typeface="Arial" panose="020B0604020202020204" pitchFamily="34" charset="0"/>
              </a:rPr>
              <a:t>V</a:t>
            </a:r>
            <a:r>
              <a:rPr lang="en-US" sz="2400" dirty="0" smtClean="0">
                <a:latin typeface="Arial" panose="020B0604020202020204" pitchFamily="34" charset="0"/>
                <a:cs typeface="Arial" panose="020B0604020202020204" pitchFamily="34" charset="0"/>
              </a:rPr>
              <a:t>ài </a:t>
            </a:r>
            <a:r>
              <a:rPr lang="en-US" sz="2400" dirty="0" err="1" smtClean="0">
                <a:latin typeface="Arial" panose="020B0604020202020204" pitchFamily="34" charset="0"/>
                <a:cs typeface="Arial" panose="020B0604020202020204" pitchFamily="34" charset="0"/>
              </a:rPr>
              <a:t>tháng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đầu</a:t>
            </a:r>
            <a:r>
              <a:rPr lang="en-US" sz="2400" dirty="0" smtClean="0">
                <a:latin typeface="Arial" panose="020B0604020202020204" pitchFamily="34" charset="0"/>
                <a:cs typeface="Arial" panose="020B0604020202020204" pitchFamily="34" charset="0"/>
              </a:rPr>
              <a:t>, miệng khô do tiết ít nước bọt. </a:t>
            </a:r>
          </a:p>
          <a:p>
            <a:r>
              <a:rPr lang="en-US" sz="2400" dirty="0" smtClean="0">
                <a:latin typeface="Arial" panose="020B0604020202020204" pitchFamily="34" charset="0"/>
                <a:cs typeface="Arial" panose="020B0604020202020204" pitchFamily="34" charset="0"/>
              </a:rPr>
              <a:t>Dễ bị nấm albicans gây tưa miệng.</a:t>
            </a:r>
          </a:p>
          <a:p>
            <a:r>
              <a:rPr lang="en-US" sz="2400" dirty="0" smtClean="0">
                <a:latin typeface="Arial" panose="020B0604020202020204" pitchFamily="34" charset="0"/>
                <a:cs typeface="Arial" panose="020B0604020202020204" pitchFamily="34" charset="0"/>
              </a:rPr>
              <a:t>Ở trẻ sơ sinh có các </a:t>
            </a:r>
            <a:r>
              <a:rPr lang="en-US" sz="2400" dirty="0" err="1" smtClean="0">
                <a:latin typeface="Arial" panose="020B0604020202020204" pitchFamily="34" charset="0"/>
                <a:cs typeface="Arial" panose="020B0604020202020204" pitchFamily="34" charset="0"/>
              </a:rPr>
              <a:t>hạt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Bonard</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hạt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trắng</a:t>
            </a:r>
            <a:r>
              <a:rPr lang="en-US" sz="2400" dirty="0" smtClean="0">
                <a:latin typeface="Arial" panose="020B0604020202020204" pitchFamily="34" charset="0"/>
                <a:cs typeface="Arial" panose="020B0604020202020204" pitchFamily="34" charset="0"/>
              </a:rPr>
              <a:t>, vàng dọc theo đường giữa vòm khẩu cái. Mất sau vài tuần.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5411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lumMod val="60000"/>
                    <a:lumOff val="40000"/>
                  </a:schemeClr>
                </a:solidFill>
                <a:latin typeface="Arial" panose="020B0604020202020204" pitchFamily="34" charset="0"/>
                <a:cs typeface="Arial" panose="020B0604020202020204" pitchFamily="34" charset="0"/>
              </a:rPr>
              <a:t>Tuyến nước bọt</a:t>
            </a:r>
            <a:endParaRPr lang="en-US" dirty="0">
              <a:solidFill>
                <a:schemeClr val="accent2">
                  <a:lumMod val="60000"/>
                  <a:lumOff val="40000"/>
                </a:schemeClr>
              </a:solidFill>
              <a:latin typeface="Arial" panose="020B0604020202020204" pitchFamily="34" charset="0"/>
              <a:cs typeface="Arial" panose="020B0604020202020204" pitchFamily="34"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32015182"/>
              </p:ext>
            </p:extLst>
          </p:nvPr>
        </p:nvGraphicFramePr>
        <p:xfrm>
          <a:off x="-766482" y="1930400"/>
          <a:ext cx="8390965" cy="32485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52054" y="1270000"/>
            <a:ext cx="6076950" cy="4562475"/>
          </a:xfrm>
          <a:prstGeom prst="rect">
            <a:avLst/>
          </a:prstGeom>
        </p:spPr>
      </p:pic>
    </p:spTree>
    <p:extLst>
      <p:ext uri="{BB962C8B-B14F-4D97-AF65-F5344CB8AC3E}">
        <p14:creationId xmlns:p14="http://schemas.microsoft.com/office/powerpoint/2010/main" val="18859290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004047"/>
          </a:xfrm>
        </p:spPr>
        <p:txBody>
          <a:bodyPr/>
          <a:lstStyle/>
          <a:p>
            <a:r>
              <a:rPr lang="en-US" dirty="0" smtClean="0">
                <a:solidFill>
                  <a:schemeClr val="accent2">
                    <a:lumMod val="60000"/>
                    <a:lumOff val="40000"/>
                  </a:schemeClr>
                </a:solidFill>
                <a:latin typeface="Arial" panose="020B0604020202020204" pitchFamily="34" charset="0"/>
                <a:cs typeface="Arial" panose="020B0604020202020204" pitchFamily="34" charset="0"/>
              </a:rPr>
              <a:t>Tuyến nước bọt</a:t>
            </a:r>
            <a:endParaRPr lang="en-US" dirty="0">
              <a:solidFill>
                <a:schemeClr val="accent2">
                  <a:lumMod val="60000"/>
                  <a:lumOff val="40000"/>
                </a:schemeClr>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613647"/>
            <a:ext cx="8910419" cy="4427715"/>
          </a:xfrm>
        </p:spPr>
        <p:txBody>
          <a:bodyPr>
            <a:normAutofit/>
          </a:bodyPr>
          <a:lstStyle/>
          <a:p>
            <a:r>
              <a:rPr lang="en-US" sz="2400" dirty="0" smtClean="0">
                <a:latin typeface="Arial" panose="020B0604020202020204" pitchFamily="34" charset="0"/>
                <a:cs typeface="Arial" panose="020B0604020202020204" pitchFamily="34" charset="0"/>
              </a:rPr>
              <a:t>Nước bọt trung tính hoặc toan </a:t>
            </a:r>
            <a:r>
              <a:rPr lang="en-US" sz="2400" dirty="0" err="1" smtClean="0">
                <a:latin typeface="Arial" panose="020B0604020202020204" pitchFamily="34" charset="0"/>
                <a:cs typeface="Arial" panose="020B0604020202020204" pitchFamily="34" charset="0"/>
              </a:rPr>
              <a:t>nhẹ</a:t>
            </a:r>
            <a:r>
              <a:rPr lang="en-US" sz="2400" dirty="0" smtClean="0">
                <a:latin typeface="Arial" panose="020B0604020202020204" pitchFamily="34" charset="0"/>
                <a:cs typeface="Arial" panose="020B0604020202020204" pitchFamily="34" charset="0"/>
              </a:rPr>
              <a:t>.( pH= 6-7,8)</a:t>
            </a:r>
          </a:p>
          <a:p>
            <a:r>
              <a:rPr lang="en-US" sz="2400" dirty="0" smtClean="0">
                <a:latin typeface="Arial" panose="020B0604020202020204" pitchFamily="34" charset="0"/>
                <a:cs typeface="Arial" panose="020B0604020202020204" pitchFamily="34" charset="0"/>
              </a:rPr>
              <a:t>Các men tiêu hóa: amylase, ptyalin, maltase có ít trong mấy tháng đầu.do vậy, trẻ không tiêu hóa được nhiều tinh bột.</a:t>
            </a:r>
          </a:p>
          <a:p>
            <a:r>
              <a:rPr lang="en-US" sz="2400" dirty="0" smtClean="0">
                <a:latin typeface="Arial" panose="020B0604020202020204" pitchFamily="34" charset="0"/>
                <a:cs typeface="Arial" panose="020B0604020202020204" pitchFamily="34" charset="0"/>
              </a:rPr>
              <a:t>Hoạt tính của enzym tăng dần theo tuổi.</a:t>
            </a:r>
          </a:p>
          <a:p>
            <a:pPr marL="0" indent="0">
              <a:buNone/>
            </a:pPr>
            <a:r>
              <a:rPr lang="en-US" sz="2400" i="1" dirty="0" smtClean="0">
                <a:latin typeface="Arial" panose="020B0604020202020204" pitchFamily="34" charset="0"/>
                <a:cs typeface="Arial" panose="020B0604020202020204" pitchFamily="34" charset="0"/>
              </a:rPr>
              <a:t>Ở trẻ suy dinh dưỡng có nước bọt bài tiết ít </a:t>
            </a:r>
            <a:r>
              <a:rPr lang="en-US" sz="2400" i="1" dirty="0" err="1" smtClean="0">
                <a:latin typeface="Arial" panose="020B0604020202020204" pitchFamily="34" charset="0"/>
                <a:cs typeface="Arial" panose="020B0604020202020204" pitchFamily="34" charset="0"/>
              </a:rPr>
              <a:t>hơn</a:t>
            </a:r>
            <a:r>
              <a:rPr lang="en-US" sz="2400" i="1" dirty="0" smtClean="0">
                <a:latin typeface="Arial" panose="020B0604020202020204" pitchFamily="34" charset="0"/>
                <a:cs typeface="Arial" panose="020B0604020202020204" pitchFamily="34" charset="0"/>
              </a:rPr>
              <a:t>.</a:t>
            </a:r>
          </a:p>
          <a:p>
            <a:pPr marL="0" indent="0">
              <a:buNone/>
            </a:pPr>
            <a:endParaRPr lang="en-US" sz="2400" i="1"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n-US" sz="2400" dirty="0" err="1" smtClean="0">
                <a:solidFill>
                  <a:schemeClr val="accent4"/>
                </a:solidFill>
                <a:latin typeface="Arial" panose="020B0604020202020204" pitchFamily="34" charset="0"/>
                <a:cs typeface="Arial" panose="020B0604020202020204" pitchFamily="34" charset="0"/>
              </a:rPr>
              <a:t>Răng</a:t>
            </a:r>
            <a:r>
              <a:rPr lang="en-US" sz="2400" dirty="0" smtClean="0">
                <a:solidFill>
                  <a:schemeClr val="accent4"/>
                </a:solidFill>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 mọc răng sữa từ tháng 6-24 tháng. Từ 6 tuổi sẽ bắt đầu thay răng vĩnh viện.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12551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chemeClr val="tx1"/>
                </a:solidFill>
                <a:latin typeface="Arial" panose="020B0604020202020204" pitchFamily="34" charset="0"/>
                <a:cs typeface="Arial" panose="020B0604020202020204" pitchFamily="34" charset="0"/>
              </a:rPr>
              <a:t>2. </a:t>
            </a:r>
            <a:r>
              <a:rPr lang="en-US" sz="4000" dirty="0" err="1" smtClean="0">
                <a:solidFill>
                  <a:schemeClr val="tx1"/>
                </a:solidFill>
                <a:latin typeface="Arial" panose="020B0604020202020204" pitchFamily="34" charset="0"/>
                <a:cs typeface="Arial" panose="020B0604020202020204" pitchFamily="34" charset="0"/>
              </a:rPr>
              <a:t>Thực</a:t>
            </a:r>
            <a:r>
              <a:rPr lang="en-US" sz="4000" dirty="0" smtClean="0">
                <a:solidFill>
                  <a:schemeClr val="tx1"/>
                </a:solidFill>
                <a:latin typeface="Arial" panose="020B0604020202020204" pitchFamily="34" charset="0"/>
                <a:cs typeface="Arial" panose="020B0604020202020204" pitchFamily="34" charset="0"/>
              </a:rPr>
              <a:t> </a:t>
            </a:r>
            <a:r>
              <a:rPr lang="en-US" sz="4000" dirty="0" err="1" smtClean="0">
                <a:solidFill>
                  <a:schemeClr val="tx1"/>
                </a:solidFill>
                <a:latin typeface="Arial" panose="020B0604020202020204" pitchFamily="34" charset="0"/>
                <a:cs typeface="Arial" panose="020B0604020202020204" pitchFamily="34" charset="0"/>
              </a:rPr>
              <a:t>quản</a:t>
            </a:r>
            <a:r>
              <a:rPr lang="en-US" sz="4000" dirty="0" smtClean="0">
                <a:solidFill>
                  <a:schemeClr val="tx1"/>
                </a:solidFill>
                <a:latin typeface="Arial" panose="020B0604020202020204" pitchFamily="34" charset="0"/>
                <a:cs typeface="Arial" panose="020B0604020202020204" pitchFamily="34" charset="0"/>
              </a:rPr>
              <a:t>:</a:t>
            </a:r>
            <a:endParaRPr lang="en-US" sz="4000"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774223"/>
            <a:ext cx="6586351" cy="3880773"/>
          </a:xfrm>
        </p:spPr>
        <p:txBody>
          <a:bodyPr>
            <a:normAutofit/>
          </a:bodyPr>
          <a:lstStyle/>
          <a:p>
            <a:r>
              <a:rPr lang="en-US" sz="2000" dirty="0">
                <a:latin typeface="Arial" panose="020B0604020202020204" pitchFamily="34" charset="0"/>
                <a:cs typeface="Arial" panose="020B0604020202020204" pitchFamily="34" charset="0"/>
              </a:rPr>
              <a:t>Thực quản trẻ sơ </a:t>
            </a:r>
            <a:r>
              <a:rPr lang="en-US" sz="2000" dirty="0" smtClean="0">
                <a:latin typeface="Arial" panose="020B0604020202020204" pitchFamily="34" charset="0"/>
                <a:cs typeface="Arial" panose="020B0604020202020204" pitchFamily="34" charset="0"/>
              </a:rPr>
              <a:t>sinh: </a:t>
            </a:r>
            <a:r>
              <a:rPr lang="en-US" sz="2000" dirty="0">
                <a:latin typeface="Arial" panose="020B0604020202020204" pitchFamily="34" charset="0"/>
                <a:cs typeface="Arial" panose="020B0604020202020204" pitchFamily="34" charset="0"/>
              </a:rPr>
              <a:t>có hình chóp </a:t>
            </a:r>
            <a:endParaRPr lang="en-US" sz="2000" dirty="0" smtClean="0">
              <a:latin typeface="Arial" panose="020B0604020202020204" pitchFamily="34" charset="0"/>
              <a:cs typeface="Arial" panose="020B0604020202020204" pitchFamily="34" charset="0"/>
            </a:endParaRPr>
          </a:p>
          <a:p>
            <a:r>
              <a:rPr lang="en-US" sz="2000" dirty="0" smtClean="0">
                <a:latin typeface="Arial" panose="020B0604020202020204" pitchFamily="34" charset="0"/>
                <a:cs typeface="Arial" panose="020B0604020202020204" pitchFamily="34" charset="0"/>
              </a:rPr>
              <a:t>Vách thực </a:t>
            </a:r>
            <a:r>
              <a:rPr lang="en-US" sz="2000" dirty="0">
                <a:latin typeface="Arial" panose="020B0604020202020204" pitchFamily="34" charset="0"/>
                <a:cs typeface="Arial" panose="020B0604020202020204" pitchFamily="34" charset="0"/>
              </a:rPr>
              <a:t>quản mỏng hơn người </a:t>
            </a:r>
            <a:r>
              <a:rPr lang="en-US" sz="2000" dirty="0" smtClean="0">
                <a:latin typeface="Arial" panose="020B0604020202020204" pitchFamily="34" charset="0"/>
                <a:cs typeface="Arial" panose="020B0604020202020204" pitchFamily="34" charset="0"/>
              </a:rPr>
              <a:t>lớn</a:t>
            </a:r>
          </a:p>
          <a:p>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a:t>
            </a:r>
            <a:r>
              <a:rPr lang="en-US" sz="2000" dirty="0" smtClean="0">
                <a:latin typeface="Arial" panose="020B0604020202020204" pitchFamily="34" charset="0"/>
                <a:cs typeface="Arial" panose="020B0604020202020204" pitchFamily="34" charset="0"/>
              </a:rPr>
              <a:t>ổ </a:t>
            </a:r>
            <a:r>
              <a:rPr lang="en-US" sz="2000" dirty="0">
                <a:latin typeface="Arial" panose="020B0604020202020204" pitchFamily="34" charset="0"/>
                <a:cs typeface="Arial" panose="020B0604020202020204" pitchFamily="34" charset="0"/>
              </a:rPr>
              <a:t>chức đàn hồi và tổ chức xơ chưa phát </a:t>
            </a:r>
            <a:r>
              <a:rPr lang="en-US" sz="2000" dirty="0" smtClean="0">
                <a:latin typeface="Arial" panose="020B0604020202020204" pitchFamily="34" charset="0"/>
                <a:cs typeface="Arial" panose="020B0604020202020204" pitchFamily="34" charset="0"/>
              </a:rPr>
              <a:t>triển</a:t>
            </a:r>
          </a:p>
          <a:p>
            <a:r>
              <a:rPr lang="en-US" sz="2000" dirty="0" smtClean="0">
                <a:latin typeface="Arial" panose="020B0604020202020204" pitchFamily="34" charset="0"/>
                <a:cs typeface="Arial" panose="020B0604020202020204" pitchFamily="34" charset="0"/>
              </a:rPr>
              <a:t>Lớp </a:t>
            </a:r>
            <a:r>
              <a:rPr lang="en-US" sz="2000" dirty="0">
                <a:latin typeface="Arial" panose="020B0604020202020204" pitchFamily="34" charset="0"/>
                <a:cs typeface="Arial" panose="020B0604020202020204" pitchFamily="34" charset="0"/>
              </a:rPr>
              <a:t>niêm mạc ít tổ chức tuyến, </a:t>
            </a:r>
            <a:r>
              <a:rPr lang="en-US" sz="2000" dirty="0" smtClean="0">
                <a:latin typeface="Arial" panose="020B0604020202020204" pitchFamily="34" charset="0"/>
                <a:cs typeface="Arial" panose="020B0604020202020204" pitchFamily="34" charset="0"/>
              </a:rPr>
              <a:t>nhiều </a:t>
            </a:r>
            <a:r>
              <a:rPr lang="en-US" sz="2000" dirty="0">
                <a:latin typeface="Arial" panose="020B0604020202020204" pitchFamily="34" charset="0"/>
                <a:cs typeface="Arial" panose="020B0604020202020204" pitchFamily="34" charset="0"/>
              </a:rPr>
              <a:t>mạch máu</a:t>
            </a:r>
            <a:r>
              <a:rPr lang="en-US" sz="2000" dirty="0" smtClean="0">
                <a:latin typeface="Arial" panose="020B0604020202020204" pitchFamily="34" charset="0"/>
                <a:cs typeface="Arial" panose="020B0604020202020204" pitchFamily="34" charset="0"/>
              </a:rPr>
              <a:t>.</a:t>
            </a:r>
          </a:p>
          <a:p>
            <a:r>
              <a:rPr lang="en-US" sz="2000" dirty="0" smtClean="0">
                <a:latin typeface="Arial" panose="020B0604020202020204" pitchFamily="34" charset="0"/>
                <a:cs typeface="Arial" panose="020B0604020202020204" pitchFamily="34" charset="0"/>
              </a:rPr>
              <a:t>Chiều dài và đường kính thực quản tùy thuộc vào lứa tuổi. Ứng dụng chọn loại ống sonde phù hợp.</a:t>
            </a:r>
            <a:endParaRPr lang="en-US" sz="2000" dirty="0">
              <a:latin typeface="Arial" panose="020B0604020202020204" pitchFamily="34" charset="0"/>
              <a:cs typeface="Arial" panose="020B0604020202020204" pitchFamily="34" charset="0"/>
            </a:endParaRPr>
          </a:p>
          <a:p>
            <a:r>
              <a:rPr lang="en-US" sz="2000" dirty="0" smtClean="0">
                <a:latin typeface="Arial" panose="020B0604020202020204" pitchFamily="34" charset="0"/>
                <a:cs typeface="Arial" panose="020B0604020202020204" pitchFamily="34" charset="0"/>
              </a:rPr>
              <a:t>X (cm) = 1/5 chiều cao (cm) + 6,3.</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14108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chemeClr val="tx1"/>
                </a:solidFill>
                <a:latin typeface="Arial" panose="020B0604020202020204" pitchFamily="34" charset="0"/>
                <a:cs typeface="Arial" panose="020B0604020202020204" pitchFamily="34" charset="0"/>
              </a:rPr>
              <a:t>Thực quản</a:t>
            </a:r>
            <a:endParaRPr lang="en-US" sz="4000" dirty="0">
              <a:solidFill>
                <a:schemeClr val="tx1"/>
              </a:solidFill>
              <a:latin typeface="Arial" panose="020B0604020202020204" pitchFamily="34" charset="0"/>
              <a:cs typeface="Arial" panose="020B06040202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07188361"/>
              </p:ext>
            </p:extLst>
          </p:nvPr>
        </p:nvGraphicFramePr>
        <p:xfrm>
          <a:off x="677334" y="1774222"/>
          <a:ext cx="7745450" cy="1854200"/>
        </p:xfrm>
        <a:graphic>
          <a:graphicData uri="http://schemas.openxmlformats.org/drawingml/2006/table">
            <a:tbl>
              <a:tblPr firstRow="1" bandRow="1">
                <a:tableStyleId>{5C22544A-7EE6-4342-B048-85BDC9FD1C3A}</a:tableStyleId>
              </a:tblPr>
              <a:tblGrid>
                <a:gridCol w="3872725">
                  <a:extLst>
                    <a:ext uri="{9D8B030D-6E8A-4147-A177-3AD203B41FA5}">
                      <a16:colId xmlns:a16="http://schemas.microsoft.com/office/drawing/2014/main" val="196871053"/>
                    </a:ext>
                  </a:extLst>
                </a:gridCol>
                <a:gridCol w="3872725">
                  <a:extLst>
                    <a:ext uri="{9D8B030D-6E8A-4147-A177-3AD203B41FA5}">
                      <a16:colId xmlns:a16="http://schemas.microsoft.com/office/drawing/2014/main" val="2681440832"/>
                    </a:ext>
                  </a:extLst>
                </a:gridCol>
              </a:tblGrid>
              <a:tr h="370840">
                <a:tc>
                  <a:txBody>
                    <a:bodyPr/>
                    <a:lstStyle/>
                    <a:p>
                      <a:pPr algn="ctr"/>
                      <a:r>
                        <a:rPr lang="en-US" dirty="0" smtClean="0">
                          <a:latin typeface="Arial" panose="020B0604020202020204" pitchFamily="34" charset="0"/>
                          <a:cs typeface="Arial" panose="020B0604020202020204" pitchFamily="34" charset="0"/>
                        </a:rPr>
                        <a:t>Lứa tuổi</a:t>
                      </a:r>
                      <a:endParaRPr lang="en-US" dirty="0">
                        <a:latin typeface="Arial" panose="020B0604020202020204" pitchFamily="34" charset="0"/>
                        <a:cs typeface="Arial" panose="020B0604020202020204" pitchFamily="34" charset="0"/>
                      </a:endParaRPr>
                    </a:p>
                  </a:txBody>
                  <a:tcPr/>
                </a:tc>
                <a:tc>
                  <a:txBody>
                    <a:bodyPr/>
                    <a:lstStyle/>
                    <a:p>
                      <a:pPr algn="ctr"/>
                      <a:r>
                        <a:rPr lang="en-US" dirty="0" smtClean="0">
                          <a:latin typeface="Arial" panose="020B0604020202020204" pitchFamily="34" charset="0"/>
                          <a:cs typeface="Arial" panose="020B0604020202020204" pitchFamily="34" charset="0"/>
                        </a:rPr>
                        <a:t>Chiều dài</a:t>
                      </a:r>
                      <a:r>
                        <a:rPr lang="en-US" baseline="0" dirty="0" smtClean="0">
                          <a:latin typeface="Arial" panose="020B0604020202020204" pitchFamily="34" charset="0"/>
                          <a:cs typeface="Arial" panose="020B0604020202020204" pitchFamily="34" charset="0"/>
                        </a:rPr>
                        <a:t> thực quản (cm)</a:t>
                      </a:r>
                    </a:p>
                  </a:txBody>
                  <a:tcPr/>
                </a:tc>
                <a:extLst>
                  <a:ext uri="{0D108BD9-81ED-4DB2-BD59-A6C34878D82A}">
                    <a16:rowId xmlns:a16="http://schemas.microsoft.com/office/drawing/2014/main" val="3470311872"/>
                  </a:ext>
                </a:extLst>
              </a:tr>
              <a:tr h="370840">
                <a:tc>
                  <a:txBody>
                    <a:bodyPr/>
                    <a:lstStyle/>
                    <a:p>
                      <a:pPr algn="ctr"/>
                      <a:r>
                        <a:rPr lang="en-US" dirty="0" smtClean="0">
                          <a:latin typeface="Arial" panose="020B0604020202020204" pitchFamily="34" charset="0"/>
                          <a:cs typeface="Arial" panose="020B0604020202020204" pitchFamily="34" charset="0"/>
                        </a:rPr>
                        <a:t>Trẻ sơ</a:t>
                      </a:r>
                      <a:r>
                        <a:rPr lang="en-US" baseline="0" dirty="0" smtClean="0">
                          <a:latin typeface="Arial" panose="020B0604020202020204" pitchFamily="34" charset="0"/>
                          <a:cs typeface="Arial" panose="020B0604020202020204" pitchFamily="34" charset="0"/>
                        </a:rPr>
                        <a:t> sinh</a:t>
                      </a:r>
                    </a:p>
                  </a:txBody>
                  <a:tcPr/>
                </a:tc>
                <a:tc>
                  <a:txBody>
                    <a:bodyPr/>
                    <a:lstStyle/>
                    <a:p>
                      <a:pPr algn="ctr"/>
                      <a:r>
                        <a:rPr lang="en-US" dirty="0" smtClean="0">
                          <a:latin typeface="Arial" panose="020B0604020202020204" pitchFamily="34" charset="0"/>
                          <a:cs typeface="Arial" panose="020B0604020202020204" pitchFamily="34" charset="0"/>
                        </a:rPr>
                        <a:t>10-11 </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3679966"/>
                  </a:ext>
                </a:extLst>
              </a:tr>
              <a:tr h="370840">
                <a:tc>
                  <a:txBody>
                    <a:bodyPr/>
                    <a:lstStyle/>
                    <a:p>
                      <a:pPr algn="ctr"/>
                      <a:r>
                        <a:rPr lang="en-US" dirty="0" smtClean="0">
                          <a:latin typeface="Arial" panose="020B0604020202020204" pitchFamily="34" charset="0"/>
                          <a:cs typeface="Arial" panose="020B0604020202020204" pitchFamily="34" charset="0"/>
                        </a:rPr>
                        <a:t>Trẻ 5 tuổi</a:t>
                      </a:r>
                      <a:endParaRPr lang="en-US" dirty="0">
                        <a:latin typeface="Arial" panose="020B0604020202020204" pitchFamily="34" charset="0"/>
                        <a:cs typeface="Arial" panose="020B0604020202020204" pitchFamily="34" charset="0"/>
                      </a:endParaRPr>
                    </a:p>
                  </a:txBody>
                  <a:tcPr/>
                </a:tc>
                <a:tc>
                  <a:txBody>
                    <a:bodyPr/>
                    <a:lstStyle/>
                    <a:p>
                      <a:pPr algn="ctr"/>
                      <a:r>
                        <a:rPr lang="en-US" dirty="0" smtClean="0">
                          <a:latin typeface="Arial" panose="020B0604020202020204" pitchFamily="34" charset="0"/>
                          <a:cs typeface="Arial" panose="020B0604020202020204" pitchFamily="34" charset="0"/>
                        </a:rPr>
                        <a:t>16</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43551000"/>
                  </a:ext>
                </a:extLst>
              </a:tr>
              <a:tr h="370840">
                <a:tc>
                  <a:txBody>
                    <a:bodyPr/>
                    <a:lstStyle/>
                    <a:p>
                      <a:pPr algn="ctr"/>
                      <a:r>
                        <a:rPr lang="en-US" dirty="0" smtClean="0">
                          <a:latin typeface="Arial" panose="020B0604020202020204" pitchFamily="34" charset="0"/>
                          <a:cs typeface="Arial" panose="020B0604020202020204" pitchFamily="34" charset="0"/>
                        </a:rPr>
                        <a:t>Trẻ 10 tuổi</a:t>
                      </a:r>
                      <a:endParaRPr lang="en-US" dirty="0">
                        <a:latin typeface="Arial" panose="020B0604020202020204" pitchFamily="34" charset="0"/>
                        <a:cs typeface="Arial" panose="020B0604020202020204" pitchFamily="34" charset="0"/>
                      </a:endParaRPr>
                    </a:p>
                  </a:txBody>
                  <a:tcPr/>
                </a:tc>
                <a:tc>
                  <a:txBody>
                    <a:bodyPr/>
                    <a:lstStyle/>
                    <a:p>
                      <a:pPr algn="ctr"/>
                      <a:r>
                        <a:rPr lang="en-US" dirty="0" smtClean="0">
                          <a:latin typeface="Arial" panose="020B0604020202020204" pitchFamily="34" charset="0"/>
                          <a:cs typeface="Arial" panose="020B0604020202020204" pitchFamily="34" charset="0"/>
                        </a:rPr>
                        <a:t>18</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79584270"/>
                  </a:ext>
                </a:extLst>
              </a:tr>
              <a:tr h="370840">
                <a:tc>
                  <a:txBody>
                    <a:bodyPr/>
                    <a:lstStyle/>
                    <a:p>
                      <a:pPr algn="ctr"/>
                      <a:r>
                        <a:rPr lang="en-US" dirty="0" smtClean="0">
                          <a:latin typeface="Arial" panose="020B0604020202020204" pitchFamily="34" charset="0"/>
                          <a:cs typeface="Arial" panose="020B0604020202020204" pitchFamily="34" charset="0"/>
                        </a:rPr>
                        <a:t>Người lớn</a:t>
                      </a:r>
                      <a:endParaRPr lang="en-US" dirty="0">
                        <a:latin typeface="Arial" panose="020B0604020202020204" pitchFamily="34" charset="0"/>
                        <a:cs typeface="Arial" panose="020B0604020202020204" pitchFamily="34" charset="0"/>
                      </a:endParaRPr>
                    </a:p>
                  </a:txBody>
                  <a:tcPr/>
                </a:tc>
                <a:tc>
                  <a:txBody>
                    <a:bodyPr/>
                    <a:lstStyle/>
                    <a:p>
                      <a:pPr algn="ctr"/>
                      <a:r>
                        <a:rPr lang="en-US" dirty="0" smtClean="0">
                          <a:latin typeface="Arial" panose="020B0604020202020204" pitchFamily="34" charset="0"/>
                          <a:cs typeface="Arial" panose="020B0604020202020204" pitchFamily="34" charset="0"/>
                        </a:rPr>
                        <a:t>25-32</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7963477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886175186"/>
              </p:ext>
            </p:extLst>
          </p:nvPr>
        </p:nvGraphicFramePr>
        <p:xfrm>
          <a:off x="677334" y="4145447"/>
          <a:ext cx="7745450" cy="1854200"/>
        </p:xfrm>
        <a:graphic>
          <a:graphicData uri="http://schemas.openxmlformats.org/drawingml/2006/table">
            <a:tbl>
              <a:tblPr firstRow="1" bandRow="1">
                <a:tableStyleId>{5C22544A-7EE6-4342-B048-85BDC9FD1C3A}</a:tableStyleId>
              </a:tblPr>
              <a:tblGrid>
                <a:gridCol w="3872725">
                  <a:extLst>
                    <a:ext uri="{9D8B030D-6E8A-4147-A177-3AD203B41FA5}">
                      <a16:colId xmlns:a16="http://schemas.microsoft.com/office/drawing/2014/main" val="360699408"/>
                    </a:ext>
                  </a:extLst>
                </a:gridCol>
                <a:gridCol w="3872725">
                  <a:extLst>
                    <a:ext uri="{9D8B030D-6E8A-4147-A177-3AD203B41FA5}">
                      <a16:colId xmlns:a16="http://schemas.microsoft.com/office/drawing/2014/main" val="3802560459"/>
                    </a:ext>
                  </a:extLst>
                </a:gridCol>
              </a:tblGrid>
              <a:tr h="370840">
                <a:tc>
                  <a:txBody>
                    <a:bodyPr/>
                    <a:lstStyle/>
                    <a:p>
                      <a:pPr algn="ctr"/>
                      <a:r>
                        <a:rPr lang="en-US" dirty="0" smtClean="0"/>
                        <a:t>Lứa tuổi</a:t>
                      </a:r>
                      <a:endParaRPr lang="en-US" dirty="0"/>
                    </a:p>
                  </a:txBody>
                  <a:tcPr/>
                </a:tc>
                <a:tc>
                  <a:txBody>
                    <a:bodyPr/>
                    <a:lstStyle/>
                    <a:p>
                      <a:pPr algn="ctr"/>
                      <a:r>
                        <a:rPr lang="en-US" dirty="0" smtClean="0"/>
                        <a:t>Đường kính</a:t>
                      </a:r>
                      <a:r>
                        <a:rPr lang="en-US" baseline="0" dirty="0" smtClean="0"/>
                        <a:t> thực quản (cm)</a:t>
                      </a:r>
                      <a:endParaRPr lang="en-US" dirty="0"/>
                    </a:p>
                  </a:txBody>
                  <a:tcPr/>
                </a:tc>
                <a:extLst>
                  <a:ext uri="{0D108BD9-81ED-4DB2-BD59-A6C34878D82A}">
                    <a16:rowId xmlns:a16="http://schemas.microsoft.com/office/drawing/2014/main" val="3308182368"/>
                  </a:ext>
                </a:extLst>
              </a:tr>
              <a:tr h="370840">
                <a:tc>
                  <a:txBody>
                    <a:bodyPr/>
                    <a:lstStyle/>
                    <a:p>
                      <a:pPr algn="ctr"/>
                      <a:r>
                        <a:rPr lang="en-US" dirty="0" smtClean="0"/>
                        <a:t>Dưới 2 tháng</a:t>
                      </a:r>
                      <a:endParaRPr lang="en-US" dirty="0"/>
                    </a:p>
                  </a:txBody>
                  <a:tcPr/>
                </a:tc>
                <a:tc>
                  <a:txBody>
                    <a:bodyPr/>
                    <a:lstStyle/>
                    <a:p>
                      <a:pPr algn="ctr"/>
                      <a:r>
                        <a:rPr lang="en-US" dirty="0" smtClean="0"/>
                        <a:t>0,8-0,9</a:t>
                      </a:r>
                      <a:endParaRPr lang="en-US" dirty="0"/>
                    </a:p>
                  </a:txBody>
                  <a:tcPr/>
                </a:tc>
                <a:extLst>
                  <a:ext uri="{0D108BD9-81ED-4DB2-BD59-A6C34878D82A}">
                    <a16:rowId xmlns:a16="http://schemas.microsoft.com/office/drawing/2014/main" val="245955382"/>
                  </a:ext>
                </a:extLst>
              </a:tr>
              <a:tr h="370840">
                <a:tc>
                  <a:txBody>
                    <a:bodyPr/>
                    <a:lstStyle/>
                    <a:p>
                      <a:pPr algn="ctr"/>
                      <a:r>
                        <a:rPr lang="en-US" dirty="0" smtClean="0"/>
                        <a:t>2-6 tháng</a:t>
                      </a:r>
                      <a:endParaRPr lang="en-US" dirty="0"/>
                    </a:p>
                  </a:txBody>
                  <a:tcPr/>
                </a:tc>
                <a:tc>
                  <a:txBody>
                    <a:bodyPr/>
                    <a:lstStyle/>
                    <a:p>
                      <a:pPr algn="ctr"/>
                      <a:r>
                        <a:rPr lang="en-US" dirty="0" smtClean="0"/>
                        <a:t>0,9-1,2</a:t>
                      </a:r>
                      <a:endParaRPr lang="en-US" dirty="0"/>
                    </a:p>
                  </a:txBody>
                  <a:tcPr/>
                </a:tc>
                <a:extLst>
                  <a:ext uri="{0D108BD9-81ED-4DB2-BD59-A6C34878D82A}">
                    <a16:rowId xmlns:a16="http://schemas.microsoft.com/office/drawing/2014/main" val="2221491792"/>
                  </a:ext>
                </a:extLst>
              </a:tr>
              <a:tr h="370840">
                <a:tc>
                  <a:txBody>
                    <a:bodyPr/>
                    <a:lstStyle/>
                    <a:p>
                      <a:pPr algn="ctr"/>
                      <a:r>
                        <a:rPr lang="en-US" dirty="0" smtClean="0"/>
                        <a:t>9-18 tháng</a:t>
                      </a:r>
                      <a:endParaRPr lang="en-US" dirty="0"/>
                    </a:p>
                  </a:txBody>
                  <a:tcPr/>
                </a:tc>
                <a:tc>
                  <a:txBody>
                    <a:bodyPr/>
                    <a:lstStyle/>
                    <a:p>
                      <a:pPr algn="ctr"/>
                      <a:r>
                        <a:rPr lang="en-US" dirty="0" smtClean="0"/>
                        <a:t>1,2-1,5</a:t>
                      </a:r>
                      <a:endParaRPr lang="en-US" dirty="0"/>
                    </a:p>
                  </a:txBody>
                  <a:tcPr/>
                </a:tc>
                <a:extLst>
                  <a:ext uri="{0D108BD9-81ED-4DB2-BD59-A6C34878D82A}">
                    <a16:rowId xmlns:a16="http://schemas.microsoft.com/office/drawing/2014/main" val="1608694093"/>
                  </a:ext>
                </a:extLst>
              </a:tr>
              <a:tr h="370840">
                <a:tc>
                  <a:txBody>
                    <a:bodyPr/>
                    <a:lstStyle/>
                    <a:p>
                      <a:pPr algn="ctr"/>
                      <a:r>
                        <a:rPr lang="en-US" dirty="0" smtClean="0"/>
                        <a:t>2-6 tuổi</a:t>
                      </a:r>
                      <a:endParaRPr lang="en-US" dirty="0"/>
                    </a:p>
                  </a:txBody>
                  <a:tcPr/>
                </a:tc>
                <a:tc>
                  <a:txBody>
                    <a:bodyPr/>
                    <a:lstStyle/>
                    <a:p>
                      <a:pPr algn="ctr"/>
                      <a:r>
                        <a:rPr lang="en-US" dirty="0" smtClean="0"/>
                        <a:t>1,3-1,7</a:t>
                      </a:r>
                      <a:endParaRPr lang="en-US" dirty="0"/>
                    </a:p>
                  </a:txBody>
                  <a:tcPr/>
                </a:tc>
                <a:extLst>
                  <a:ext uri="{0D108BD9-81ED-4DB2-BD59-A6C34878D82A}">
                    <a16:rowId xmlns:a16="http://schemas.microsoft.com/office/drawing/2014/main" val="4270735865"/>
                  </a:ext>
                </a:extLst>
              </a:tr>
            </a:tbl>
          </a:graphicData>
        </a:graphic>
      </p:graphicFrame>
    </p:spTree>
    <p:extLst>
      <p:ext uri="{BB962C8B-B14F-4D97-AF65-F5344CB8AC3E}">
        <p14:creationId xmlns:p14="http://schemas.microsoft.com/office/powerpoint/2010/main" val="24070584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61366"/>
            <a:ext cx="8596668" cy="1089210"/>
          </a:xfrm>
        </p:spPr>
        <p:txBody>
          <a:bodyPr/>
          <a:lstStyle/>
          <a:p>
            <a:r>
              <a:rPr lang="en-US" dirty="0" smtClean="0">
                <a:solidFill>
                  <a:schemeClr val="accent2">
                    <a:lumMod val="60000"/>
                    <a:lumOff val="40000"/>
                  </a:schemeClr>
                </a:solidFill>
                <a:latin typeface="Arial" panose="020B0604020202020204" pitchFamily="34" charset="0"/>
                <a:cs typeface="Arial" panose="020B0604020202020204" pitchFamily="34" charset="0"/>
              </a:rPr>
              <a:t>Sự co bóp thực quản</a:t>
            </a:r>
            <a:endParaRPr lang="en-US" dirty="0">
              <a:solidFill>
                <a:schemeClr val="accent2">
                  <a:lumMod val="60000"/>
                  <a:lumOff val="40000"/>
                </a:schemeClr>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250577"/>
            <a:ext cx="9273490" cy="5325036"/>
          </a:xfrm>
        </p:spPr>
        <p:txBody>
          <a:bodyPr>
            <a:noAutofit/>
          </a:bodyPr>
          <a:lstStyle/>
          <a:p>
            <a:pPr fontAlgn="t"/>
            <a:r>
              <a:rPr lang="en-US" sz="2400" dirty="0">
                <a:latin typeface="Arial" panose="020B0604020202020204" pitchFamily="34" charset="0"/>
                <a:cs typeface="Arial" panose="020B0604020202020204" pitchFamily="34" charset="0"/>
              </a:rPr>
              <a:t>Sự co bóp thực quản bắt đầu sau khi trẻ đã hình thành động tác bú </a:t>
            </a:r>
            <a:r>
              <a:rPr lang="en-US" sz="2400" dirty="0" smtClean="0">
                <a:latin typeface="Arial" panose="020B0604020202020204" pitchFamily="34" charset="0"/>
                <a:cs typeface="Arial" panose="020B0604020202020204" pitchFamily="34" charset="0"/>
              </a:rPr>
              <a:t>nuốt.</a:t>
            </a:r>
          </a:p>
          <a:p>
            <a:pPr fontAlgn="t"/>
            <a:r>
              <a:rPr lang="en-US" sz="2400" dirty="0" smtClean="0">
                <a:latin typeface="Arial" panose="020B0604020202020204" pitchFamily="34" charset="0"/>
                <a:cs typeface="Arial" panose="020B0604020202020204" pitchFamily="34" charset="0"/>
              </a:rPr>
              <a:t> Lúc </a:t>
            </a:r>
            <a:r>
              <a:rPr lang="en-US" sz="2400" dirty="0">
                <a:latin typeface="Arial" panose="020B0604020202020204" pitchFamily="34" charset="0"/>
                <a:cs typeface="Arial" panose="020B0604020202020204" pitchFamily="34" charset="0"/>
              </a:rPr>
              <a:t>đầu chỉ là co bóp đơn </a:t>
            </a:r>
            <a:r>
              <a:rPr lang="en-US" sz="2400" dirty="0" smtClean="0">
                <a:latin typeface="Arial" panose="020B0604020202020204" pitchFamily="34" charset="0"/>
                <a:cs typeface="Arial" panose="020B0604020202020204" pitchFamily="34" charset="0"/>
              </a:rPr>
              <a:t>thuần -&gt;  những </a:t>
            </a:r>
            <a:r>
              <a:rPr lang="en-US" sz="2400" dirty="0">
                <a:latin typeface="Arial" panose="020B0604020202020204" pitchFamily="34" charset="0"/>
                <a:cs typeface="Arial" panose="020B0604020202020204" pitchFamily="34" charset="0"/>
              </a:rPr>
              <a:t>sóng nhu động không lan tỏa </a:t>
            </a:r>
            <a:r>
              <a:rPr lang="en-US" sz="2400" dirty="0" smtClean="0">
                <a:latin typeface="Arial" panose="020B0604020202020204" pitchFamily="34" charset="0"/>
                <a:cs typeface="Arial" panose="020B0604020202020204" pitchFamily="34" charset="0"/>
              </a:rPr>
              <a:t>-&gt; </a:t>
            </a:r>
            <a:r>
              <a:rPr lang="en-US" sz="2400" dirty="0">
                <a:latin typeface="Arial" panose="020B0604020202020204" pitchFamily="34" charset="0"/>
                <a:cs typeface="Arial" panose="020B0604020202020204" pitchFamily="34" charset="0"/>
              </a:rPr>
              <a:t>lan tỏa.</a:t>
            </a:r>
          </a:p>
          <a:p>
            <a:pPr fontAlgn="t"/>
            <a:r>
              <a:rPr lang="en-US" sz="2400" dirty="0">
                <a:latin typeface="Arial" panose="020B0604020202020204" pitchFamily="34" charset="0"/>
                <a:cs typeface="Arial" panose="020B0604020202020204" pitchFamily="34" charset="0"/>
              </a:rPr>
              <a:t>Khi trẻ </a:t>
            </a:r>
            <a:r>
              <a:rPr lang="en-US" sz="2400" dirty="0" err="1">
                <a:latin typeface="Arial" panose="020B0604020202020204" pitchFamily="34" charset="0"/>
                <a:cs typeface="Arial" panose="020B0604020202020204" pitchFamily="34" charset="0"/>
              </a:rPr>
              <a:t>đủ</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tháng</a:t>
            </a: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cơ thắt trên mở hoàn toàn , khi trẻ nuốt trương lực cơ thực quản : 8-9 </a:t>
            </a:r>
            <a:r>
              <a:rPr lang="en-US" sz="2400" dirty="0" smtClean="0">
                <a:latin typeface="Arial" panose="020B0604020202020204" pitchFamily="34" charset="0"/>
                <a:cs typeface="Arial" panose="020B0604020202020204" pitchFamily="34" charset="0"/>
              </a:rPr>
              <a:t>cmH2O, </a:t>
            </a:r>
            <a:r>
              <a:rPr lang="en-US" sz="2400" dirty="0">
                <a:latin typeface="Arial" panose="020B0604020202020204" pitchFamily="34" charset="0"/>
                <a:cs typeface="Arial" panose="020B0604020202020204" pitchFamily="34" charset="0"/>
              </a:rPr>
              <a:t>80% các nhu động co bóp thực quản lan tỏa và áp lực cơ thắt dưới cũng tăng lên , mở hoàn toàn khi trẻ nuốt </a:t>
            </a:r>
            <a:r>
              <a:rPr lang="en-US" sz="2400" dirty="0" smtClean="0">
                <a:latin typeface="Arial" panose="020B0604020202020204" pitchFamily="34" charset="0"/>
                <a:cs typeface="Arial" panose="020B0604020202020204" pitchFamily="34" charset="0"/>
              </a:rPr>
              <a:t>.</a:t>
            </a:r>
          </a:p>
          <a:p>
            <a:pPr fontAlgn="t">
              <a:buFont typeface="Wingdings" panose="05000000000000000000" pitchFamily="2" charset="2"/>
              <a:buChar char="v"/>
            </a:pPr>
            <a:r>
              <a:rPr lang="en-US" sz="2400" i="1" dirty="0" smtClean="0">
                <a:latin typeface="Arial" panose="020B0604020202020204" pitchFamily="34" charset="0"/>
                <a:cs typeface="Arial" panose="020B0604020202020204" pitchFamily="34" charset="0"/>
              </a:rPr>
              <a:t>Ở </a:t>
            </a:r>
            <a:r>
              <a:rPr lang="en-US" sz="2400" i="1" dirty="0">
                <a:latin typeface="Arial" panose="020B0604020202020204" pitchFamily="34" charset="0"/>
                <a:cs typeface="Arial" panose="020B0604020202020204" pitchFamily="34" charset="0"/>
              </a:rPr>
              <a:t>trẻ đẻ non trên 2 kg áp lực cơ thắt trên và dưới thực quản rất yếu mà chỉ có 25% động tác bú nuốt có sóng nhu động lan tỏa ở thân thực quản.</a:t>
            </a:r>
          </a:p>
          <a:p>
            <a:pPr marL="0" indent="0" fontAlgn="t">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13050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cs typeface="Arial" panose="020B0604020202020204" pitchFamily="34" charset="0"/>
              </a:rPr>
              <a:t>*</a:t>
            </a:r>
            <a:r>
              <a:rPr lang="en-US" dirty="0" err="1" smtClean="0">
                <a:latin typeface="Arial" panose="020B0604020202020204" pitchFamily="34" charset="0"/>
                <a:cs typeface="Arial" panose="020B0604020202020204" pitchFamily="34" charset="0"/>
              </a:rPr>
              <a:t>Một</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số</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dị</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tật</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bẩm</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sinh</a:t>
            </a:r>
            <a:r>
              <a:rPr lang="en-US" dirty="0" smtClean="0">
                <a:latin typeface="Arial" panose="020B0604020202020204" pitchFamily="34" charset="0"/>
                <a:cs typeface="Arial" panose="020B0604020202020204" pitchFamily="34" charset="0"/>
              </a:rPr>
              <a:t>:</a:t>
            </a:r>
            <a:br>
              <a:rPr lang="en-US" dirty="0" smtClean="0">
                <a:latin typeface="Arial" panose="020B0604020202020204" pitchFamily="34" charset="0"/>
                <a:cs typeface="Arial" panose="020B0604020202020204" pitchFamily="34" charset="0"/>
              </a:rPr>
            </a:br>
            <a:r>
              <a:rPr lang="en-US" dirty="0" err="1" smtClean="0">
                <a:latin typeface="Arial" panose="020B0604020202020204" pitchFamily="34" charset="0"/>
                <a:cs typeface="Arial" panose="020B0604020202020204" pitchFamily="34" charset="0"/>
              </a:rPr>
              <a:t>Teo</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Thực</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quản</a:t>
            </a:r>
            <a:endParaRPr lang="en-US" dirty="0">
              <a:latin typeface="Arial" panose="020B0604020202020204" pitchFamily="34" charset="0"/>
              <a:cs typeface="Arial" panose="020B0604020202020204" pitchFamily="34" charset="0"/>
            </a:endParaRPr>
          </a:p>
        </p:txBody>
      </p:sp>
      <p:pic>
        <p:nvPicPr>
          <p:cNvPr id="4098" name="Picture 2" descr="Káº¿t quáº£ hÃ¬nh áº£nh cho teo thá»±c quáº£n báº©m sinh"/>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0419" y="2939256"/>
            <a:ext cx="83312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8653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chemeClr val="tx1"/>
                </a:solidFill>
                <a:latin typeface="Arial" panose="020B0604020202020204" pitchFamily="34" charset="0"/>
                <a:cs typeface="Arial" panose="020B0604020202020204" pitchFamily="34" charset="0"/>
              </a:rPr>
              <a:t>3.Dạ </a:t>
            </a:r>
            <a:r>
              <a:rPr lang="en-US" sz="4000" dirty="0" err="1" smtClean="0">
                <a:solidFill>
                  <a:schemeClr val="tx1"/>
                </a:solidFill>
                <a:latin typeface="Arial" panose="020B0604020202020204" pitchFamily="34" charset="0"/>
                <a:cs typeface="Arial" panose="020B0604020202020204" pitchFamily="34" charset="0"/>
              </a:rPr>
              <a:t>dày</a:t>
            </a:r>
            <a:r>
              <a:rPr lang="en-US" sz="4000" dirty="0" smtClean="0">
                <a:solidFill>
                  <a:schemeClr val="tx1"/>
                </a:solidFill>
                <a:latin typeface="Arial" panose="020B0604020202020204" pitchFamily="34" charset="0"/>
                <a:cs typeface="Arial" panose="020B0604020202020204" pitchFamily="34" charset="0"/>
              </a:rPr>
              <a:t>:</a:t>
            </a:r>
            <a:endParaRPr lang="en-US" sz="4000"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613647"/>
            <a:ext cx="8596668" cy="4427715"/>
          </a:xfrm>
        </p:spPr>
        <p:txBody>
          <a:bodyPr>
            <a:normAutofit/>
          </a:bodyPr>
          <a:lstStyle/>
          <a:p>
            <a:r>
              <a:rPr lang="en-US" sz="2800" dirty="0" err="1" smtClean="0">
                <a:latin typeface="Arial" panose="020B0604020202020204" pitchFamily="34" charset="0"/>
                <a:cs typeface="Arial" panose="020B0604020202020204" pitchFamily="34" charset="0"/>
              </a:rPr>
              <a:t>Dạ</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dày</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là</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đoạn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phình</a:t>
            </a:r>
            <a:r>
              <a:rPr lang="en-US" sz="2800" dirty="0" smtClean="0">
                <a:latin typeface="Arial" panose="020B0604020202020204" pitchFamily="34" charset="0"/>
                <a:cs typeface="Arial" panose="020B0604020202020204" pitchFamily="34" charset="0"/>
              </a:rPr>
              <a:t> to </a:t>
            </a:r>
            <a:r>
              <a:rPr lang="en-US" sz="2800" dirty="0" err="1" smtClean="0">
                <a:latin typeface="Arial" panose="020B0604020202020204" pitchFamily="34" charset="0"/>
                <a:cs typeface="Arial" panose="020B0604020202020204" pitchFamily="34" charset="0"/>
              </a:rPr>
              <a:t>nhất</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của</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ống</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tiêu</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hóa</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nối</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giữa</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thực</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quản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và</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tá</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tràng</a:t>
            </a:r>
            <a:endParaRPr lang="en-US" sz="2800" dirty="0" smtClean="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30507" y="2536653"/>
            <a:ext cx="4733364" cy="4093929"/>
          </a:xfrm>
          <a:prstGeom prst="rect">
            <a:avLst/>
          </a:prstGeom>
        </p:spPr>
      </p:pic>
    </p:spTree>
    <p:extLst>
      <p:ext uri="{BB962C8B-B14F-4D97-AF65-F5344CB8AC3E}">
        <p14:creationId xmlns:p14="http://schemas.microsoft.com/office/powerpoint/2010/main" val="15220667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cs typeface="Arial" panose="020B0604020202020204" pitchFamily="34" charset="0"/>
              </a:rPr>
              <a:t>*</a:t>
            </a:r>
            <a:r>
              <a:rPr lang="en-US" dirty="0" err="1" smtClean="0">
                <a:latin typeface="Arial" panose="020B0604020202020204" pitchFamily="34" charset="0"/>
                <a:cs typeface="Arial" panose="020B0604020202020204" pitchFamily="34" charset="0"/>
              </a:rPr>
              <a:t>Giải</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phẫu</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dạ</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dày</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653989"/>
            <a:ext cx="8596668" cy="4387374"/>
          </a:xfrm>
        </p:spPr>
        <p:txBody>
          <a:bodyPr>
            <a:normAutofit/>
          </a:bodyPr>
          <a:lstStyle/>
          <a:p>
            <a:r>
              <a:rPr lang="en-US" sz="2800" dirty="0" err="1">
                <a:latin typeface="Arial" panose="020B0604020202020204" pitchFamily="34" charset="0"/>
                <a:cs typeface="Arial" panose="020B0604020202020204" pitchFamily="34" charset="0"/>
              </a:rPr>
              <a:t>Dạ</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dày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có</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kích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thước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hình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thù</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vị</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trí</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thay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đổi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tùy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theo</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từng</a:t>
            </a:r>
            <a:r>
              <a:rPr lang="en-US" sz="2800" dirty="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người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từng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lứa</a:t>
            </a:r>
            <a:r>
              <a:rPr lang="en-US" sz="2800" dirty="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tuổi</a:t>
            </a:r>
            <a:endParaRPr lang="en-US" sz="2800" dirty="0" smtClean="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129782572"/>
              </p:ext>
            </p:extLst>
          </p:nvPr>
        </p:nvGraphicFramePr>
        <p:xfrm>
          <a:off x="808318" y="3550025"/>
          <a:ext cx="9693835" cy="2100283"/>
        </p:xfrm>
        <a:graphic>
          <a:graphicData uri="http://schemas.openxmlformats.org/drawingml/2006/table">
            <a:tbl>
              <a:tblPr firstRow="1" bandRow="1">
                <a:tableStyleId>{5C22544A-7EE6-4342-B048-85BDC9FD1C3A}</a:tableStyleId>
              </a:tblPr>
              <a:tblGrid>
                <a:gridCol w="3243297">
                  <a:extLst>
                    <a:ext uri="{9D8B030D-6E8A-4147-A177-3AD203B41FA5}">
                      <a16:colId xmlns:a16="http://schemas.microsoft.com/office/drawing/2014/main" val="20000"/>
                    </a:ext>
                  </a:extLst>
                </a:gridCol>
                <a:gridCol w="3142561">
                  <a:extLst>
                    <a:ext uri="{9D8B030D-6E8A-4147-A177-3AD203B41FA5}">
                      <a16:colId xmlns:a16="http://schemas.microsoft.com/office/drawing/2014/main" val="20001"/>
                    </a:ext>
                  </a:extLst>
                </a:gridCol>
                <a:gridCol w="3307977">
                  <a:extLst>
                    <a:ext uri="{9D8B030D-6E8A-4147-A177-3AD203B41FA5}">
                      <a16:colId xmlns:a16="http://schemas.microsoft.com/office/drawing/2014/main" val="20002"/>
                    </a:ext>
                  </a:extLst>
                </a:gridCol>
              </a:tblGrid>
              <a:tr h="712693">
                <a:tc>
                  <a:txBody>
                    <a:bodyPr/>
                    <a:lstStyle/>
                    <a:p>
                      <a:r>
                        <a:rPr lang="en-US" sz="2400" b="1" kern="1200" dirty="0" err="1" smtClean="0">
                          <a:solidFill>
                            <a:schemeClr val="lt1"/>
                          </a:solidFill>
                          <a:effectLst/>
                          <a:latin typeface="Arial" panose="020B0604020202020204" pitchFamily="34" charset="0"/>
                          <a:ea typeface="+mn-ea"/>
                          <a:cs typeface="Arial" panose="020B0604020202020204" pitchFamily="34" charset="0"/>
                        </a:rPr>
                        <a:t>Trẻ</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sơ</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sinh</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và</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trẻ</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nhỏ</a:t>
                      </a:r>
                      <a:endParaRPr lang="en-US" sz="2400" dirty="0">
                        <a:latin typeface="Arial" panose="020B0604020202020204" pitchFamily="34" charset="0"/>
                        <a:cs typeface="Arial" panose="020B0604020202020204" pitchFamily="34" charset="0"/>
                      </a:endParaRPr>
                    </a:p>
                  </a:txBody>
                  <a:tcPr/>
                </a:tc>
                <a:tc>
                  <a:txBody>
                    <a:bodyPr/>
                    <a:lstStyle/>
                    <a:p>
                      <a:pPr>
                        <a:lnSpc>
                          <a:spcPct val="107000"/>
                        </a:lnSpc>
                        <a:spcAft>
                          <a:spcPts val="0"/>
                        </a:spcAft>
                      </a:pPr>
                      <a:r>
                        <a:rPr lang="en-US" sz="2400" dirty="0">
                          <a:effectLst/>
                          <a:latin typeface="Arial" panose="020B0604020202020204" pitchFamily="34" charset="0"/>
                          <a:ea typeface="Calibri" panose="020F0502020204030204" pitchFamily="34" charset="0"/>
                          <a:cs typeface="Arial" panose="020B0604020202020204" pitchFamily="34" charset="0"/>
                        </a:rPr>
                        <a:t>1 </a:t>
                      </a:r>
                      <a:r>
                        <a:rPr lang="en-US" sz="2400" dirty="0" err="1">
                          <a:effectLst/>
                          <a:latin typeface="Arial" panose="020B0604020202020204" pitchFamily="34" charset="0"/>
                          <a:ea typeface="Calibri" panose="020F0502020204030204" pitchFamily="34" charset="0"/>
                          <a:cs typeface="Arial" panose="020B0604020202020204" pitchFamily="34" charset="0"/>
                        </a:rPr>
                        <a:t>tuổi</a:t>
                      </a:r>
                      <a:r>
                        <a:rPr lang="en-US" sz="2400" dirty="0">
                          <a:effectLst/>
                          <a:latin typeface="Arial" panose="020B0604020202020204" pitchFamily="34" charset="0"/>
                          <a:ea typeface="Calibri" panose="020F0502020204030204" pitchFamily="34" charset="0"/>
                          <a:cs typeface="Arial" panose="020B0604020202020204" pitchFamily="34" charset="0"/>
                        </a:rPr>
                        <a:t> – 6 </a:t>
                      </a:r>
                      <a:r>
                        <a:rPr lang="en-US" sz="2400" dirty="0" err="1">
                          <a:effectLst/>
                          <a:latin typeface="Arial" panose="020B0604020202020204" pitchFamily="34" charset="0"/>
                          <a:ea typeface="Calibri" panose="020F0502020204030204" pitchFamily="34" charset="0"/>
                          <a:cs typeface="Arial" panose="020B0604020202020204" pitchFamily="34" charset="0"/>
                        </a:rPr>
                        <a:t>tuổi</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pPr>
                      <a:r>
                        <a:rPr lang="en-US" sz="2400" dirty="0">
                          <a:effectLst/>
                          <a:latin typeface="Arial" panose="020B0604020202020204" pitchFamily="34" charset="0"/>
                          <a:ea typeface="Calibri" panose="020F0502020204030204" pitchFamily="34" charset="0"/>
                          <a:cs typeface="Arial" panose="020B0604020202020204" pitchFamily="34" charset="0"/>
                        </a:rPr>
                        <a:t>7 </a:t>
                      </a:r>
                      <a:r>
                        <a:rPr lang="en-US" sz="2400" dirty="0" err="1">
                          <a:effectLst/>
                          <a:latin typeface="Arial" panose="020B0604020202020204" pitchFamily="34" charset="0"/>
                          <a:ea typeface="Calibri" panose="020F0502020204030204" pitchFamily="34" charset="0"/>
                          <a:cs typeface="Arial" panose="020B0604020202020204" pitchFamily="34" charset="0"/>
                        </a:rPr>
                        <a:t>tuổi</a:t>
                      </a:r>
                      <a:r>
                        <a:rPr lang="en-US" sz="2400" dirty="0">
                          <a:effectLst/>
                          <a:latin typeface="Arial" panose="020B0604020202020204" pitchFamily="34" charset="0"/>
                          <a:ea typeface="Calibri" panose="020F0502020204030204" pitchFamily="34" charset="0"/>
                          <a:cs typeface="Arial" panose="020B0604020202020204" pitchFamily="34" charset="0"/>
                        </a:rPr>
                        <a:t> – 11 </a:t>
                      </a:r>
                      <a:r>
                        <a:rPr lang="en-US" sz="2400" dirty="0" err="1">
                          <a:effectLst/>
                          <a:latin typeface="Arial" panose="020B0604020202020204" pitchFamily="34" charset="0"/>
                          <a:ea typeface="Calibri" panose="020F0502020204030204" pitchFamily="34" charset="0"/>
                          <a:cs typeface="Arial" panose="020B0604020202020204" pitchFamily="34" charset="0"/>
                        </a:rPr>
                        <a:t>tuổi</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1277323">
                <a:tc>
                  <a:txBody>
                    <a:bodyPr/>
                    <a:lstStyle/>
                    <a:p>
                      <a:pPr>
                        <a:lnSpc>
                          <a:spcPct val="107000"/>
                        </a:lnSpc>
                        <a:spcAft>
                          <a:spcPts val="0"/>
                        </a:spcAft>
                      </a:pPr>
                      <a:r>
                        <a:rPr lang="en-US" sz="2400" dirty="0">
                          <a:effectLst/>
                          <a:latin typeface="Arial" panose="020B0604020202020204" pitchFamily="34" charset="0"/>
                          <a:ea typeface="Calibri" panose="020F0502020204030204" pitchFamily="34" charset="0"/>
                          <a:cs typeface="Arial" panose="020B0604020202020204" pitchFamily="34" charset="0"/>
                        </a:rPr>
                        <a:t>DD </a:t>
                      </a:r>
                      <a:r>
                        <a:rPr lang="en-US" sz="2400" dirty="0" err="1">
                          <a:effectLst/>
                          <a:latin typeface="Arial" panose="020B0604020202020204" pitchFamily="34" charset="0"/>
                          <a:ea typeface="Calibri" panose="020F0502020204030204" pitchFamily="34" charset="0"/>
                          <a:cs typeface="Arial" panose="020B0604020202020204" pitchFamily="34" charset="0"/>
                        </a:rPr>
                        <a:t>tương</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đối</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cao</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và</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nằm</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ngang</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hình</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tròn</a:t>
                      </a:r>
                      <a:r>
                        <a:rPr lang="en-US" sz="2400" dirty="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tc>
                <a:tc>
                  <a:txBody>
                    <a:bodyPr/>
                    <a:lstStyle/>
                    <a:p>
                      <a:pPr>
                        <a:lnSpc>
                          <a:spcPct val="107000"/>
                        </a:lnSpc>
                        <a:spcAft>
                          <a:spcPts val="0"/>
                        </a:spcAft>
                      </a:pPr>
                      <a:r>
                        <a:rPr lang="en-US" sz="2400" dirty="0">
                          <a:effectLst/>
                          <a:latin typeface="Arial" panose="020B0604020202020204" pitchFamily="34" charset="0"/>
                          <a:ea typeface="Calibri" panose="020F0502020204030204" pitchFamily="34" charset="0"/>
                          <a:cs typeface="Arial" panose="020B0604020202020204" pitchFamily="34" charset="0"/>
                        </a:rPr>
                        <a:t>DD </a:t>
                      </a:r>
                      <a:r>
                        <a:rPr lang="en-US" sz="2400" dirty="0" err="1">
                          <a:effectLst/>
                          <a:latin typeface="Arial" panose="020B0604020202020204" pitchFamily="34" charset="0"/>
                          <a:ea typeface="Calibri" panose="020F0502020204030204" pitchFamily="34" charset="0"/>
                          <a:cs typeface="Arial" panose="020B0604020202020204" pitchFamily="34" charset="0"/>
                        </a:rPr>
                        <a:t>nằm</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đứng</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dọc</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hình</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dài</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thuôn</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pPr>
                      <a:r>
                        <a:rPr lang="en-US" sz="2400" dirty="0" err="1">
                          <a:effectLst/>
                          <a:latin typeface="Arial" panose="020B0604020202020204" pitchFamily="34" charset="0"/>
                          <a:ea typeface="Calibri" panose="020F0502020204030204" pitchFamily="34" charset="0"/>
                          <a:cs typeface="Arial" panose="020B0604020202020204" pitchFamily="34" charset="0"/>
                        </a:rPr>
                        <a:t>Hình</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thể</a:t>
                      </a:r>
                      <a:r>
                        <a:rPr lang="en-US" sz="2400" dirty="0">
                          <a:effectLst/>
                          <a:latin typeface="Arial" panose="020B0604020202020204" pitchFamily="34" charset="0"/>
                          <a:ea typeface="Calibri" panose="020F0502020204030204" pitchFamily="34" charset="0"/>
                          <a:cs typeface="Arial" panose="020B0604020202020204" pitchFamily="34" charset="0"/>
                        </a:rPr>
                        <a:t> DD </a:t>
                      </a:r>
                      <a:r>
                        <a:rPr lang="en-US" sz="2400" dirty="0" err="1" smtClean="0">
                          <a:effectLst/>
                          <a:latin typeface="Arial" panose="020B0604020202020204" pitchFamily="34" charset="0"/>
                          <a:ea typeface="Calibri" panose="020F0502020204030204" pitchFamily="34" charset="0"/>
                          <a:cs typeface="Arial" panose="020B0604020202020204" pitchFamily="34" charset="0"/>
                        </a:rPr>
                        <a:t>giống</a:t>
                      </a:r>
                      <a:r>
                        <a:rPr lang="en-US" sz="2400" dirty="0" smtClean="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người</a:t>
                      </a:r>
                      <a:r>
                        <a:rPr lang="en-US" sz="2400" dirty="0">
                          <a:effectLst/>
                          <a:latin typeface="Arial" panose="020B0604020202020204" pitchFamily="34" charset="0"/>
                          <a:ea typeface="Calibri" panose="020F0502020204030204" pitchFamily="34" charset="0"/>
                          <a:cs typeface="Arial" panose="020B0604020202020204" pitchFamily="34" charset="0"/>
                        </a:rPr>
                        <a:t> </a:t>
                      </a:r>
                      <a:r>
                        <a:rPr lang="en-US" sz="2400" dirty="0" err="1">
                          <a:effectLst/>
                          <a:latin typeface="Arial" panose="020B0604020202020204" pitchFamily="34" charset="0"/>
                          <a:ea typeface="Calibri" panose="020F0502020204030204" pitchFamily="34" charset="0"/>
                          <a:cs typeface="Arial" panose="020B0604020202020204" pitchFamily="34" charset="0"/>
                        </a:rPr>
                        <a:t>lớn</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30015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Giải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phẫu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0918" y="1370315"/>
            <a:ext cx="7625083" cy="5164955"/>
          </a:xfrm>
        </p:spPr>
      </p:pic>
    </p:spTree>
    <p:extLst>
      <p:ext uri="{BB962C8B-B14F-4D97-AF65-F5344CB8AC3E}">
        <p14:creationId xmlns:p14="http://schemas.microsoft.com/office/powerpoint/2010/main" val="41025527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Giải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phẫu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sp>
        <p:nvSpPr>
          <p:cNvPr id="3" name="Content Placeholder 2"/>
          <p:cNvSpPr>
            <a:spLocks noGrp="1"/>
          </p:cNvSpPr>
          <p:nvPr>
            <p:ph idx="1"/>
          </p:nvPr>
        </p:nvSpPr>
        <p:spPr>
          <a:xfrm>
            <a:off x="677334" y="1344707"/>
            <a:ext cx="8596668" cy="4696656"/>
          </a:xfrm>
        </p:spPr>
        <p:txBody>
          <a:bodyPr>
            <a:normAutofit/>
          </a:bodyPr>
          <a:lstStyle/>
          <a:p>
            <a:r>
              <a:rPr lang="en-US" sz="2800" dirty="0" err="1">
                <a:latin typeface="Arial" panose="020B0604020202020204" pitchFamily="34" charset="0"/>
                <a:cs typeface="Arial" panose="020B0604020202020204" pitchFamily="34" charset="0"/>
              </a:rPr>
              <a:t>Trẻ</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nhỏ</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lớp</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cơ</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dạ</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dày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phát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triển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yếu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nhất</a:t>
            </a:r>
            <a:r>
              <a:rPr lang="en-US" sz="2800" dirty="0">
                <a:latin typeface="Arial" panose="020B0604020202020204" pitchFamily="34" charset="0"/>
                <a:cs typeface="Arial" panose="020B0604020202020204" pitchFamily="34" charset="0"/>
              </a:rPr>
              <a:t> ở </a:t>
            </a:r>
            <a:r>
              <a:rPr lang="en-US" sz="2800" i="1" dirty="0" err="1">
                <a:latin typeface="Arial" panose="020B0604020202020204" pitchFamily="34" charset="0"/>
                <a:cs typeface="Arial" panose="020B0604020202020204" pitchFamily="34" charset="0"/>
              </a:rPr>
              <a:t>cơ</a:t>
            </a:r>
            <a:r>
              <a:rPr lang="en-US" sz="2800" i="1" dirty="0">
                <a:latin typeface="Arial" panose="020B0604020202020204" pitchFamily="34" charset="0"/>
                <a:cs typeface="Arial" panose="020B0604020202020204" pitchFamily="34" charset="0"/>
              </a:rPr>
              <a:t> </a:t>
            </a:r>
            <a:r>
              <a:rPr lang="en-US" sz="2800" i="1" dirty="0" err="1">
                <a:latin typeface="Arial" panose="020B0604020202020204" pitchFamily="34" charset="0"/>
                <a:cs typeface="Arial" panose="020B0604020202020204" pitchFamily="34" charset="0"/>
              </a:rPr>
              <a:t>tâm</a:t>
            </a:r>
            <a:r>
              <a:rPr lang="en-US" sz="2800" i="1" dirty="0">
                <a:latin typeface="Arial" panose="020B0604020202020204" pitchFamily="34" charset="0"/>
                <a:cs typeface="Arial" panose="020B0604020202020204" pitchFamily="34" charset="0"/>
              </a:rPr>
              <a:t> </a:t>
            </a:r>
            <a:r>
              <a:rPr lang="en-US" sz="2800" i="1" dirty="0" err="1">
                <a:latin typeface="Arial" panose="020B0604020202020204" pitchFamily="34" charset="0"/>
                <a:cs typeface="Arial" panose="020B0604020202020204" pitchFamily="34" charset="0"/>
              </a:rPr>
              <a:t>vị</a:t>
            </a:r>
            <a:r>
              <a:rPr lang="en-US" sz="2800" dirty="0">
                <a:latin typeface="Arial" panose="020B0604020202020204" pitchFamily="34" charset="0"/>
                <a:cs typeface="Arial" panose="020B0604020202020204" pitchFamily="34" charset="0"/>
              </a:rPr>
              <a:t>, </a:t>
            </a:r>
            <a:r>
              <a:rPr lang="en-US" sz="2800" i="1" dirty="0" err="1">
                <a:latin typeface="Arial" panose="020B0604020202020204" pitchFamily="34" charset="0"/>
                <a:cs typeface="Arial" panose="020B0604020202020204" pitchFamily="34" charset="0"/>
              </a:rPr>
              <a:t>cơ</a:t>
            </a:r>
            <a:r>
              <a:rPr lang="en-US" sz="2800" i="1" dirty="0">
                <a:latin typeface="Arial" panose="020B0604020202020204" pitchFamily="34" charset="0"/>
                <a:cs typeface="Arial" panose="020B0604020202020204" pitchFamily="34" charset="0"/>
              </a:rPr>
              <a:t> </a:t>
            </a:r>
            <a:r>
              <a:rPr lang="en-US" sz="2800" i="1" dirty="0" err="1">
                <a:latin typeface="Arial" panose="020B0604020202020204" pitchFamily="34" charset="0"/>
                <a:cs typeface="Arial" panose="020B0604020202020204" pitchFamily="34" charset="0"/>
              </a:rPr>
              <a:t>môn</a:t>
            </a:r>
            <a:r>
              <a:rPr lang="en-US" sz="2800" i="1" dirty="0">
                <a:latin typeface="Arial" panose="020B0604020202020204" pitchFamily="34" charset="0"/>
                <a:cs typeface="Arial" panose="020B0604020202020204" pitchFamily="34" charset="0"/>
              </a:rPr>
              <a:t> </a:t>
            </a:r>
            <a:r>
              <a:rPr lang="en-US" sz="2800" i="1" dirty="0" err="1">
                <a:latin typeface="Arial" panose="020B0604020202020204" pitchFamily="34" charset="0"/>
                <a:cs typeface="Arial" panose="020B0604020202020204" pitchFamily="34" charset="0"/>
              </a:rPr>
              <a:t>vị</a:t>
            </a:r>
            <a:r>
              <a:rPr lang="en-US" sz="2800" i="1"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phát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triển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tốt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đóng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chặt</a:t>
            </a:r>
            <a:r>
              <a:rPr lang="en-US" sz="2800" dirty="0">
                <a:latin typeface="Arial" panose="020B0604020202020204" pitchFamily="34" charset="0"/>
                <a:cs typeface="Arial" panose="020B0604020202020204" pitchFamily="34" charset="0"/>
              </a:rPr>
              <a:t>  </a:t>
            </a:r>
            <a:endParaRPr lang="en-US" sz="2800" dirty="0" smtClean="0">
              <a:latin typeface="Arial" panose="020B0604020202020204" pitchFamily="34" charset="0"/>
              <a:cs typeface="Arial" panose="020B0604020202020204" pitchFamily="34" charset="0"/>
            </a:endParaRPr>
          </a:p>
          <a:p>
            <a:pPr marL="0" indent="0">
              <a:buNone/>
            </a:pPr>
            <a:r>
              <a:rPr lang="en-US" sz="2800" dirty="0" smtClean="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do </a:t>
            </a:r>
            <a:r>
              <a:rPr lang="en-US" sz="2800" dirty="0" err="1">
                <a:latin typeface="Arial" panose="020B0604020202020204" pitchFamily="34" charset="0"/>
                <a:cs typeface="Arial" panose="020B0604020202020204" pitchFamily="34" charset="0"/>
              </a:rPr>
              <a:t>lớp</a:t>
            </a:r>
            <a:r>
              <a:rPr lang="en-US" sz="2800" dirty="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cơ</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thành</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dd</a:t>
            </a: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đàn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hồi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còn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yếu</a:t>
            </a:r>
            <a:r>
              <a:rPr lang="en-US" sz="2800" dirty="0">
                <a:latin typeface="Arial" panose="020B0604020202020204" pitchFamily="34" charset="0"/>
                <a:cs typeface="Arial" panose="020B0604020202020204" pitchFamily="34" charset="0"/>
              </a:rPr>
              <a:t> </a:t>
            </a:r>
            <a:endParaRPr lang="en-US" sz="2800" dirty="0" smtClean="0">
              <a:latin typeface="Arial" panose="020B0604020202020204" pitchFamily="34" charset="0"/>
              <a:cs typeface="Arial" panose="020B0604020202020204" pitchFamily="34" charset="0"/>
            </a:endParaRPr>
          </a:p>
          <a:p>
            <a:pPr marL="0" indent="0">
              <a:buNone/>
            </a:pP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hình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thái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kích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thước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của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dạ</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dày</a:t>
            </a:r>
            <a:r>
              <a:rPr lang="en-US" sz="2800" dirty="0">
                <a:latin typeface="Arial" panose="020B0604020202020204" pitchFamily="34" charset="0"/>
                <a:cs typeface="Arial" panose="020B0604020202020204" pitchFamily="34" charset="0"/>
              </a:rPr>
              <a:t> ở </a:t>
            </a:r>
            <a:r>
              <a:rPr lang="en-US" sz="2800" dirty="0" err="1">
                <a:latin typeface="Arial" panose="020B0604020202020204" pitchFamily="34" charset="0"/>
                <a:cs typeface="Arial" panose="020B0604020202020204" pitchFamily="34" charset="0"/>
              </a:rPr>
              <a:t>trẻ</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nhỏ</a:t>
            </a:r>
            <a:r>
              <a:rPr lang="en-US" sz="2800" dirty="0">
                <a:latin typeface="Arial" panose="020B0604020202020204" pitchFamily="34" charset="0"/>
                <a:cs typeface="Arial" panose="020B0604020202020204" pitchFamily="34" charset="0"/>
              </a:rPr>
              <a:t> </a:t>
            </a:r>
            <a:endParaRPr lang="en-US" sz="2800" dirty="0" smtClean="0">
              <a:latin typeface="Arial" panose="020B0604020202020204" pitchFamily="34" charset="0"/>
              <a:cs typeface="Arial" panose="020B0604020202020204" pitchFamily="34" charset="0"/>
            </a:endParaRPr>
          </a:p>
          <a:p>
            <a:pPr marL="0" indent="0">
              <a:buNone/>
            </a:pP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tư</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thế</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của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trẻ</a:t>
            </a:r>
            <a:r>
              <a:rPr lang="en-US" sz="2800" dirty="0">
                <a:latin typeface="Arial" panose="020B0604020202020204" pitchFamily="34" charset="0"/>
                <a:cs typeface="Arial" panose="020B0604020202020204" pitchFamily="34" charset="0"/>
              </a:rPr>
              <a:t> </a:t>
            </a:r>
            <a:endParaRPr lang="en-US" sz="2800" dirty="0" smtClean="0">
              <a:latin typeface="Arial" panose="020B0604020202020204" pitchFamily="34" charset="0"/>
              <a:cs typeface="Arial" panose="020B0604020202020204" pitchFamily="34" charset="0"/>
            </a:endParaRPr>
          </a:p>
          <a:p>
            <a:pPr marL="0" indent="0">
              <a:buNone/>
            </a:pPr>
            <a:r>
              <a:rPr lang="en-US" sz="2800" dirty="0" smtClean="0">
                <a:latin typeface="Arial" panose="020B0604020202020204" pitchFamily="34" charset="0"/>
                <a:cs typeface="Arial" panose="020B0604020202020204" pitchFamily="34" charset="0"/>
              </a:rPr>
              <a:t>=&gt; </a:t>
            </a:r>
            <a:r>
              <a:rPr lang="en-US" sz="2800" dirty="0" err="1" smtClean="0">
                <a:latin typeface="Arial" panose="020B0604020202020204" pitchFamily="34" charset="0"/>
                <a:cs typeface="Arial" panose="020B0604020202020204" pitchFamily="34" charset="0"/>
              </a:rPr>
              <a:t>Dẫn</a:t>
            </a: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đến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trẻ</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dễ</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nôn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trớ</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ngay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sau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khi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ăn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khi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ăn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nhiều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hoặc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khi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bú</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phải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hơi</a:t>
            </a:r>
            <a:r>
              <a:rPr lang="en-US" sz="2800" dirty="0">
                <a:latin typeface="Arial" panose="020B0604020202020204" pitchFamily="34" charset="0"/>
                <a:cs typeface="Arial" panose="020B0604020202020204" pitchFamily="34" charset="0"/>
              </a:rPr>
              <a:t>.</a:t>
            </a: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83342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3854528" cy="1143000"/>
          </a:xfrm>
        </p:spPr>
        <p:txBody>
          <a:bodyPr>
            <a:normAutofit/>
          </a:bodyPr>
          <a:lstStyle/>
          <a:p>
            <a:r>
              <a:rPr lang="en-US" sz="3600" dirty="0">
                <a:latin typeface="Arial" panose="020B0604020202020204" pitchFamily="34" charset="0"/>
                <a:cs typeface="Arial" panose="020B0604020202020204" pitchFamily="34" charset="0"/>
              </a:rPr>
              <a:t>*</a:t>
            </a:r>
            <a:r>
              <a:rPr lang="en-US" sz="3600" dirty="0" err="1">
                <a:latin typeface="Arial" panose="020B0604020202020204" pitchFamily="34" charset="0"/>
                <a:cs typeface="Arial" panose="020B0604020202020204" pitchFamily="34" charset="0"/>
              </a:rPr>
              <a:t>Giải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phẫu</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dạ</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dày</a:t>
            </a:r>
            <a:endParaRPr lang="en-US" sz="36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14047" y="753035"/>
            <a:ext cx="7110617" cy="5593977"/>
          </a:xfrm>
        </p:spPr>
      </p:pic>
      <p:sp>
        <p:nvSpPr>
          <p:cNvPr id="4" name="Text Placeholder 3"/>
          <p:cNvSpPr>
            <a:spLocks noGrp="1"/>
          </p:cNvSpPr>
          <p:nvPr>
            <p:ph type="body" sz="half" idx="2"/>
          </p:nvPr>
        </p:nvSpPr>
        <p:spPr>
          <a:xfrm>
            <a:off x="677334" y="1277471"/>
            <a:ext cx="3854528" cy="5284694"/>
          </a:xfrm>
        </p:spPr>
        <p:txBody>
          <a:bodyPr>
            <a:normAutofit/>
          </a:bodyPr>
          <a:lstStyle/>
          <a:p>
            <a:r>
              <a:rPr lang="en-US" sz="2800" dirty="0" err="1" smtClean="0">
                <a:latin typeface="Arial" panose="020B0604020202020204" pitchFamily="34" charset="0"/>
                <a:cs typeface="Arial" panose="020B0604020202020204" pitchFamily="34" charset="0"/>
              </a:rPr>
              <a:t>Dạ</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dày</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được</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cấp</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máu</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từ</a:t>
            </a:r>
            <a:r>
              <a:rPr lang="en-US" sz="2800" dirty="0" smtClean="0">
                <a:latin typeface="Arial" panose="020B0604020202020204" pitchFamily="34" charset="0"/>
                <a:cs typeface="Arial" panose="020B0604020202020204" pitchFamily="34" charset="0"/>
              </a:rPr>
              <a:t> 2 </a:t>
            </a:r>
            <a:r>
              <a:rPr lang="en-US" sz="2800" dirty="0" err="1" smtClean="0">
                <a:latin typeface="Arial" panose="020B0604020202020204" pitchFamily="34" charset="0"/>
                <a:cs typeface="Arial" panose="020B0604020202020204" pitchFamily="34" charset="0"/>
              </a:rPr>
              <a:t>nguồn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chính</a:t>
            </a:r>
            <a:r>
              <a:rPr lang="en-US" sz="2800" dirty="0" smtClean="0">
                <a:latin typeface="Arial" panose="020B0604020202020204" pitchFamily="34" charset="0"/>
                <a:cs typeface="Arial" panose="020B0604020202020204" pitchFamily="34" charset="0"/>
              </a:rPr>
              <a:t>:</a:t>
            </a:r>
          </a:p>
          <a:p>
            <a:pPr marL="457200" indent="-457200">
              <a:buFontTx/>
              <a:buChar char="-"/>
            </a:pPr>
            <a:r>
              <a:rPr lang="en-US" sz="2800" dirty="0" err="1" smtClean="0">
                <a:latin typeface="Arial" panose="020B0604020202020204" pitchFamily="34" charset="0"/>
                <a:cs typeface="Arial" panose="020B0604020202020204" pitchFamily="34" charset="0"/>
              </a:rPr>
              <a:t>Vòng</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mạch</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bờ</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cong</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vị</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bé</a:t>
            </a:r>
            <a:r>
              <a:rPr lang="en-US" sz="2800" dirty="0" smtClean="0">
                <a:latin typeface="Arial" panose="020B0604020202020204" pitchFamily="34" charset="0"/>
                <a:cs typeface="Arial" panose="020B0604020202020204" pitchFamily="34" charset="0"/>
              </a:rPr>
              <a:t> (ĐM </a:t>
            </a:r>
            <a:r>
              <a:rPr lang="en-US" sz="2800" dirty="0" err="1" smtClean="0">
                <a:latin typeface="Arial" panose="020B0604020202020204" pitchFamily="34" charset="0"/>
                <a:cs typeface="Arial" panose="020B0604020202020204" pitchFamily="34" charset="0"/>
              </a:rPr>
              <a:t>vị</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trái</a:t>
            </a:r>
            <a:r>
              <a:rPr lang="en-US" sz="2800" dirty="0" smtClean="0">
                <a:latin typeface="Arial" panose="020B0604020202020204" pitchFamily="34" charset="0"/>
                <a:cs typeface="Arial" panose="020B0604020202020204" pitchFamily="34" charset="0"/>
              </a:rPr>
              <a:t> + ĐM </a:t>
            </a:r>
            <a:r>
              <a:rPr lang="en-US" sz="2800" dirty="0" err="1" smtClean="0">
                <a:latin typeface="Arial" panose="020B0604020202020204" pitchFamily="34" charset="0"/>
                <a:cs typeface="Arial" panose="020B0604020202020204" pitchFamily="34" charset="0"/>
              </a:rPr>
              <a:t>vị</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phải</a:t>
            </a:r>
            <a:r>
              <a:rPr lang="en-US" sz="2800" dirty="0" smtClean="0">
                <a:latin typeface="Arial" panose="020B0604020202020204" pitchFamily="34" charset="0"/>
                <a:cs typeface="Arial" panose="020B0604020202020204" pitchFamily="34" charset="0"/>
              </a:rPr>
              <a:t>)</a:t>
            </a:r>
          </a:p>
          <a:p>
            <a:pPr marL="457200" indent="-457200">
              <a:buFontTx/>
              <a:buChar char="-"/>
            </a:pPr>
            <a:r>
              <a:rPr lang="en-US" sz="2800" dirty="0" err="1" smtClean="0">
                <a:latin typeface="Arial" panose="020B0604020202020204" pitchFamily="34" charset="0"/>
                <a:cs typeface="Arial" panose="020B0604020202020204" pitchFamily="34" charset="0"/>
              </a:rPr>
              <a:t>Vòng</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mạch</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bờ</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cong</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vị</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lớn</a:t>
            </a:r>
            <a:r>
              <a:rPr lang="en-US" sz="2800" dirty="0" smtClean="0">
                <a:latin typeface="Arial" panose="020B0604020202020204" pitchFamily="34" charset="0"/>
                <a:cs typeface="Arial" panose="020B0604020202020204" pitchFamily="34" charset="0"/>
              </a:rPr>
              <a:t> (ĐM </a:t>
            </a:r>
            <a:r>
              <a:rPr lang="en-US" sz="2800" dirty="0" err="1" smtClean="0">
                <a:latin typeface="Arial" panose="020B0604020202020204" pitchFamily="34" charset="0"/>
                <a:cs typeface="Arial" panose="020B0604020202020204" pitchFamily="34" charset="0"/>
              </a:rPr>
              <a:t>vị</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nối</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trái</a:t>
            </a:r>
            <a:r>
              <a:rPr lang="en-US" sz="2800" dirty="0" smtClean="0">
                <a:latin typeface="Arial" panose="020B0604020202020204" pitchFamily="34" charset="0"/>
                <a:cs typeface="Arial" panose="020B0604020202020204" pitchFamily="34" charset="0"/>
              </a:rPr>
              <a:t> + ĐM </a:t>
            </a:r>
            <a:r>
              <a:rPr lang="en-US" sz="2800" dirty="0" err="1" smtClean="0">
                <a:latin typeface="Arial" panose="020B0604020202020204" pitchFamily="34" charset="0"/>
                <a:cs typeface="Arial" panose="020B0604020202020204" pitchFamily="34" charset="0"/>
              </a:rPr>
              <a:t>vị</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nối</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phải</a:t>
            </a:r>
            <a:r>
              <a:rPr lang="en-US" sz="2800" dirty="0" smtClean="0">
                <a:latin typeface="Arial" panose="020B0604020202020204" pitchFamily="34" charset="0"/>
                <a:cs typeface="Arial" panose="020B0604020202020204" pitchFamily="34" charset="0"/>
              </a:rPr>
              <a:t>)</a:t>
            </a:r>
          </a:p>
          <a:p>
            <a:pPr marL="457200" indent="-457200">
              <a:buFontTx/>
              <a:buChar char="-"/>
            </a:pPr>
            <a:r>
              <a:rPr lang="en-US" sz="2800" i="1" dirty="0" err="1" smtClean="0">
                <a:solidFill>
                  <a:schemeClr val="accent4"/>
                </a:solidFill>
                <a:latin typeface="Arial" panose="020B0604020202020204" pitchFamily="34" charset="0"/>
                <a:cs typeface="Arial" panose="020B0604020202020204" pitchFamily="34" charset="0"/>
              </a:rPr>
              <a:t>Đều</a:t>
            </a:r>
            <a:r>
              <a:rPr lang="en-US" sz="2800" i="1" dirty="0" smtClean="0">
                <a:solidFill>
                  <a:schemeClr val="accent4"/>
                </a:solidFill>
                <a:latin typeface="Arial" panose="020B0604020202020204" pitchFamily="34" charset="0"/>
                <a:cs typeface="Arial" panose="020B0604020202020204" pitchFamily="34" charset="0"/>
              </a:rPr>
              <a:t> </a:t>
            </a:r>
            <a:r>
              <a:rPr lang="en-US" sz="2800" i="1" dirty="0" err="1" smtClean="0">
                <a:solidFill>
                  <a:schemeClr val="accent4"/>
                </a:solidFill>
                <a:latin typeface="Arial" panose="020B0604020202020204" pitchFamily="34" charset="0"/>
                <a:cs typeface="Arial" panose="020B0604020202020204" pitchFamily="34" charset="0"/>
              </a:rPr>
              <a:t>bắt</a:t>
            </a:r>
            <a:r>
              <a:rPr lang="en-US" sz="2800" i="1" dirty="0" smtClean="0">
                <a:solidFill>
                  <a:schemeClr val="accent4"/>
                </a:solidFill>
                <a:latin typeface="Arial" panose="020B0604020202020204" pitchFamily="34" charset="0"/>
                <a:cs typeface="Arial" panose="020B0604020202020204" pitchFamily="34" charset="0"/>
              </a:rPr>
              <a:t> </a:t>
            </a:r>
            <a:r>
              <a:rPr lang="en-US" sz="2800" i="1" dirty="0" err="1" smtClean="0">
                <a:solidFill>
                  <a:schemeClr val="accent4"/>
                </a:solidFill>
                <a:latin typeface="Arial" panose="020B0604020202020204" pitchFamily="34" charset="0"/>
                <a:cs typeface="Arial" panose="020B0604020202020204" pitchFamily="34" charset="0"/>
              </a:rPr>
              <a:t>nguồn</a:t>
            </a:r>
            <a:r>
              <a:rPr lang="en-US" sz="2800" i="1" dirty="0" smtClean="0">
                <a:solidFill>
                  <a:schemeClr val="accent4"/>
                </a:solidFill>
                <a:latin typeface="Arial" panose="020B0604020202020204" pitchFamily="34" charset="0"/>
                <a:cs typeface="Arial" panose="020B0604020202020204" pitchFamily="34" charset="0"/>
              </a:rPr>
              <a:t> </a:t>
            </a:r>
            <a:r>
              <a:rPr lang="en-US" sz="2800" i="1" dirty="0" err="1" smtClean="0">
                <a:solidFill>
                  <a:schemeClr val="accent4"/>
                </a:solidFill>
                <a:latin typeface="Arial" panose="020B0604020202020204" pitchFamily="34" charset="0"/>
                <a:cs typeface="Arial" panose="020B0604020202020204" pitchFamily="34" charset="0"/>
              </a:rPr>
              <a:t>từ</a:t>
            </a:r>
            <a:r>
              <a:rPr lang="en-US" sz="2800" i="1" dirty="0" smtClean="0">
                <a:solidFill>
                  <a:schemeClr val="accent4"/>
                </a:solidFill>
                <a:latin typeface="Arial" panose="020B0604020202020204" pitchFamily="34" charset="0"/>
                <a:cs typeface="Arial" panose="020B0604020202020204" pitchFamily="34" charset="0"/>
              </a:rPr>
              <a:t> ĐM </a:t>
            </a:r>
            <a:r>
              <a:rPr lang="en-US" sz="2800" i="1" dirty="0" err="1" smtClean="0">
                <a:solidFill>
                  <a:schemeClr val="accent4"/>
                </a:solidFill>
                <a:latin typeface="Arial" panose="020B0604020202020204" pitchFamily="34" charset="0"/>
                <a:cs typeface="Arial" panose="020B0604020202020204" pitchFamily="34" charset="0"/>
              </a:rPr>
              <a:t>thân</a:t>
            </a:r>
            <a:r>
              <a:rPr lang="en-US" sz="2800" i="1" dirty="0" smtClean="0">
                <a:solidFill>
                  <a:schemeClr val="accent4"/>
                </a:solidFill>
                <a:latin typeface="Arial" panose="020B0604020202020204" pitchFamily="34" charset="0"/>
                <a:cs typeface="Arial" panose="020B0604020202020204" pitchFamily="34" charset="0"/>
              </a:rPr>
              <a:t> </a:t>
            </a:r>
            <a:r>
              <a:rPr lang="en-US" sz="2800" i="1" dirty="0" err="1" smtClean="0">
                <a:solidFill>
                  <a:schemeClr val="accent4"/>
                </a:solidFill>
                <a:latin typeface="Arial" panose="020B0604020202020204" pitchFamily="34" charset="0"/>
                <a:cs typeface="Arial" panose="020B0604020202020204" pitchFamily="34" charset="0"/>
              </a:rPr>
              <a:t>tạng</a:t>
            </a:r>
            <a:endParaRPr lang="en-US" sz="2800" i="1" dirty="0">
              <a:solidFill>
                <a:schemeClr val="accent4"/>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78600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cs typeface="Arial" panose="020B0604020202020204" pitchFamily="34" charset="0"/>
              </a:rPr>
              <a:t>*</a:t>
            </a:r>
            <a:r>
              <a:rPr lang="en-US" dirty="0" err="1" smtClean="0">
                <a:latin typeface="Arial" panose="020B0604020202020204" pitchFamily="34" charset="0"/>
                <a:cs typeface="Arial" panose="020B0604020202020204" pitchFamily="34" charset="0"/>
              </a:rPr>
              <a:t>Sinh</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lý</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dạ</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dày</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667435"/>
            <a:ext cx="10725772" cy="4373928"/>
          </a:xfrm>
        </p:spPr>
        <p:txBody>
          <a:bodyPr>
            <a:normAutofit/>
          </a:bodyPr>
          <a:lstStyle/>
          <a:p>
            <a:pPr marL="0" indent="0">
              <a:buNone/>
            </a:pPr>
            <a:r>
              <a:rPr lang="en-US" sz="2800" dirty="0" err="1" smtClean="0">
                <a:latin typeface="Arial" panose="020B0604020202020204" pitchFamily="34" charset="0"/>
                <a:cs typeface="Arial" panose="020B0604020202020204" pitchFamily="34" charset="0"/>
              </a:rPr>
              <a:t>Dạ</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dày</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có</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các</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chức</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năng</a:t>
            </a:r>
            <a:r>
              <a:rPr lang="en-US" sz="2800" dirty="0" smtClean="0">
                <a:latin typeface="Arial" panose="020B0604020202020204" pitchFamily="34" charset="0"/>
                <a:cs typeface="Arial" panose="020B0604020202020204" pitchFamily="34" charset="0"/>
              </a:rPr>
              <a:t>:</a:t>
            </a:r>
          </a:p>
          <a:p>
            <a:r>
              <a:rPr lang="en-US" sz="2800" dirty="0" err="1" smtClean="0">
                <a:latin typeface="Arial" panose="020B0604020202020204" pitchFamily="34" charset="0"/>
                <a:cs typeface="Arial" panose="020B0604020202020204" pitchFamily="34" charset="0"/>
              </a:rPr>
              <a:t>Tiếp</a:t>
            </a: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nhận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chứa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đựng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thức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ăn</a:t>
            </a:r>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C</a:t>
            </a:r>
            <a:r>
              <a:rPr lang="en-US" sz="2800" dirty="0" smtClean="0">
                <a:latin typeface="Arial" panose="020B0604020202020204" pitchFamily="34" charset="0"/>
                <a:cs typeface="Arial" panose="020B0604020202020204" pitchFamily="34" charset="0"/>
              </a:rPr>
              <a:t>o </a:t>
            </a:r>
            <a:r>
              <a:rPr lang="en-US" sz="2800" dirty="0" err="1">
                <a:latin typeface="Arial" panose="020B0604020202020204" pitchFamily="34" charset="0"/>
                <a:cs typeface="Arial" panose="020B0604020202020204" pitchFamily="34" charset="0"/>
              </a:rPr>
              <a:t>bóp</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nhào</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trộn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thức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ăn</a:t>
            </a:r>
            <a:endParaRPr lang="en-US" sz="2800" dirty="0">
              <a:latin typeface="Arial" panose="020B0604020202020204" pitchFamily="34" charset="0"/>
              <a:cs typeface="Arial" panose="020B0604020202020204" pitchFamily="34" charset="0"/>
            </a:endParaRPr>
          </a:p>
          <a:p>
            <a:r>
              <a:rPr lang="en-US" sz="2800" dirty="0" err="1">
                <a:latin typeface="Arial" panose="020B0604020202020204" pitchFamily="34" charset="0"/>
                <a:cs typeface="Arial" panose="020B0604020202020204" pitchFamily="34" charset="0"/>
              </a:rPr>
              <a:t>C</a:t>
            </a:r>
            <a:r>
              <a:rPr lang="en-US" sz="2800" dirty="0" err="1" smtClean="0">
                <a:latin typeface="Arial" panose="020B0604020202020204" pitchFamily="34" charset="0"/>
                <a:cs typeface="Arial" panose="020B0604020202020204" pitchFamily="34" charset="0"/>
              </a:rPr>
              <a:t>hức</a:t>
            </a: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năng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bài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tiết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dịch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vị</a:t>
            </a:r>
            <a:endParaRPr lang="en-US" sz="2800" dirty="0">
              <a:latin typeface="Arial" panose="020B0604020202020204" pitchFamily="34" charset="0"/>
              <a:cs typeface="Arial" panose="020B0604020202020204" pitchFamily="34" charset="0"/>
            </a:endParaRPr>
          </a:p>
          <a:p>
            <a:r>
              <a:rPr lang="en-US" sz="2800" dirty="0" err="1">
                <a:latin typeface="Arial" panose="020B0604020202020204" pitchFamily="34" charset="0"/>
                <a:cs typeface="Arial" panose="020B0604020202020204" pitchFamily="34" charset="0"/>
              </a:rPr>
              <a:t>H</a:t>
            </a:r>
            <a:r>
              <a:rPr lang="en-US" sz="2800" dirty="0" err="1" smtClean="0">
                <a:latin typeface="Arial" panose="020B0604020202020204" pitchFamily="34" charset="0"/>
                <a:cs typeface="Arial" panose="020B0604020202020204" pitchFamily="34" charset="0"/>
              </a:rPr>
              <a:t>ấp</a:t>
            </a: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chất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dinh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dưỡng</a:t>
            </a:r>
            <a:endParaRPr lang="en-US"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261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62000"/>
          </a:xfrm>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sp>
        <p:nvSpPr>
          <p:cNvPr id="3" name="Content Placeholder 2"/>
          <p:cNvSpPr>
            <a:spLocks noGrp="1"/>
          </p:cNvSpPr>
          <p:nvPr>
            <p:ph idx="1"/>
          </p:nvPr>
        </p:nvSpPr>
        <p:spPr>
          <a:xfrm>
            <a:off x="677334" y="1371601"/>
            <a:ext cx="9650008" cy="4669762"/>
          </a:xfrm>
        </p:spPr>
        <p:txBody>
          <a:bodyPr/>
          <a:lstStyle/>
          <a:p>
            <a:pPr marL="0" indent="0">
              <a:buNone/>
            </a:pPr>
            <a:r>
              <a:rPr lang="en-US" sz="2800" i="1" u="sng" dirty="0">
                <a:latin typeface="Arial" panose="020B0604020202020204" pitchFamily="34" charset="0"/>
                <a:cs typeface="Arial" panose="020B0604020202020204" pitchFamily="34" charset="0"/>
              </a:rPr>
              <a:t>a. </a:t>
            </a:r>
            <a:r>
              <a:rPr lang="en-US" sz="2800" i="1" u="sng" dirty="0" err="1">
                <a:latin typeface="Arial" panose="020B0604020202020204" pitchFamily="34" charset="0"/>
                <a:cs typeface="Arial" panose="020B0604020202020204" pitchFamily="34" charset="0"/>
              </a:rPr>
              <a:t>Chứa</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đựng</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thức</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ăn</a:t>
            </a:r>
            <a:r>
              <a:rPr lang="en-US" sz="2800" i="1" u="sng" dirty="0">
                <a:latin typeface="Arial" panose="020B0604020202020204" pitchFamily="34" charset="0"/>
                <a:cs typeface="Arial" panose="020B0604020202020204" pitchFamily="34" charset="0"/>
              </a:rPr>
              <a:t>:</a:t>
            </a:r>
            <a:endParaRPr lang="en-US" sz="2800" u="sng" dirty="0">
              <a:latin typeface="Arial" panose="020B0604020202020204" pitchFamily="34" charset="0"/>
              <a:cs typeface="Arial" panose="020B0604020202020204" pitchFamily="34" charset="0"/>
            </a:endParaRPr>
          </a:p>
          <a:p>
            <a:pPr>
              <a:buFontTx/>
              <a:buChar char="-"/>
            </a:pPr>
            <a:r>
              <a:rPr lang="en-US" sz="2800" dirty="0" smtClean="0">
                <a:latin typeface="Arial" panose="020B0604020202020204" pitchFamily="34" charset="0"/>
                <a:cs typeface="Arial" panose="020B0604020202020204" pitchFamily="34" charset="0"/>
              </a:rPr>
              <a:t>Dung </a:t>
            </a:r>
            <a:r>
              <a:rPr lang="en-US" sz="2800" dirty="0" err="1">
                <a:latin typeface="Arial" panose="020B0604020202020204" pitchFamily="34" charset="0"/>
                <a:cs typeface="Arial" panose="020B0604020202020204" pitchFamily="34" charset="0"/>
              </a:rPr>
              <a:t>tích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dạ</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dày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thay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đổi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theo</a:t>
            </a:r>
            <a:r>
              <a:rPr lang="en-US" sz="2800" dirty="0">
                <a:latin typeface="Arial" panose="020B0604020202020204" pitchFamily="34" charset="0"/>
                <a:cs typeface="Arial" panose="020B0604020202020204" pitchFamily="34" charset="0"/>
              </a:rPr>
              <a:t> </a:t>
            </a:r>
            <a:r>
              <a:rPr lang="en-US" sz="2800" i="1" dirty="0" err="1">
                <a:solidFill>
                  <a:schemeClr val="accent4"/>
                </a:solidFill>
                <a:latin typeface="Arial" panose="020B0604020202020204" pitchFamily="34" charset="0"/>
                <a:cs typeface="Arial" panose="020B0604020202020204" pitchFamily="34" charset="0"/>
              </a:rPr>
              <a:t>khối</a:t>
            </a:r>
            <a:r>
              <a:rPr lang="en-US" sz="2800" i="1" dirty="0">
                <a:solidFill>
                  <a:schemeClr val="accent4"/>
                </a:solidFill>
                <a:latin typeface="Arial" panose="020B0604020202020204" pitchFamily="34" charset="0"/>
                <a:cs typeface="Arial" panose="020B0604020202020204" pitchFamily="34" charset="0"/>
              </a:rPr>
              <a:t> </a:t>
            </a:r>
            <a:r>
              <a:rPr lang="en-US" sz="2800" i="1" dirty="0" err="1">
                <a:solidFill>
                  <a:schemeClr val="accent4"/>
                </a:solidFill>
                <a:latin typeface="Arial" panose="020B0604020202020204" pitchFamily="34" charset="0"/>
                <a:cs typeface="Arial" panose="020B0604020202020204" pitchFamily="34" charset="0"/>
              </a:rPr>
              <a:t>lượng</a:t>
            </a:r>
            <a:r>
              <a:rPr lang="en-US" sz="2800" i="1" dirty="0">
                <a:solidFill>
                  <a:schemeClr val="accent4"/>
                </a:solidFill>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và</a:t>
            </a:r>
            <a:r>
              <a:rPr lang="en-US" sz="2800" dirty="0">
                <a:latin typeface="Arial" panose="020B0604020202020204" pitchFamily="34" charset="0"/>
                <a:cs typeface="Arial" panose="020B0604020202020204" pitchFamily="34" charset="0"/>
              </a:rPr>
              <a:t> </a:t>
            </a:r>
            <a:r>
              <a:rPr lang="en-US" sz="2800" dirty="0" err="1">
                <a:solidFill>
                  <a:schemeClr val="accent4"/>
                </a:solidFill>
                <a:latin typeface="Arial" panose="020B0604020202020204" pitchFamily="34" charset="0"/>
                <a:cs typeface="Arial" panose="020B0604020202020204" pitchFamily="34" charset="0"/>
              </a:rPr>
              <a:t>thể</a:t>
            </a:r>
            <a:r>
              <a:rPr lang="en-US" sz="2800" dirty="0">
                <a:solidFill>
                  <a:schemeClr val="accent4"/>
                </a:solidFill>
                <a:latin typeface="Arial" panose="020B0604020202020204" pitchFamily="34" charset="0"/>
                <a:cs typeface="Arial" panose="020B0604020202020204" pitchFamily="34" charset="0"/>
              </a:rPr>
              <a:t> </a:t>
            </a:r>
            <a:r>
              <a:rPr lang="en-US" sz="2800" dirty="0" err="1">
                <a:solidFill>
                  <a:schemeClr val="accent4"/>
                </a:solidFill>
                <a:latin typeface="Arial" panose="020B0604020202020204" pitchFamily="34" charset="0"/>
                <a:cs typeface="Arial" panose="020B0604020202020204" pitchFamily="34" charset="0"/>
              </a:rPr>
              <a:t>tích</a:t>
            </a:r>
            <a:r>
              <a:rPr lang="en-US" sz="2800" dirty="0">
                <a:solidFill>
                  <a:schemeClr val="accent4"/>
                </a:solidFill>
                <a:latin typeface="Arial" panose="020B0604020202020204" pitchFamily="34" charset="0"/>
                <a:cs typeface="Arial" panose="020B0604020202020204" pitchFamily="34" charset="0"/>
              </a:rPr>
              <a:t> </a:t>
            </a:r>
            <a:r>
              <a:rPr lang="en-US" sz="2800" dirty="0" err="1">
                <a:solidFill>
                  <a:schemeClr val="accent4"/>
                </a:solidFill>
                <a:latin typeface="Arial" panose="020B0604020202020204" pitchFamily="34" charset="0"/>
                <a:cs typeface="Arial" panose="020B0604020202020204" pitchFamily="34" charset="0"/>
              </a:rPr>
              <a:t>của</a:t>
            </a:r>
            <a:r>
              <a:rPr lang="en-US" sz="2800" dirty="0">
                <a:solidFill>
                  <a:schemeClr val="accent4"/>
                </a:solidFill>
                <a:latin typeface="Arial" panose="020B0604020202020204" pitchFamily="34" charset="0"/>
                <a:cs typeface="Arial" panose="020B0604020202020204" pitchFamily="34" charset="0"/>
              </a:rPr>
              <a:t> </a:t>
            </a:r>
            <a:r>
              <a:rPr lang="en-US" sz="2800" dirty="0" err="1">
                <a:solidFill>
                  <a:schemeClr val="accent4"/>
                </a:solidFill>
                <a:latin typeface="Arial" panose="020B0604020202020204" pitchFamily="34" charset="0"/>
                <a:cs typeface="Arial" panose="020B0604020202020204" pitchFamily="34" charset="0"/>
              </a:rPr>
              <a:t>thức</a:t>
            </a:r>
            <a:r>
              <a:rPr lang="en-US" sz="2800" dirty="0">
                <a:solidFill>
                  <a:schemeClr val="accent4"/>
                </a:solidFill>
                <a:latin typeface="Arial" panose="020B0604020202020204" pitchFamily="34" charset="0"/>
                <a:cs typeface="Arial" panose="020B0604020202020204" pitchFamily="34" charset="0"/>
              </a:rPr>
              <a:t> </a:t>
            </a:r>
            <a:r>
              <a:rPr lang="en-US" sz="2800" dirty="0" err="1" smtClean="0">
                <a:solidFill>
                  <a:schemeClr val="accent4"/>
                </a:solidFill>
                <a:latin typeface="Arial" panose="020B0604020202020204" pitchFamily="34" charset="0"/>
                <a:cs typeface="Arial" panose="020B0604020202020204" pitchFamily="34" charset="0"/>
              </a:rPr>
              <a:t>ăn</a:t>
            </a:r>
            <a:r>
              <a:rPr lang="en-US" sz="2800" dirty="0">
                <a:solidFill>
                  <a:schemeClr val="accent4"/>
                </a:solidFill>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và</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tăng</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dần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theo</a:t>
            </a:r>
            <a:r>
              <a:rPr lang="en-US" sz="2800" dirty="0" smtClean="0">
                <a:latin typeface="Arial" panose="020B0604020202020204" pitchFamily="34" charset="0"/>
                <a:cs typeface="Arial" panose="020B0604020202020204" pitchFamily="34" charset="0"/>
              </a:rPr>
              <a:t> </a:t>
            </a:r>
            <a:r>
              <a:rPr lang="en-US" sz="2800" dirty="0" err="1" smtClean="0">
                <a:solidFill>
                  <a:schemeClr val="accent4"/>
                </a:solidFill>
                <a:latin typeface="Arial" panose="020B0604020202020204" pitchFamily="34" charset="0"/>
                <a:cs typeface="Arial" panose="020B0604020202020204" pitchFamily="34" charset="0"/>
              </a:rPr>
              <a:t>lứa</a:t>
            </a:r>
            <a:r>
              <a:rPr lang="en-US" sz="2800" dirty="0" smtClean="0">
                <a:solidFill>
                  <a:schemeClr val="accent4"/>
                </a:solidFill>
                <a:latin typeface="Arial" panose="020B0604020202020204" pitchFamily="34" charset="0"/>
                <a:cs typeface="Arial" panose="020B0604020202020204" pitchFamily="34" charset="0"/>
              </a:rPr>
              <a:t> </a:t>
            </a:r>
            <a:r>
              <a:rPr lang="en-US" sz="2800" dirty="0" err="1" smtClean="0">
                <a:solidFill>
                  <a:schemeClr val="accent4"/>
                </a:solidFill>
                <a:latin typeface="Arial" panose="020B0604020202020204" pitchFamily="34" charset="0"/>
                <a:cs typeface="Arial" panose="020B0604020202020204" pitchFamily="34" charset="0"/>
              </a:rPr>
              <a:t>tuổi</a:t>
            </a:r>
            <a:r>
              <a:rPr lang="en-US" sz="2800" dirty="0" smtClean="0">
                <a:solidFill>
                  <a:schemeClr val="accent4"/>
                </a:solidFill>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đến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khi</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trưởng</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thành</a:t>
            </a:r>
            <a:r>
              <a:rPr lang="en-US" sz="2800" dirty="0" smtClean="0">
                <a:latin typeface="Arial" panose="020B0604020202020204" pitchFamily="34" charset="0"/>
                <a:cs typeface="Arial" panose="020B0604020202020204" pitchFamily="34" charset="0"/>
              </a:rPr>
              <a:t>.</a:t>
            </a:r>
          </a:p>
          <a:p>
            <a:pPr>
              <a:buFontTx/>
              <a:buChar char="-"/>
            </a:pPr>
            <a:endParaRPr lang="en-US" sz="2800" dirty="0">
              <a:latin typeface="Arial" panose="020B0604020202020204" pitchFamily="34" charset="0"/>
              <a:cs typeface="Arial" panose="020B0604020202020204" pitchFamily="34" charset="0"/>
            </a:endParaRPr>
          </a:p>
        </p:txBody>
      </p:sp>
      <p:sp>
        <p:nvSpPr>
          <p:cNvPr id="15" name="TextBox 14"/>
          <p:cNvSpPr txBox="1"/>
          <p:nvPr/>
        </p:nvSpPr>
        <p:spPr>
          <a:xfrm>
            <a:off x="5889812" y="2272553"/>
            <a:ext cx="1546412" cy="369332"/>
          </a:xfrm>
          <a:prstGeom prst="rect">
            <a:avLst/>
          </a:prstGeom>
          <a:noFill/>
        </p:spPr>
        <p:txBody>
          <a:bodyPr wrap="square" rtlCol="0">
            <a:spAutoFit/>
          </a:bodyPr>
          <a:lstStyle/>
          <a:p>
            <a:endParaRPr lang="en-US" dirty="0"/>
          </a:p>
        </p:txBody>
      </p:sp>
      <p:graphicFrame>
        <p:nvGraphicFramePr>
          <p:cNvPr id="16" name="Table 15"/>
          <p:cNvGraphicFramePr>
            <a:graphicFrameLocks noGrp="1"/>
          </p:cNvGraphicFramePr>
          <p:nvPr>
            <p:extLst>
              <p:ext uri="{D42A27DB-BD31-4B8C-83A1-F6EECF244321}">
                <p14:modId xmlns:p14="http://schemas.microsoft.com/office/powerpoint/2010/main" val="3366807793"/>
              </p:ext>
            </p:extLst>
          </p:nvPr>
        </p:nvGraphicFramePr>
        <p:xfrm>
          <a:off x="793378" y="3617256"/>
          <a:ext cx="10273551" cy="1916209"/>
        </p:xfrm>
        <a:graphic>
          <a:graphicData uri="http://schemas.openxmlformats.org/drawingml/2006/table">
            <a:tbl>
              <a:tblPr firstRow="1" bandRow="1">
                <a:tableStyleId>{5C22544A-7EE6-4342-B048-85BDC9FD1C3A}</a:tableStyleId>
              </a:tblPr>
              <a:tblGrid>
                <a:gridCol w="1847626">
                  <a:extLst>
                    <a:ext uri="{9D8B030D-6E8A-4147-A177-3AD203B41FA5}">
                      <a16:colId xmlns:a16="http://schemas.microsoft.com/office/drawing/2014/main" val="20000"/>
                    </a:ext>
                  </a:extLst>
                </a:gridCol>
                <a:gridCol w="1998231">
                  <a:extLst>
                    <a:ext uri="{9D8B030D-6E8A-4147-A177-3AD203B41FA5}">
                      <a16:colId xmlns:a16="http://schemas.microsoft.com/office/drawing/2014/main" val="20001"/>
                    </a:ext>
                  </a:extLst>
                </a:gridCol>
                <a:gridCol w="2259106">
                  <a:extLst>
                    <a:ext uri="{9D8B030D-6E8A-4147-A177-3AD203B41FA5}">
                      <a16:colId xmlns:a16="http://schemas.microsoft.com/office/drawing/2014/main" val="20002"/>
                    </a:ext>
                  </a:extLst>
                </a:gridCol>
                <a:gridCol w="1855694">
                  <a:extLst>
                    <a:ext uri="{9D8B030D-6E8A-4147-A177-3AD203B41FA5}">
                      <a16:colId xmlns:a16="http://schemas.microsoft.com/office/drawing/2014/main" val="20003"/>
                    </a:ext>
                  </a:extLst>
                </a:gridCol>
                <a:gridCol w="2312894">
                  <a:extLst>
                    <a:ext uri="{9D8B030D-6E8A-4147-A177-3AD203B41FA5}">
                      <a16:colId xmlns:a16="http://schemas.microsoft.com/office/drawing/2014/main" val="20004"/>
                    </a:ext>
                  </a:extLst>
                </a:gridCol>
              </a:tblGrid>
              <a:tr h="820273">
                <a:tc>
                  <a:txBody>
                    <a:bodyPr/>
                    <a:lstStyle/>
                    <a:p>
                      <a:r>
                        <a:rPr lang="en-US" sz="2400" b="1" kern="1200" dirty="0" err="1" smtClean="0">
                          <a:solidFill>
                            <a:schemeClr val="lt1"/>
                          </a:solidFill>
                          <a:effectLst/>
                          <a:latin typeface="Arial" panose="020B0604020202020204" pitchFamily="34" charset="0"/>
                          <a:ea typeface="+mn-ea"/>
                          <a:cs typeface="Arial" panose="020B0604020202020204" pitchFamily="34" charset="0"/>
                        </a:rPr>
                        <a:t>Trẻ</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sơ</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sinh</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endParaRPr lang="en-US" sz="2400" dirty="0">
                        <a:latin typeface="Arial" panose="020B0604020202020204" pitchFamily="34" charset="0"/>
                        <a:cs typeface="Arial" panose="020B0604020202020204" pitchFamily="34" charset="0"/>
                      </a:endParaRPr>
                    </a:p>
                  </a:txBody>
                  <a:tcPr/>
                </a:tc>
                <a:tc>
                  <a:txBody>
                    <a:bodyPr/>
                    <a:lstStyle/>
                    <a:p>
                      <a:r>
                        <a:rPr lang="en-US" sz="2400" b="1" kern="1200" dirty="0" smtClean="0">
                          <a:solidFill>
                            <a:schemeClr val="lt1"/>
                          </a:solidFill>
                          <a:effectLst/>
                          <a:latin typeface="Arial" panose="020B0604020202020204" pitchFamily="34" charset="0"/>
                          <a:ea typeface="+mn-ea"/>
                          <a:cs typeface="Arial" panose="020B0604020202020204" pitchFamily="34" charset="0"/>
                        </a:rPr>
                        <a:t>3 </a:t>
                      </a:r>
                      <a:r>
                        <a:rPr lang="en-US" sz="2400" b="1" kern="1200" dirty="0" err="1" smtClean="0">
                          <a:solidFill>
                            <a:schemeClr val="lt1"/>
                          </a:solidFill>
                          <a:effectLst/>
                          <a:latin typeface="Arial" panose="020B0604020202020204" pitchFamily="34" charset="0"/>
                          <a:ea typeface="+mn-ea"/>
                          <a:cs typeface="Arial" panose="020B0604020202020204" pitchFamily="34" charset="0"/>
                        </a:rPr>
                        <a:t>tháng</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tuổi</a:t>
                      </a:r>
                      <a:endParaRPr lang="en-US" sz="2400" dirty="0">
                        <a:latin typeface="Arial" panose="020B0604020202020204" pitchFamily="34" charset="0"/>
                        <a:cs typeface="Arial" panose="020B0604020202020204" pitchFamily="34" charset="0"/>
                      </a:endParaRPr>
                    </a:p>
                  </a:txBody>
                  <a:tcPr/>
                </a:tc>
                <a:tc>
                  <a:txBody>
                    <a:bodyPr/>
                    <a:lstStyle/>
                    <a:p>
                      <a:r>
                        <a:rPr lang="en-US" sz="2400" b="1" kern="1200" dirty="0" smtClean="0">
                          <a:solidFill>
                            <a:schemeClr val="lt1"/>
                          </a:solidFill>
                          <a:effectLst/>
                          <a:latin typeface="Arial" panose="020B0604020202020204" pitchFamily="34" charset="0"/>
                          <a:ea typeface="+mn-ea"/>
                          <a:cs typeface="Arial" panose="020B0604020202020204" pitchFamily="34" charset="0"/>
                        </a:rPr>
                        <a:t>12 </a:t>
                      </a:r>
                      <a:r>
                        <a:rPr lang="en-US" sz="2400" b="1" kern="1200" dirty="0" err="1" smtClean="0">
                          <a:solidFill>
                            <a:schemeClr val="lt1"/>
                          </a:solidFill>
                          <a:effectLst/>
                          <a:latin typeface="Arial" panose="020B0604020202020204" pitchFamily="34" charset="0"/>
                          <a:ea typeface="+mn-ea"/>
                          <a:cs typeface="Arial" panose="020B0604020202020204" pitchFamily="34" charset="0"/>
                        </a:rPr>
                        <a:t>tháng</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tuổi</a:t>
                      </a:r>
                      <a:endParaRPr lang="en-US" sz="2400" dirty="0">
                        <a:latin typeface="Arial" panose="020B0604020202020204" pitchFamily="34" charset="0"/>
                        <a:cs typeface="Arial" panose="020B0604020202020204" pitchFamily="34" charset="0"/>
                      </a:endParaRPr>
                    </a:p>
                  </a:txBody>
                  <a:tcPr/>
                </a:tc>
                <a:tc>
                  <a:txBody>
                    <a:bodyPr/>
                    <a:lstStyle/>
                    <a:p>
                      <a:r>
                        <a:rPr lang="en-US" sz="2400" dirty="0" err="1" smtClean="0">
                          <a:latin typeface="Arial" panose="020B0604020202020204" pitchFamily="34" charset="0"/>
                          <a:cs typeface="Arial" panose="020B0604020202020204" pitchFamily="34" charset="0"/>
                        </a:rPr>
                        <a:t>Dậy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thì</a:t>
                      </a:r>
                      <a:endParaRPr lang="en-US" sz="2400" dirty="0">
                        <a:latin typeface="Arial" panose="020B0604020202020204" pitchFamily="34" charset="0"/>
                        <a:cs typeface="Arial" panose="020B0604020202020204" pitchFamily="34" charset="0"/>
                      </a:endParaRPr>
                    </a:p>
                  </a:txBody>
                  <a:tcPr/>
                </a:tc>
                <a:tc>
                  <a:txBody>
                    <a:bodyPr/>
                    <a:lstStyle/>
                    <a:p>
                      <a:r>
                        <a:rPr lang="en-US" sz="2400" dirty="0" err="1" smtClean="0">
                          <a:latin typeface="Arial" panose="020B0604020202020204" pitchFamily="34" charset="0"/>
                          <a:cs typeface="Arial" panose="020B0604020202020204" pitchFamily="34" charset="0"/>
                        </a:rPr>
                        <a:t>Trưởng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thành</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109593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kern="1200" dirty="0" smtClean="0">
                          <a:solidFill>
                            <a:schemeClr val="dk1"/>
                          </a:solidFill>
                          <a:effectLst/>
                          <a:latin typeface="Arial" panose="020B0604020202020204" pitchFamily="34" charset="0"/>
                          <a:ea typeface="+mn-ea"/>
                          <a:cs typeface="Arial" panose="020B0604020202020204" pitchFamily="34" charset="0"/>
                        </a:rPr>
                        <a:t>30 - 35 ml </a:t>
                      </a:r>
                    </a:p>
                    <a:p>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100 ml</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250ml</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1000 ml</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1500</a:t>
                      </a:r>
                      <a:r>
                        <a:rPr lang="en-US" sz="2400" baseline="0" dirty="0" smtClean="0">
                          <a:latin typeface="Arial" panose="020B0604020202020204" pitchFamily="34" charset="0"/>
                          <a:cs typeface="Arial" panose="020B0604020202020204" pitchFamily="34" charset="0"/>
                        </a:rPr>
                        <a:t> ml</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497811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16705"/>
            <a:ext cx="8596668" cy="706978"/>
          </a:xfrm>
        </p:spPr>
        <p:txBody>
          <a:bodyPr>
            <a:normAutofit/>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sp>
        <p:nvSpPr>
          <p:cNvPr id="3" name="Content Placeholder 2"/>
          <p:cNvSpPr>
            <a:spLocks noGrp="1"/>
          </p:cNvSpPr>
          <p:nvPr>
            <p:ph idx="1"/>
          </p:nvPr>
        </p:nvSpPr>
        <p:spPr>
          <a:xfrm>
            <a:off x="677334" y="1102659"/>
            <a:ext cx="8596668" cy="4938703"/>
          </a:xfrm>
        </p:spPr>
        <p:txBody>
          <a:bodyPr/>
          <a:lstStyle/>
          <a:p>
            <a:pPr marL="0" indent="0">
              <a:buNone/>
            </a:pPr>
            <a:r>
              <a:rPr lang="en-US" sz="2800" i="1" u="sng" dirty="0" smtClean="0">
                <a:latin typeface="Arial" panose="020B0604020202020204" pitchFamily="34" charset="0"/>
                <a:cs typeface="Arial" panose="020B0604020202020204" pitchFamily="34" charset="0"/>
              </a:rPr>
              <a:t>b. Co </a:t>
            </a:r>
            <a:r>
              <a:rPr lang="en-US" sz="2800" i="1" u="sng" dirty="0" err="1" smtClean="0">
                <a:latin typeface="Arial" panose="020B0604020202020204" pitchFamily="34" charset="0"/>
                <a:cs typeface="Arial" panose="020B0604020202020204" pitchFamily="34" charset="0"/>
              </a:rPr>
              <a:t>bóp</a:t>
            </a:r>
            <a:r>
              <a:rPr lang="en-US" sz="2800" i="1" u="sng" dirty="0" smtClean="0">
                <a:latin typeface="Arial" panose="020B0604020202020204" pitchFamily="34" charset="0"/>
                <a:cs typeface="Arial" panose="020B0604020202020204" pitchFamily="34" charset="0"/>
              </a:rPr>
              <a:t> </a:t>
            </a:r>
            <a:r>
              <a:rPr lang="en-US" sz="2800" i="1" u="sng" dirty="0" err="1" smtClean="0">
                <a:latin typeface="Arial" panose="020B0604020202020204" pitchFamily="34" charset="0"/>
                <a:cs typeface="Arial" panose="020B0604020202020204" pitchFamily="34" charset="0"/>
              </a:rPr>
              <a:t>nhào</a:t>
            </a:r>
            <a:r>
              <a:rPr lang="en-US" sz="2800" i="1" u="sng" dirty="0" smtClean="0">
                <a:latin typeface="Arial" panose="020B0604020202020204" pitchFamily="34" charset="0"/>
                <a:cs typeface="Arial" panose="020B0604020202020204" pitchFamily="34" charset="0"/>
              </a:rPr>
              <a:t> </a:t>
            </a:r>
            <a:r>
              <a:rPr lang="en-US" sz="2800" i="1" u="sng" dirty="0" err="1" smtClean="0">
                <a:latin typeface="Arial" panose="020B0604020202020204" pitchFamily="34" charset="0"/>
                <a:cs typeface="Arial" panose="020B0604020202020204" pitchFamily="34" charset="0"/>
              </a:rPr>
              <a:t>trộn</a:t>
            </a:r>
            <a:r>
              <a:rPr lang="en-US" sz="2800" i="1" u="sng" dirty="0" smtClean="0">
                <a:latin typeface="Arial" panose="020B0604020202020204" pitchFamily="34" charset="0"/>
                <a:cs typeface="Arial" panose="020B0604020202020204" pitchFamily="34" charset="0"/>
              </a:rPr>
              <a:t> </a:t>
            </a:r>
            <a:r>
              <a:rPr lang="en-US" sz="2800" i="1" u="sng" dirty="0" err="1" smtClean="0">
                <a:latin typeface="Arial" panose="020B0604020202020204" pitchFamily="34" charset="0"/>
                <a:cs typeface="Arial" panose="020B0604020202020204" pitchFamily="34" charset="0"/>
              </a:rPr>
              <a:t>thức</a:t>
            </a:r>
            <a:r>
              <a:rPr lang="en-US" sz="2800" i="1" u="sng" dirty="0" smtClean="0">
                <a:latin typeface="Arial" panose="020B0604020202020204" pitchFamily="34" charset="0"/>
                <a:cs typeface="Arial" panose="020B0604020202020204" pitchFamily="34" charset="0"/>
              </a:rPr>
              <a:t> </a:t>
            </a:r>
            <a:r>
              <a:rPr lang="en-US" sz="2800" i="1" u="sng" dirty="0" err="1" smtClean="0">
                <a:latin typeface="Arial" panose="020B0604020202020204" pitchFamily="34" charset="0"/>
                <a:cs typeface="Arial" panose="020B0604020202020204" pitchFamily="34" charset="0"/>
              </a:rPr>
              <a:t>ăn</a:t>
            </a:r>
            <a:r>
              <a:rPr lang="en-US" sz="2800" i="1" u="sng" dirty="0" smtClean="0">
                <a:latin typeface="Arial" panose="020B0604020202020204" pitchFamily="34" charset="0"/>
                <a:cs typeface="Arial" panose="020B0604020202020204" pitchFamily="34" charset="0"/>
              </a:rPr>
              <a:t>:</a:t>
            </a:r>
          </a:p>
          <a:p>
            <a:endParaRPr lang="en-US" dirty="0"/>
          </a:p>
        </p:txBody>
      </p:sp>
      <p:graphicFrame>
        <p:nvGraphicFramePr>
          <p:cNvPr id="4" name="Table 3"/>
          <p:cNvGraphicFramePr>
            <a:graphicFrameLocks noGrp="1"/>
          </p:cNvGraphicFramePr>
          <p:nvPr>
            <p:extLst/>
          </p:nvPr>
        </p:nvGraphicFramePr>
        <p:xfrm>
          <a:off x="1035425" y="5257800"/>
          <a:ext cx="7637927" cy="1369515"/>
        </p:xfrm>
        <a:graphic>
          <a:graphicData uri="http://schemas.openxmlformats.org/drawingml/2006/table">
            <a:tbl>
              <a:tblPr firstRow="1" firstCol="1" bandRow="1">
                <a:tableStyleId>{5C22544A-7EE6-4342-B048-85BDC9FD1C3A}</a:tableStyleId>
              </a:tblPr>
              <a:tblGrid>
                <a:gridCol w="2545726">
                  <a:extLst>
                    <a:ext uri="{9D8B030D-6E8A-4147-A177-3AD203B41FA5}">
                      <a16:colId xmlns:a16="http://schemas.microsoft.com/office/drawing/2014/main" val="20000"/>
                    </a:ext>
                  </a:extLst>
                </a:gridCol>
                <a:gridCol w="2545726">
                  <a:extLst>
                    <a:ext uri="{9D8B030D-6E8A-4147-A177-3AD203B41FA5}">
                      <a16:colId xmlns:a16="http://schemas.microsoft.com/office/drawing/2014/main" val="20001"/>
                    </a:ext>
                  </a:extLst>
                </a:gridCol>
                <a:gridCol w="2546475">
                  <a:extLst>
                    <a:ext uri="{9D8B030D-6E8A-4147-A177-3AD203B41FA5}">
                      <a16:colId xmlns:a16="http://schemas.microsoft.com/office/drawing/2014/main" val="20002"/>
                    </a:ext>
                  </a:extLst>
                </a:gridCol>
              </a:tblGrid>
              <a:tr h="456505">
                <a:tc>
                  <a:txBody>
                    <a:bodyPr/>
                    <a:lstStyle/>
                    <a:p>
                      <a:pPr>
                        <a:lnSpc>
                          <a:spcPct val="107000"/>
                        </a:lnSpc>
                        <a:spcAft>
                          <a:spcPts val="0"/>
                        </a:spcAft>
                      </a:pPr>
                      <a:r>
                        <a:rPr lang="en-US" sz="14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400" dirty="0" err="1">
                          <a:effectLst/>
                          <a:latin typeface="Arial" panose="020B0604020202020204" pitchFamily="34" charset="0"/>
                          <a:cs typeface="Arial" panose="020B0604020202020204" pitchFamily="34" charset="0"/>
                        </a:rPr>
                        <a:t>Sữa</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mẹ</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pPr>
                      <a:r>
                        <a:rPr lang="en-US" sz="2400">
                          <a:effectLst/>
                          <a:latin typeface="Arial" panose="020B0604020202020204" pitchFamily="34" charset="0"/>
                          <a:cs typeface="Arial" panose="020B0604020202020204" pitchFamily="34" charset="0"/>
                        </a:rPr>
                        <a:t>Sữa công thức</a:t>
                      </a:r>
                      <a:endParaRPr lang="en-US"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456505">
                <a:tc>
                  <a:txBody>
                    <a:bodyPr/>
                    <a:lstStyle/>
                    <a:p>
                      <a:pPr>
                        <a:lnSpc>
                          <a:spcPct val="107000"/>
                        </a:lnSpc>
                        <a:spcAft>
                          <a:spcPts val="0"/>
                        </a:spcAft>
                      </a:pPr>
                      <a:r>
                        <a:rPr lang="en-US" sz="2400" dirty="0" err="1">
                          <a:effectLst/>
                          <a:latin typeface="Arial" panose="020B0604020202020204" pitchFamily="34" charset="0"/>
                          <a:cs typeface="Arial" panose="020B0604020202020204" pitchFamily="34" charset="0"/>
                        </a:rPr>
                        <a:t>Trẻ</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đủ</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tháng</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pPr>
                      <a:r>
                        <a:rPr lang="en-US" sz="2400" dirty="0">
                          <a:effectLst/>
                          <a:latin typeface="Arial" panose="020B0604020202020204" pitchFamily="34" charset="0"/>
                          <a:cs typeface="Arial" panose="020B0604020202020204" pitchFamily="34" charset="0"/>
                        </a:rPr>
                        <a:t>60 </a:t>
                      </a:r>
                      <a:r>
                        <a:rPr lang="en-US" sz="2400" dirty="0" err="1">
                          <a:effectLst/>
                          <a:latin typeface="Arial" panose="020B0604020202020204" pitchFamily="34" charset="0"/>
                          <a:cs typeface="Arial" panose="020B0604020202020204" pitchFamily="34" charset="0"/>
                        </a:rPr>
                        <a:t>phút</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pPr>
                      <a:r>
                        <a:rPr lang="en-US" sz="2400">
                          <a:effectLst/>
                          <a:latin typeface="Arial" panose="020B0604020202020204" pitchFamily="34" charset="0"/>
                          <a:cs typeface="Arial" panose="020B0604020202020204" pitchFamily="34" charset="0"/>
                        </a:rPr>
                        <a:t>60 phút</a:t>
                      </a:r>
                      <a:endParaRPr lang="en-US"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456505">
                <a:tc>
                  <a:txBody>
                    <a:bodyPr/>
                    <a:lstStyle/>
                    <a:p>
                      <a:pPr>
                        <a:lnSpc>
                          <a:spcPct val="107000"/>
                        </a:lnSpc>
                        <a:spcAft>
                          <a:spcPts val="0"/>
                        </a:spcAft>
                      </a:pPr>
                      <a:r>
                        <a:rPr lang="en-US" sz="2400" dirty="0" err="1">
                          <a:effectLst/>
                          <a:latin typeface="Arial" panose="020B0604020202020204" pitchFamily="34" charset="0"/>
                          <a:cs typeface="Arial" panose="020B0604020202020204" pitchFamily="34" charset="0"/>
                        </a:rPr>
                        <a:t>Trẻ</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đẻ</a:t>
                      </a:r>
                      <a:r>
                        <a:rPr lang="en-US" sz="2400" dirty="0">
                          <a:effectLst/>
                          <a:latin typeface="Arial" panose="020B0604020202020204" pitchFamily="34" charset="0"/>
                          <a:cs typeface="Arial" panose="020B0604020202020204" pitchFamily="34" charset="0"/>
                        </a:rPr>
                        <a:t> non </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pPr>
                      <a:r>
                        <a:rPr lang="en-US" sz="2400" dirty="0">
                          <a:effectLst/>
                          <a:latin typeface="Arial" panose="020B0604020202020204" pitchFamily="34" charset="0"/>
                          <a:cs typeface="Arial" panose="020B0604020202020204" pitchFamily="34" charset="0"/>
                        </a:rPr>
                        <a:t>20 ± 12 </a:t>
                      </a:r>
                      <a:r>
                        <a:rPr lang="en-US" sz="2400" dirty="0" err="1">
                          <a:effectLst/>
                          <a:latin typeface="Arial" panose="020B0604020202020204" pitchFamily="34" charset="0"/>
                          <a:cs typeface="Arial" panose="020B0604020202020204" pitchFamily="34" charset="0"/>
                        </a:rPr>
                        <a:t>phút</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pPr>
                      <a:r>
                        <a:rPr lang="en-US" sz="2400" dirty="0">
                          <a:effectLst/>
                          <a:latin typeface="Arial" panose="020B0604020202020204" pitchFamily="34" charset="0"/>
                          <a:cs typeface="Arial" panose="020B0604020202020204" pitchFamily="34" charset="0"/>
                        </a:rPr>
                        <a:t>52 ± 10 </a:t>
                      </a:r>
                      <a:r>
                        <a:rPr lang="en-US" sz="2400" dirty="0" err="1">
                          <a:effectLst/>
                          <a:latin typeface="Arial" panose="020B0604020202020204" pitchFamily="34" charset="0"/>
                          <a:cs typeface="Arial" panose="020B0604020202020204" pitchFamily="34" charset="0"/>
                        </a:rPr>
                        <a:t>phút</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sp>
        <p:nvSpPr>
          <p:cNvPr id="5" name="Rectangle 1"/>
          <p:cNvSpPr>
            <a:spLocks noChangeArrowheads="1"/>
          </p:cNvSpPr>
          <p:nvPr/>
        </p:nvSpPr>
        <p:spPr bwMode="auto">
          <a:xfrm>
            <a:off x="784815" y="1676018"/>
            <a:ext cx="979802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400" dirty="0" err="1">
                <a:latin typeface="Arial" panose="020B0604020202020204" pitchFamily="34" charset="0"/>
                <a:ea typeface="Calibri" panose="020F0502020204030204" pitchFamily="34" charset="0"/>
                <a:cs typeface="Arial" panose="020B0604020202020204" pitchFamily="34" charset="0"/>
              </a:rPr>
              <a:t>S</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óng</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nhu</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động</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tiếp</a:t>
            </a:r>
            <a:r>
              <a:rPr kumimoji="0" lang="en-US" sz="2400" b="0" i="0" u="none" strike="noStrike" cap="none" normalizeH="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nối</a:t>
            </a:r>
            <a:r>
              <a:rPr kumimoji="0" lang="en-US" sz="2400" b="0" i="0" u="none" strike="noStrike" cap="none" normalizeH="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từ</a:t>
            </a:r>
            <a:r>
              <a:rPr kumimoji="0" lang="en-US" sz="2400" b="0" i="0" u="none" strike="noStrike" cap="none" normalizeH="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thực</a:t>
            </a:r>
            <a:r>
              <a:rPr kumimoji="0" lang="en-US" sz="2400" b="0" i="1" u="none" strike="noStrike" cap="none" normalizeH="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quản</a:t>
            </a:r>
            <a:r>
              <a:rPr kumimoji="0" lang="en-US" sz="2400" b="0" i="1" u="none" strike="noStrike" cap="none" normalizeH="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đi</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đến</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tâm</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vị</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=&gt;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môn</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vị</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r>
              <a:rPr kumimoji="0" lang="en-US" sz="2400" b="0" i="0" u="none" strike="noStrike" cap="none" normalizeH="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en-US" sz="2400" dirty="0" err="1" smtClean="0">
                <a:latin typeface="Arial" panose="020B0604020202020204" pitchFamily="34" charset="0"/>
                <a:ea typeface="Calibri" panose="020F0502020204030204" pitchFamily="34" charset="0"/>
                <a:cs typeface="Arial" panose="020B0604020202020204" pitchFamily="34" charset="0"/>
              </a:rPr>
              <a:t>xuất</a:t>
            </a:r>
            <a:r>
              <a:rPr lang="en-US" sz="2400" dirty="0" smtClean="0">
                <a:latin typeface="Arial" panose="020B0604020202020204" pitchFamily="34" charset="0"/>
                <a:ea typeface="Calibri" panose="020F0502020204030204" pitchFamily="34" charset="0"/>
                <a:cs typeface="Arial" panose="020B0604020202020204" pitchFamily="34" charset="0"/>
              </a:rPr>
              <a:t> </a:t>
            </a:r>
            <a:r>
              <a:rPr lang="en-US" sz="2400" dirty="0" err="1" smtClean="0">
                <a:latin typeface="Arial" panose="020B0604020202020204" pitchFamily="34" charset="0"/>
                <a:ea typeface="Calibri" panose="020F0502020204030204" pitchFamily="34" charset="0"/>
                <a:cs typeface="Arial" panose="020B0604020202020204" pitchFamily="34" charset="0"/>
              </a:rPr>
              <a:t>hiện</a:t>
            </a:r>
            <a:r>
              <a:rPr lang="en-US" sz="2400" dirty="0" smtClean="0">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ngay</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ở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thai</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nhi</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tuần</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lễ</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thứ</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28).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r>
              <a:rPr kumimoji="0" lang="en-US" sz="2400" b="0" i="0" u="none" strike="noStrike" cap="none" normalizeH="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en-US" sz="2400" dirty="0" err="1">
                <a:latin typeface="Arial" panose="020B0604020202020204" pitchFamily="34" charset="0"/>
                <a:ea typeface="Calibri" panose="020F0502020204030204" pitchFamily="34" charset="0"/>
                <a:cs typeface="Arial" panose="020B0604020202020204" pitchFamily="34" charset="0"/>
              </a:rPr>
              <a:t>N</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hu</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động</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thực</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quản</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kích</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thích</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phản</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xạ</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mở</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tâm</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vị</a:t>
            </a:r>
            <a:endPar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2400" dirty="0" smtClean="0">
                <a:latin typeface="Arial" panose="020B0604020202020204" pitchFamily="34" charset="0"/>
                <a:ea typeface="Calibri" panose="020F0502020204030204" pitchFamily="34" charset="0"/>
                <a:cs typeface="Arial" panose="020B0604020202020204" pitchFamily="34" charset="0"/>
              </a:rPr>
              <a:t>+ </a:t>
            </a:r>
            <a:r>
              <a:rPr lang="en-US" sz="2400" dirty="0" err="1">
                <a:latin typeface="Arial" panose="020B0604020202020204" pitchFamily="34" charset="0"/>
                <a:ea typeface="Calibri" panose="020F0502020204030204" pitchFamily="34" charset="0"/>
                <a:cs typeface="Arial" panose="020B0604020202020204" pitchFamily="34" charset="0"/>
              </a:rPr>
              <a:t>C</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ơ</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môn</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vị</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mở</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dưới</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tác</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động</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kiềm</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của</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hành</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tá</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tràng</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sz="2400" dirty="0">
                <a:latin typeface="Arial" panose="020B0604020202020204" pitchFamily="34" charset="0"/>
                <a:ea typeface="Calibri" panose="020F0502020204030204" pitchFamily="34" charset="0"/>
                <a:cs typeface="Arial" panose="020B0604020202020204" pitchFamily="34" charset="0"/>
              </a:rPr>
              <a:t> </a:t>
            </a:r>
            <a:r>
              <a:rPr lang="en-US" sz="2400" dirty="0" smtClean="0">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và</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đóng</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dưới</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tác</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động</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toan</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của</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dạ</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dày</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kumimoji="0" 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Ở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trẻ</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sơ</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sinh</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hay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gặp</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thể</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co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thắt</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môn</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vị</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gây</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nôn</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rất</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nhiều</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những</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rối</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loạn</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như</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tăng</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giảm</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trương</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lực</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1"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cơ</a:t>
            </a:r>
            <a:r>
              <a:rPr kumimoji="0" lang="en-US" sz="2400" b="0" i="1"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kumimoji="0" lang="en-US" sz="2400" b="0" i="1"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Thời</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gian</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cần</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thiết</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để</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tống</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hết</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thức</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ăn</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trong</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dạ</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dày</a:t>
            </a:r>
            <a:r>
              <a:rPr kumimoji="0" lang="en-US" sz="24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kumimoji="0" 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874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42682"/>
          </a:xfrm>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sp>
        <p:nvSpPr>
          <p:cNvPr id="3" name="Content Placeholder 2"/>
          <p:cNvSpPr>
            <a:spLocks noGrp="1"/>
          </p:cNvSpPr>
          <p:nvPr>
            <p:ph idx="1"/>
          </p:nvPr>
        </p:nvSpPr>
        <p:spPr>
          <a:xfrm>
            <a:off x="677333" y="1452282"/>
            <a:ext cx="9367619" cy="5123329"/>
          </a:xfrm>
        </p:spPr>
        <p:txBody>
          <a:bodyPr/>
          <a:lstStyle/>
          <a:p>
            <a:pPr marL="0" indent="0">
              <a:buNone/>
            </a:pPr>
            <a:r>
              <a:rPr lang="en-US" sz="2800" i="1" u="sng" dirty="0">
                <a:latin typeface="Arial" panose="020B0604020202020204" pitchFamily="34" charset="0"/>
                <a:cs typeface="Arial" panose="020B0604020202020204" pitchFamily="34" charset="0"/>
              </a:rPr>
              <a:t>c. </a:t>
            </a:r>
            <a:r>
              <a:rPr lang="en-US" sz="2800" i="1" u="sng" dirty="0" err="1">
                <a:latin typeface="Arial" panose="020B0604020202020204" pitchFamily="34" charset="0"/>
                <a:cs typeface="Arial" panose="020B0604020202020204" pitchFamily="34" charset="0"/>
              </a:rPr>
              <a:t>Chức</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năng</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bài</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tiết</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dạ</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dày</a:t>
            </a:r>
            <a:r>
              <a:rPr lang="en-US" sz="2800" i="1" u="sng" dirty="0" smtClean="0">
                <a:latin typeface="Arial" panose="020B0604020202020204" pitchFamily="34" charset="0"/>
                <a:cs typeface="Arial" panose="020B0604020202020204" pitchFamily="34" charset="0"/>
              </a:rPr>
              <a:t>:</a:t>
            </a:r>
          </a:p>
          <a:p>
            <a:pPr marL="0" indent="0">
              <a:buNone/>
            </a:pPr>
            <a:r>
              <a:rPr lang="en-US" sz="2800" dirty="0" err="1" smtClean="0">
                <a:latin typeface="Arial" panose="020B0604020202020204" pitchFamily="34" charset="0"/>
                <a:cs typeface="Arial" panose="020B0604020202020204" pitchFamily="34" charset="0"/>
              </a:rPr>
              <a:t>Bài</a:t>
            </a: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tiết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dạ</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dày</a:t>
            </a:r>
            <a:r>
              <a:rPr lang="en-US" sz="2800" dirty="0">
                <a:latin typeface="Arial" panose="020B0604020202020204" pitchFamily="34" charset="0"/>
                <a:cs typeface="Arial" panose="020B0604020202020204" pitchFamily="34" charset="0"/>
              </a:rPr>
              <a:t> ở </a:t>
            </a:r>
            <a:r>
              <a:rPr lang="en-US" sz="2800" dirty="0" err="1">
                <a:latin typeface="Arial" panose="020B0604020202020204" pitchFamily="34" charset="0"/>
                <a:cs typeface="Arial" panose="020B0604020202020204" pitchFamily="34" charset="0"/>
              </a:rPr>
              <a:t>trẻ</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em</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tăng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dần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theo</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lứa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tuổi</a:t>
            </a:r>
            <a:r>
              <a:rPr lang="en-US" sz="2800" dirty="0">
                <a:latin typeface="Arial" panose="020B0604020202020204" pitchFamily="34" charset="0"/>
                <a:cs typeface="Arial" panose="020B0604020202020204" pitchFamily="34" charset="0"/>
              </a:rPr>
              <a:t>:</a:t>
            </a:r>
          </a:p>
          <a:p>
            <a:pPr marL="0" indent="0">
              <a:buNone/>
            </a:pPr>
            <a:endParaRPr lang="en-US" sz="2800" i="1" u="sng" dirty="0">
              <a:latin typeface="Arial" panose="020B0604020202020204" pitchFamily="34" charset="0"/>
              <a:cs typeface="Arial" panose="020B0604020202020204" pitchFamily="34" charset="0"/>
            </a:endParaRP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356571444"/>
              </p:ext>
            </p:extLst>
          </p:nvPr>
        </p:nvGraphicFramePr>
        <p:xfrm>
          <a:off x="781423" y="3186953"/>
          <a:ext cx="8127999" cy="176828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779929">
                <a:tc>
                  <a:txBody>
                    <a:bodyPr/>
                    <a:lstStyle/>
                    <a:p>
                      <a:r>
                        <a:rPr lang="en-US" sz="2400" b="1" kern="1200" dirty="0" err="1" smtClean="0">
                          <a:solidFill>
                            <a:schemeClr val="lt1"/>
                          </a:solidFill>
                          <a:effectLst/>
                          <a:latin typeface="Arial" panose="020B0604020202020204" pitchFamily="34" charset="0"/>
                          <a:ea typeface="+mn-ea"/>
                          <a:cs typeface="Arial" panose="020B0604020202020204" pitchFamily="34" charset="0"/>
                        </a:rPr>
                        <a:t>Trẻ</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sơ</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sinh</a:t>
                      </a:r>
                      <a:endParaRPr lang="en-US" sz="2400" dirty="0">
                        <a:latin typeface="Arial" panose="020B0604020202020204" pitchFamily="34" charset="0"/>
                        <a:cs typeface="Arial" panose="020B0604020202020204" pitchFamily="34" charset="0"/>
                      </a:endParaRPr>
                    </a:p>
                  </a:txBody>
                  <a:tcPr/>
                </a:tc>
                <a:tc>
                  <a:txBody>
                    <a:bodyPr/>
                    <a:lstStyle/>
                    <a:p>
                      <a:r>
                        <a:rPr lang="en-US" sz="2400" b="1" kern="1200" dirty="0" smtClean="0">
                          <a:solidFill>
                            <a:schemeClr val="lt1"/>
                          </a:solidFill>
                          <a:effectLst/>
                          <a:latin typeface="Arial" panose="020B0604020202020204" pitchFamily="34" charset="0"/>
                          <a:ea typeface="+mn-ea"/>
                          <a:cs typeface="Arial" panose="020B0604020202020204" pitchFamily="34" charset="0"/>
                        </a:rPr>
                        <a:t>1-3 </a:t>
                      </a:r>
                      <a:r>
                        <a:rPr lang="en-US" sz="2400" b="1" kern="1200" dirty="0" err="1" smtClean="0">
                          <a:solidFill>
                            <a:schemeClr val="lt1"/>
                          </a:solidFill>
                          <a:effectLst/>
                          <a:latin typeface="Arial" panose="020B0604020202020204" pitchFamily="34" charset="0"/>
                          <a:ea typeface="+mn-ea"/>
                          <a:cs typeface="Arial" panose="020B0604020202020204" pitchFamily="34" charset="0"/>
                        </a:rPr>
                        <a:t>tháng</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tuổi</a:t>
                      </a:r>
                      <a:endParaRPr lang="en-US" sz="2400" dirty="0">
                        <a:latin typeface="Arial" panose="020B0604020202020204" pitchFamily="34" charset="0"/>
                        <a:cs typeface="Arial" panose="020B0604020202020204" pitchFamily="34" charset="0"/>
                      </a:endParaRPr>
                    </a:p>
                  </a:txBody>
                  <a:tcPr/>
                </a:tc>
                <a:tc>
                  <a:txBody>
                    <a:bodyPr/>
                    <a:lstStyle/>
                    <a:p>
                      <a:pPr>
                        <a:lnSpc>
                          <a:spcPct val="107000"/>
                        </a:lnSpc>
                        <a:spcAft>
                          <a:spcPts val="0"/>
                        </a:spcAft>
                        <a:tabLst>
                          <a:tab pos="1628775" algn="l"/>
                        </a:tabLst>
                      </a:pPr>
                      <a:r>
                        <a:rPr lang="en-US" sz="2400" dirty="0">
                          <a:effectLst/>
                          <a:latin typeface="Arial" panose="020B0604020202020204" pitchFamily="34" charset="0"/>
                          <a:ea typeface="Calibri" panose="020F0502020204030204" pitchFamily="34" charset="0"/>
                          <a:cs typeface="Arial" panose="020B0604020202020204" pitchFamily="34" charset="0"/>
                        </a:rPr>
                        <a:t>1-2 </a:t>
                      </a:r>
                      <a:r>
                        <a:rPr lang="en-US" sz="2400" dirty="0" err="1">
                          <a:effectLst/>
                          <a:latin typeface="Arial" panose="020B0604020202020204" pitchFamily="34" charset="0"/>
                          <a:ea typeface="Calibri" panose="020F0502020204030204" pitchFamily="34" charset="0"/>
                          <a:cs typeface="Arial" panose="020B0604020202020204" pitchFamily="34" charset="0"/>
                        </a:rPr>
                        <a:t>tuổi</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988359">
                <a:tc>
                  <a:txBody>
                    <a:bodyPr/>
                    <a:lstStyle/>
                    <a:p>
                      <a:r>
                        <a:rPr lang="en-US" sz="2400" kern="1200" dirty="0" smtClean="0">
                          <a:solidFill>
                            <a:schemeClr val="dk1"/>
                          </a:solidFill>
                          <a:effectLst/>
                          <a:latin typeface="Arial" panose="020B0604020202020204" pitchFamily="34" charset="0"/>
                          <a:ea typeface="+mn-ea"/>
                          <a:cs typeface="Arial" panose="020B0604020202020204" pitchFamily="34" charset="0"/>
                        </a:rPr>
                        <a:t>1ml/kg/</a:t>
                      </a:r>
                      <a:r>
                        <a:rPr lang="en-US" sz="2400" kern="1200" dirty="0" err="1" smtClean="0">
                          <a:solidFill>
                            <a:schemeClr val="dk1"/>
                          </a:solidFill>
                          <a:effectLst/>
                          <a:latin typeface="Arial" panose="020B0604020202020204" pitchFamily="34" charset="0"/>
                          <a:ea typeface="+mn-ea"/>
                          <a:cs typeface="Arial" panose="020B0604020202020204" pitchFamily="34" charset="0"/>
                        </a:rPr>
                        <a:t>giờ</a:t>
                      </a:r>
                      <a:endParaRPr lang="en-US" sz="2400" dirty="0">
                        <a:latin typeface="Arial" panose="020B0604020202020204" pitchFamily="34" charset="0"/>
                        <a:cs typeface="Arial" panose="020B0604020202020204" pitchFamily="34" charset="0"/>
                      </a:endParaRPr>
                    </a:p>
                  </a:txBody>
                  <a:tcPr/>
                </a:tc>
                <a:tc>
                  <a:txBody>
                    <a:bodyPr/>
                    <a:lstStyle/>
                    <a:p>
                      <a:r>
                        <a:rPr lang="en-US" sz="2400" kern="1200" dirty="0" smtClean="0">
                          <a:solidFill>
                            <a:schemeClr val="dk1"/>
                          </a:solidFill>
                          <a:effectLst/>
                          <a:latin typeface="Arial" panose="020B0604020202020204" pitchFamily="34" charset="0"/>
                          <a:ea typeface="+mn-ea"/>
                          <a:cs typeface="Arial" panose="020B0604020202020204" pitchFamily="34" charset="0"/>
                        </a:rPr>
                        <a:t>2-3ml/kg/</a:t>
                      </a:r>
                      <a:r>
                        <a:rPr lang="en-US" sz="2400" kern="1200" dirty="0" err="1" smtClean="0">
                          <a:solidFill>
                            <a:schemeClr val="dk1"/>
                          </a:solidFill>
                          <a:effectLst/>
                          <a:latin typeface="Arial" panose="020B0604020202020204" pitchFamily="34" charset="0"/>
                          <a:ea typeface="+mn-ea"/>
                          <a:cs typeface="Arial" panose="020B0604020202020204" pitchFamily="34" charset="0"/>
                        </a:rPr>
                        <a:t>giờ</a:t>
                      </a:r>
                      <a:endParaRPr lang="en-US" sz="2400" dirty="0">
                        <a:latin typeface="Arial" panose="020B0604020202020204" pitchFamily="34" charset="0"/>
                        <a:cs typeface="Arial" panose="020B0604020202020204" pitchFamily="34" charset="0"/>
                      </a:endParaRPr>
                    </a:p>
                  </a:txBody>
                  <a:tcPr/>
                </a:tc>
                <a:tc>
                  <a:txBody>
                    <a:bodyPr/>
                    <a:lstStyle/>
                    <a:p>
                      <a:pPr>
                        <a:lnSpc>
                          <a:spcPct val="107000"/>
                        </a:lnSpc>
                        <a:spcAft>
                          <a:spcPts val="0"/>
                        </a:spcAft>
                        <a:tabLst>
                          <a:tab pos="1628775" algn="l"/>
                        </a:tabLst>
                      </a:pPr>
                      <a:r>
                        <a:rPr lang="en-US" sz="2400" dirty="0">
                          <a:effectLst/>
                          <a:latin typeface="Arial" panose="020B0604020202020204" pitchFamily="34" charset="0"/>
                          <a:ea typeface="Calibri" panose="020F0502020204030204" pitchFamily="34" charset="0"/>
                          <a:cs typeface="Arial" panose="020B0604020202020204" pitchFamily="34" charset="0"/>
                        </a:rPr>
                        <a:t>4ml/kg/</a:t>
                      </a:r>
                      <a:r>
                        <a:rPr lang="en-US" sz="2400" dirty="0" err="1">
                          <a:effectLst/>
                          <a:latin typeface="Arial" panose="020B0604020202020204" pitchFamily="34" charset="0"/>
                          <a:ea typeface="Calibri" panose="020F0502020204030204" pitchFamily="34" charset="0"/>
                          <a:cs typeface="Arial" panose="020B0604020202020204" pitchFamily="34" charset="0"/>
                        </a:rPr>
                        <a:t>giờ</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015310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15788"/>
          </a:xfrm>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sp>
        <p:nvSpPr>
          <p:cNvPr id="3" name="Content Placeholder 2"/>
          <p:cNvSpPr>
            <a:spLocks noGrp="1"/>
          </p:cNvSpPr>
          <p:nvPr>
            <p:ph idx="1"/>
          </p:nvPr>
        </p:nvSpPr>
        <p:spPr>
          <a:xfrm>
            <a:off x="537882" y="1680883"/>
            <a:ext cx="9870142" cy="4360480"/>
          </a:xfrm>
        </p:spPr>
        <p:txBody>
          <a:bodyPr>
            <a:normAutofit/>
          </a:bodyPr>
          <a:lstStyle/>
          <a:p>
            <a:r>
              <a:rPr lang="en-US" sz="2800" i="1" dirty="0" err="1" smtClean="0">
                <a:solidFill>
                  <a:schemeClr val="accent4"/>
                </a:solidFill>
                <a:latin typeface="Arial" panose="020B0604020202020204" pitchFamily="34" charset="0"/>
                <a:cs typeface="Arial" panose="020B0604020202020204" pitchFamily="34" charset="0"/>
              </a:rPr>
              <a:t>Dịch</a:t>
            </a:r>
            <a:r>
              <a:rPr lang="en-US" sz="2800" i="1" dirty="0" smtClean="0">
                <a:solidFill>
                  <a:schemeClr val="accent4"/>
                </a:solidFill>
                <a:latin typeface="Arial" panose="020B0604020202020204" pitchFamily="34" charset="0"/>
                <a:cs typeface="Arial" panose="020B0604020202020204" pitchFamily="34" charset="0"/>
              </a:rPr>
              <a:t> </a:t>
            </a:r>
            <a:r>
              <a:rPr lang="en-US" sz="2800" i="1" dirty="0" err="1">
                <a:solidFill>
                  <a:schemeClr val="accent4"/>
                </a:solidFill>
                <a:latin typeface="Arial" panose="020B0604020202020204" pitchFamily="34" charset="0"/>
                <a:cs typeface="Arial" panose="020B0604020202020204" pitchFamily="34" charset="0"/>
              </a:rPr>
              <a:t>vị</a:t>
            </a:r>
            <a:r>
              <a:rPr lang="en-US" sz="2800" i="1" dirty="0">
                <a:solidFill>
                  <a:schemeClr val="accent4"/>
                </a:solidFill>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là</a:t>
            </a:r>
            <a:r>
              <a:rPr lang="en-US" sz="2800" dirty="0">
                <a:latin typeface="Arial" panose="020B0604020202020204" pitchFamily="34" charset="0"/>
                <a:cs typeface="Arial" panose="020B0604020202020204" pitchFamily="34" charset="0"/>
              </a:rPr>
              <a:t> 1 </a:t>
            </a:r>
            <a:r>
              <a:rPr lang="en-US" sz="2800" dirty="0" err="1">
                <a:latin typeface="Arial" panose="020B0604020202020204" pitchFamily="34" charset="0"/>
                <a:cs typeface="Arial" panose="020B0604020202020204" pitchFamily="34" charset="0"/>
              </a:rPr>
              <a:t>chất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lỏng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không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màu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quánh</a:t>
            </a:r>
            <a:r>
              <a:rPr lang="en-US" sz="2800" dirty="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Thành</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phần</a:t>
            </a:r>
            <a:r>
              <a:rPr lang="en-US" sz="2800" dirty="0" smtClean="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có</a:t>
            </a:r>
            <a:r>
              <a:rPr lang="en-US" sz="2800" dirty="0" smtClean="0">
                <a:latin typeface="Arial" panose="020B0604020202020204" pitchFamily="34" charset="0"/>
                <a:cs typeface="Arial" panose="020B0604020202020204" pitchFamily="34" charset="0"/>
              </a:rPr>
              <a:t>:</a:t>
            </a:r>
          </a:p>
          <a:p>
            <a:pPr marL="2339975">
              <a:buFont typeface="Wingdings" panose="05000000000000000000" pitchFamily="2" charset="2"/>
              <a:buChar char="v"/>
            </a:pPr>
            <a:r>
              <a:rPr lang="en-US" sz="2800" dirty="0" smtClean="0">
                <a:latin typeface="Arial" panose="020B0604020202020204" pitchFamily="34" charset="0"/>
                <a:cs typeface="Arial" panose="020B0604020202020204" pitchFamily="34" charset="0"/>
              </a:rPr>
              <a:t>acid </a:t>
            </a:r>
            <a:r>
              <a:rPr lang="en-US" sz="2800" dirty="0" err="1" smtClean="0">
                <a:latin typeface="Arial" panose="020B0604020202020204" pitchFamily="34" charset="0"/>
                <a:cs typeface="Arial" panose="020B0604020202020204" pitchFamily="34" charset="0"/>
              </a:rPr>
              <a:t>clohydric</a:t>
            </a:r>
            <a:endParaRPr lang="en-US" sz="2800" dirty="0">
              <a:latin typeface="Arial" panose="020B0604020202020204" pitchFamily="34" charset="0"/>
              <a:cs typeface="Arial" panose="020B0604020202020204" pitchFamily="34" charset="0"/>
            </a:endParaRPr>
          </a:p>
          <a:p>
            <a:pPr marL="2339975">
              <a:buFont typeface="Wingdings" panose="05000000000000000000" pitchFamily="2" charset="2"/>
              <a:buChar char="v"/>
            </a:pPr>
            <a:r>
              <a:rPr lang="en-US" sz="2800" dirty="0" smtClean="0">
                <a:latin typeface="Arial" panose="020B0604020202020204" pitchFamily="34" charset="0"/>
                <a:cs typeface="Arial" panose="020B0604020202020204" pitchFamily="34" charset="0"/>
              </a:rPr>
              <a:t>pepsin</a:t>
            </a:r>
          </a:p>
          <a:p>
            <a:pPr marL="2339975">
              <a:buFont typeface="Wingdings" panose="05000000000000000000" pitchFamily="2" charset="2"/>
              <a:buChar char="v"/>
            </a:pPr>
            <a:r>
              <a:rPr lang="en-US" sz="2800" dirty="0" smtClean="0">
                <a:latin typeface="Arial" panose="020B0604020202020204" pitchFamily="34" charset="0"/>
                <a:cs typeface="Arial" panose="020B0604020202020204" pitchFamily="34" charset="0"/>
              </a:rPr>
              <a:t>lipase</a:t>
            </a:r>
          </a:p>
          <a:p>
            <a:pPr marL="2339975">
              <a:buFont typeface="Wingdings" panose="05000000000000000000" pitchFamily="2" charset="2"/>
              <a:buChar char="v"/>
            </a:pPr>
            <a:r>
              <a:rPr lang="en-US" sz="2800" dirty="0" err="1" smtClean="0">
                <a:latin typeface="Arial" panose="020B0604020202020204" pitchFamily="34" charset="0"/>
                <a:cs typeface="Arial" panose="020B0604020202020204" pitchFamily="34" charset="0"/>
              </a:rPr>
              <a:t>yếu</a:t>
            </a: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tố</a:t>
            </a:r>
            <a:r>
              <a:rPr lang="en-US" sz="2800" dirty="0">
                <a:latin typeface="Arial" panose="020B0604020202020204" pitchFamily="34" charset="0"/>
                <a:cs typeface="Arial" panose="020B0604020202020204" pitchFamily="34" charset="0"/>
              </a:rPr>
              <a:t> </a:t>
            </a:r>
            <a:r>
              <a:rPr lang="en-US" sz="2800" dirty="0" err="1" smtClean="0">
                <a:latin typeface="Arial" panose="020B0604020202020204" pitchFamily="34" charset="0"/>
                <a:cs typeface="Arial" panose="020B0604020202020204" pitchFamily="34" charset="0"/>
              </a:rPr>
              <a:t>nội</a:t>
            </a:r>
            <a:endParaRPr lang="en-US" sz="2800" dirty="0">
              <a:latin typeface="Arial" panose="020B0604020202020204" pitchFamily="34" charset="0"/>
              <a:cs typeface="Arial" panose="020B0604020202020204" pitchFamily="34" charset="0"/>
            </a:endParaRPr>
          </a:p>
          <a:p>
            <a:pPr marL="2339975">
              <a:buFont typeface="Wingdings" panose="05000000000000000000" pitchFamily="2" charset="2"/>
              <a:buChar char="v"/>
            </a:pPr>
            <a:r>
              <a:rPr lang="en-US" sz="2800" dirty="0" err="1" smtClean="0">
                <a:latin typeface="Arial" panose="020B0604020202020204" pitchFamily="34" charset="0"/>
                <a:cs typeface="Arial" panose="020B0604020202020204" pitchFamily="34" charset="0"/>
              </a:rPr>
              <a:t>chất</a:t>
            </a: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nhầy</a:t>
            </a:r>
            <a:r>
              <a:rPr lang="en-US" sz="2800" dirty="0" smtClean="0">
                <a:latin typeface="Arial" panose="020B0604020202020204" pitchFamily="34" charset="0"/>
                <a:cs typeface="Arial" panose="020B0604020202020204" pitchFamily="34" charset="0"/>
              </a:rPr>
              <a:t>.</a:t>
            </a:r>
          </a:p>
          <a:p>
            <a:r>
              <a:rPr lang="en-US" sz="2800" dirty="0" err="1" smtClean="0">
                <a:latin typeface="Arial" panose="020B0604020202020204" pitchFamily="34" charset="0"/>
                <a:cs typeface="Arial" panose="020B0604020202020204" pitchFamily="34" charset="0"/>
              </a:rPr>
              <a:t>Thành</a:t>
            </a:r>
            <a:r>
              <a:rPr lang="en-US" sz="2800" dirty="0" smtClean="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phần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dịch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vị</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giống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người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lớn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nhưng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số</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lượng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chất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lượng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kém</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hơn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sự</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bài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tiết</a:t>
            </a:r>
            <a:r>
              <a:rPr lang="en-US" sz="2800" dirty="0">
                <a:latin typeface="Arial" panose="020B0604020202020204" pitchFamily="34" charset="0"/>
                <a:cs typeface="Arial" panose="020B0604020202020204" pitchFamily="34" charset="0"/>
              </a:rPr>
              <a:t> acid </a:t>
            </a:r>
            <a:r>
              <a:rPr lang="en-US" sz="2800" dirty="0" err="1">
                <a:latin typeface="Arial" panose="020B0604020202020204" pitchFamily="34" charset="0"/>
                <a:cs typeface="Arial" panose="020B0604020202020204" pitchFamily="34" charset="0"/>
              </a:rPr>
              <a:t>còn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thấp</a:t>
            </a:r>
            <a:r>
              <a:rPr lang="en-US" sz="2800" dirty="0">
                <a:latin typeface="Arial" panose="020B0604020202020204" pitchFamily="34" charset="0"/>
                <a:cs typeface="Arial" panose="020B0604020202020204" pitchFamily="34" charset="0"/>
              </a:rPr>
              <a:t>.</a:t>
            </a: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27179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43753"/>
            <a:ext cx="8596668" cy="981635"/>
          </a:xfrm>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63" y="1425388"/>
            <a:ext cx="8977125" cy="4961965"/>
          </a:xfrm>
        </p:spPr>
      </p:pic>
    </p:spTree>
    <p:extLst>
      <p:ext uri="{BB962C8B-B14F-4D97-AF65-F5344CB8AC3E}">
        <p14:creationId xmlns:p14="http://schemas.microsoft.com/office/powerpoint/2010/main" val="33535411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01707"/>
            <a:ext cx="8596668" cy="860612"/>
          </a:xfrm>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graphicFrame>
        <p:nvGraphicFramePr>
          <p:cNvPr id="4" name="Content Placeholder 3"/>
          <p:cNvGraphicFramePr>
            <a:graphicFrameLocks noGrp="1"/>
          </p:cNvGraphicFramePr>
          <p:nvPr>
            <p:ph idx="1"/>
            <p:extLst/>
          </p:nvPr>
        </p:nvGraphicFramePr>
        <p:xfrm>
          <a:off x="476156" y="779930"/>
          <a:ext cx="10765585" cy="60780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12990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10909"/>
            <a:ext cx="8596668" cy="735106"/>
          </a:xfrm>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sp>
        <p:nvSpPr>
          <p:cNvPr id="3" name="Content Placeholder 2"/>
          <p:cNvSpPr>
            <a:spLocks noGrp="1"/>
          </p:cNvSpPr>
          <p:nvPr>
            <p:ph idx="1"/>
          </p:nvPr>
        </p:nvSpPr>
        <p:spPr>
          <a:xfrm>
            <a:off x="268942" y="820271"/>
            <a:ext cx="10313894" cy="5620870"/>
          </a:xfrm>
        </p:spPr>
        <p:txBody>
          <a:bodyPr>
            <a:normAutofit/>
          </a:bodyPr>
          <a:lstStyle/>
          <a:p>
            <a:r>
              <a:rPr lang="en-US" sz="2400" dirty="0" err="1">
                <a:latin typeface="Arial" panose="020B0604020202020204" pitchFamily="34" charset="0"/>
                <a:cs typeface="Arial" panose="020B0604020202020204" pitchFamily="34" charset="0"/>
              </a:rPr>
              <a:t>Sự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tiết</a:t>
            </a:r>
            <a:r>
              <a:rPr lang="en-US" sz="2400" dirty="0">
                <a:latin typeface="Arial" panose="020B0604020202020204" pitchFamily="34" charset="0"/>
                <a:cs typeface="Arial" panose="020B0604020202020204" pitchFamily="34" charset="0"/>
              </a:rPr>
              <a:t> acid </a:t>
            </a:r>
            <a:r>
              <a:rPr lang="en-US" sz="2400" dirty="0" err="1">
                <a:latin typeface="Arial" panose="020B0604020202020204" pitchFamily="34" charset="0"/>
                <a:cs typeface="Arial" panose="020B0604020202020204" pitchFamily="34" charset="0"/>
              </a:rPr>
              <a:t>giai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đoạn</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đầu</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kém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cho</a:t>
            </a:r>
            <a:r>
              <a:rPr lang="en-US" sz="2400" dirty="0">
                <a:latin typeface="Arial" panose="020B0604020202020204" pitchFamily="34" charset="0"/>
                <a:cs typeface="Arial" panose="020B0604020202020204" pitchFamily="34" charset="0"/>
              </a:rPr>
              <a:t> pH </a:t>
            </a:r>
            <a:r>
              <a:rPr lang="en-US" sz="2400" dirty="0" err="1">
                <a:latin typeface="Arial" panose="020B0604020202020204" pitchFamily="34" charset="0"/>
                <a:cs typeface="Arial" panose="020B0604020202020204" pitchFamily="34" charset="0"/>
              </a:rPr>
              <a:t>dạ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dày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cao</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hơn</a:t>
            </a:r>
            <a:r>
              <a:rPr lang="en-US" sz="2400" dirty="0" smtClean="0">
                <a:latin typeface="Arial" panose="020B0604020202020204" pitchFamily="34" charset="0"/>
                <a:cs typeface="Arial" panose="020B0604020202020204" pitchFamily="34" charset="0"/>
              </a:rPr>
              <a:t> pH pepsin </a:t>
            </a:r>
            <a:r>
              <a:rPr lang="en-US" sz="2400" dirty="0" err="1" smtClean="0">
                <a:latin typeface="Arial" panose="020B0604020202020204" pitchFamily="34" charset="0"/>
                <a:cs typeface="Arial" panose="020B0604020202020204" pitchFamily="34" charset="0"/>
              </a:rPr>
              <a:t>hoạt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động</a:t>
            </a: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=&gt; </a:t>
            </a:r>
            <a:r>
              <a:rPr lang="en-US" sz="2400" dirty="0" smtClean="0">
                <a:latin typeface="Arial" panose="020B0604020202020204" pitchFamily="34" charset="0"/>
                <a:cs typeface="Arial" panose="020B0604020202020204" pitchFamily="34" charset="0"/>
              </a:rPr>
              <a:t>ở </a:t>
            </a:r>
            <a:r>
              <a:rPr lang="en-US" sz="2400" dirty="0" err="1">
                <a:latin typeface="Arial" panose="020B0604020202020204" pitchFamily="34" charset="0"/>
                <a:cs typeface="Arial" panose="020B0604020202020204" pitchFamily="34" charset="0"/>
              </a:rPr>
              <a:t>những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đẻ</a:t>
            </a:r>
            <a:r>
              <a:rPr lang="en-US" sz="2400" dirty="0">
                <a:latin typeface="Arial" panose="020B0604020202020204" pitchFamily="34" charset="0"/>
                <a:cs typeface="Arial" panose="020B0604020202020204" pitchFamily="34" charset="0"/>
              </a:rPr>
              <a:t> non </a:t>
            </a:r>
            <a:r>
              <a:rPr lang="en-US" sz="2400" dirty="0" err="1">
                <a:latin typeface="Arial" panose="020B0604020202020204" pitchFamily="34" charset="0"/>
                <a:cs typeface="Arial" panose="020B0604020202020204" pitchFamily="34" charset="0"/>
              </a:rPr>
              <a:t>trong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những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tuần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lễ</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đầu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tiết</a:t>
            </a:r>
            <a:r>
              <a:rPr lang="en-US" sz="2400" dirty="0">
                <a:latin typeface="Arial" panose="020B0604020202020204" pitchFamily="34" charset="0"/>
                <a:cs typeface="Arial" panose="020B0604020202020204" pitchFamily="34" charset="0"/>
              </a:rPr>
              <a:t> ở </a:t>
            </a:r>
            <a:r>
              <a:rPr lang="en-US" sz="2400" dirty="0" err="1">
                <a:latin typeface="Arial" panose="020B0604020202020204" pitchFamily="34" charset="0"/>
                <a:cs typeface="Arial" panose="020B0604020202020204" pitchFamily="34" charset="0"/>
              </a:rPr>
              <a:t>dạ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dày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đủ</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tiêu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hóa</a:t>
            </a:r>
            <a:r>
              <a:rPr lang="en-US" sz="2400" dirty="0">
                <a:latin typeface="Arial" panose="020B0604020202020204" pitchFamily="34" charset="0"/>
                <a:cs typeface="Arial" panose="020B0604020202020204" pitchFamily="34" charset="0"/>
              </a:rPr>
              <a:t> protein </a:t>
            </a:r>
            <a:r>
              <a:rPr lang="en-US" sz="2400" dirty="0" err="1">
                <a:latin typeface="Arial" panose="020B0604020202020204" pitchFamily="34" charset="0"/>
                <a:cs typeface="Arial" panose="020B0604020202020204" pitchFamily="34" charset="0"/>
              </a:rPr>
              <a:t>tại</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đây</a:t>
            </a:r>
            <a:r>
              <a:rPr lang="en-US" sz="2400" dirty="0" smtClean="0">
                <a:latin typeface="Arial" panose="020B0604020202020204" pitchFamily="34" charset="0"/>
                <a:cs typeface="Arial" panose="020B0604020202020204" pitchFamily="34" charset="0"/>
              </a:rPr>
              <a:t> =&gt;</a:t>
            </a:r>
            <a:r>
              <a:rPr lang="en-US" sz="2400" dirty="0" err="1" smtClean="0">
                <a:latin typeface="Arial" panose="020B0604020202020204" pitchFamily="34" charset="0"/>
                <a:cs typeface="Arial" panose="020B0604020202020204" pitchFamily="34" charset="0"/>
              </a:rPr>
              <a:t>nên</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ống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tiêu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hóa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những</a:t>
            </a:r>
            <a:r>
              <a:rPr lang="en-US" sz="2400" dirty="0">
                <a:latin typeface="Arial" panose="020B0604020202020204" pitchFamily="34" charset="0"/>
                <a:cs typeface="Arial" panose="020B0604020202020204" pitchFamily="34" charset="0"/>
              </a:rPr>
              <a:t> </a:t>
            </a:r>
            <a:r>
              <a:rPr lang="en-US" sz="2400" i="1" dirty="0">
                <a:solidFill>
                  <a:schemeClr val="accent4"/>
                </a:solidFill>
                <a:latin typeface="Arial" panose="020B0604020202020204" pitchFamily="34" charset="0"/>
                <a:cs typeface="Arial" panose="020B0604020202020204" pitchFamily="34" charset="0"/>
              </a:rPr>
              <a:t>protein </a:t>
            </a:r>
            <a:r>
              <a:rPr lang="en-US" sz="2400" i="1" dirty="0" err="1">
                <a:solidFill>
                  <a:schemeClr val="accent4"/>
                </a:solidFill>
                <a:latin typeface="Arial" panose="020B0604020202020204" pitchFamily="34" charset="0"/>
                <a:cs typeface="Arial" panose="020B0604020202020204" pitchFamily="34" charset="0"/>
              </a:rPr>
              <a:t>thủy</a:t>
            </a:r>
            <a:r>
              <a:rPr lang="en-US" sz="2400" i="1" dirty="0">
                <a:solidFill>
                  <a:schemeClr val="accent4"/>
                </a:solidFill>
                <a:latin typeface="Arial" panose="020B0604020202020204" pitchFamily="34" charset="0"/>
                <a:cs typeface="Arial" panose="020B0604020202020204" pitchFamily="34" charset="0"/>
              </a:rPr>
              <a:t> </a:t>
            </a:r>
            <a:r>
              <a:rPr lang="en-US" sz="2400" i="1" dirty="0" err="1">
                <a:solidFill>
                  <a:schemeClr val="accent4"/>
                </a:solidFill>
                <a:latin typeface="Arial" panose="020B0604020202020204" pitchFamily="34" charset="0"/>
                <a:cs typeface="Arial" panose="020B0604020202020204" pitchFamily="34" charset="0"/>
              </a:rPr>
              <a:t>phân</a:t>
            </a:r>
            <a:r>
              <a:rPr lang="en-US" sz="2400" i="1" dirty="0">
                <a:solidFill>
                  <a:schemeClr val="accent4"/>
                </a:solidFill>
                <a:latin typeface="Arial" panose="020B0604020202020204" pitchFamily="34" charset="0"/>
                <a:cs typeface="Arial" panose="020B0604020202020204" pitchFamily="34" charset="0"/>
              </a:rPr>
              <a:t>.</a:t>
            </a:r>
          </a:p>
          <a:p>
            <a:pPr marL="0" indent="0">
              <a:buNone/>
            </a:pPr>
            <a:endParaRPr lang="en-US" sz="24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212" y="2312894"/>
            <a:ext cx="8041341" cy="4284891"/>
          </a:xfrm>
          <a:prstGeom prst="rect">
            <a:avLst/>
          </a:prstGeom>
        </p:spPr>
      </p:pic>
    </p:spTree>
    <p:extLst>
      <p:ext uri="{BB962C8B-B14F-4D97-AF65-F5344CB8AC3E}">
        <p14:creationId xmlns:p14="http://schemas.microsoft.com/office/powerpoint/2010/main" val="31918117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5628" y="125506"/>
            <a:ext cx="8596668" cy="963706"/>
          </a:xfrm>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sp>
        <p:nvSpPr>
          <p:cNvPr id="3" name="Content Placeholder 2"/>
          <p:cNvSpPr>
            <a:spLocks noGrp="1"/>
          </p:cNvSpPr>
          <p:nvPr>
            <p:ph idx="1"/>
          </p:nvPr>
        </p:nvSpPr>
        <p:spPr>
          <a:xfrm>
            <a:off x="475627" y="1089212"/>
            <a:ext cx="9192807" cy="5365376"/>
          </a:xfrm>
        </p:spPr>
        <p:txBody>
          <a:bodyPr>
            <a:normAutofit/>
          </a:bodyPr>
          <a:lstStyle/>
          <a:p>
            <a:r>
              <a:rPr lang="en-US" sz="2400" b="1" i="1" dirty="0" smtClean="0">
                <a:solidFill>
                  <a:schemeClr val="accent4"/>
                </a:solidFill>
                <a:latin typeface="Arial" panose="020B0604020202020204" pitchFamily="34" charset="0"/>
                <a:cs typeface="Arial" panose="020B0604020202020204" pitchFamily="34" charset="0"/>
              </a:rPr>
              <a:t>Lipase</a:t>
            </a:r>
            <a:r>
              <a:rPr lang="en-US" sz="2400" b="1" i="1" dirty="0">
                <a:solidFill>
                  <a:schemeClr val="accent4"/>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1 </a:t>
            </a:r>
            <a:r>
              <a:rPr lang="en-US" sz="2400" dirty="0" err="1">
                <a:latin typeface="Arial" panose="020B0604020202020204" pitchFamily="34" charset="0"/>
                <a:cs typeface="Arial" panose="020B0604020202020204" pitchFamily="34" charset="0"/>
              </a:rPr>
              <a:t>enzym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yếu</a:t>
            </a:r>
            <a:r>
              <a:rPr lang="en-US" sz="2400" dirty="0">
                <a:latin typeface="Arial" panose="020B0604020202020204" pitchFamily="34" charset="0"/>
                <a:cs typeface="Arial" panose="020B0604020202020204" pitchFamily="34" charset="0"/>
              </a:rPr>
              <a:t> do TB </a:t>
            </a:r>
            <a:r>
              <a:rPr lang="en-US" sz="2400" dirty="0" err="1">
                <a:latin typeface="Arial" panose="020B0604020202020204" pitchFamily="34" charset="0"/>
                <a:cs typeface="Arial" panose="020B0604020202020204" pitchFamily="34" charset="0"/>
              </a:rPr>
              <a:t>chính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ra</a:t>
            </a:r>
            <a:r>
              <a:rPr lang="en-US" sz="2400" dirty="0">
                <a:latin typeface="Arial" panose="020B0604020202020204" pitchFamily="34" charset="0"/>
                <a:cs typeface="Arial" panose="020B0604020202020204" pitchFamily="34" charset="0"/>
              </a:rPr>
              <a:t> , pH </a:t>
            </a:r>
            <a:r>
              <a:rPr lang="en-US" sz="2400" dirty="0" err="1">
                <a:latin typeface="Arial" panose="020B0604020202020204" pitchFamily="34" charset="0"/>
                <a:cs typeface="Arial" panose="020B0604020202020204" pitchFamily="34" charset="0"/>
              </a:rPr>
              <a:t>tối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thuận</a:t>
            </a: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4-6) </a:t>
            </a:r>
            <a:r>
              <a:rPr lang="en-US" sz="2400" dirty="0" err="1">
                <a:latin typeface="Arial" panose="020B0604020202020204" pitchFamily="34" charset="0"/>
                <a:cs typeface="Arial" panose="020B0604020202020204" pitchFamily="34" charset="0"/>
              </a:rPr>
              <a:t>chỉ</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dụng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với</a:t>
            </a:r>
            <a:r>
              <a:rPr lang="en-US" sz="2400" dirty="0">
                <a:latin typeface="Arial" panose="020B0604020202020204" pitchFamily="34" charset="0"/>
                <a:cs typeface="Arial" panose="020B0604020202020204" pitchFamily="34" charset="0"/>
              </a:rPr>
              <a:t> </a:t>
            </a:r>
            <a:r>
              <a:rPr lang="en-US" sz="2400" dirty="0" smtClean="0">
                <a:solidFill>
                  <a:schemeClr val="accent2">
                    <a:lumMod val="60000"/>
                    <a:lumOff val="40000"/>
                  </a:schemeClr>
                </a:solidFill>
                <a:latin typeface="Arial" panose="020B0604020202020204" pitchFamily="34" charset="0"/>
                <a:cs typeface="Arial" panose="020B0604020202020204" pitchFamily="34" charset="0"/>
              </a:rPr>
              <a:t>lipid </a:t>
            </a:r>
            <a:r>
              <a:rPr lang="en-US" sz="2400" dirty="0" err="1">
                <a:solidFill>
                  <a:schemeClr val="accent2">
                    <a:lumMod val="60000"/>
                    <a:lumOff val="40000"/>
                  </a:schemeClr>
                </a:solidFill>
                <a:latin typeface="Arial" panose="020B0604020202020204" pitchFamily="34" charset="0"/>
                <a:cs typeface="Arial" panose="020B0604020202020204" pitchFamily="34" charset="0"/>
              </a:rPr>
              <a:t>đã</a:t>
            </a:r>
            <a:r>
              <a:rPr lang="en-US" sz="2400" dirty="0">
                <a:solidFill>
                  <a:schemeClr val="accent2">
                    <a:lumMod val="60000"/>
                    <a:lumOff val="40000"/>
                  </a:schemeClr>
                </a:solidFill>
                <a:latin typeface="Arial" panose="020B0604020202020204" pitchFamily="34" charset="0"/>
                <a:cs typeface="Arial" panose="020B0604020202020204" pitchFamily="34" charset="0"/>
              </a:rPr>
              <a:t> </a:t>
            </a:r>
            <a:r>
              <a:rPr lang="en-US" sz="2400" dirty="0" err="1" smtClean="0">
                <a:solidFill>
                  <a:schemeClr val="accent2">
                    <a:lumMod val="60000"/>
                    <a:lumOff val="40000"/>
                  </a:schemeClr>
                </a:solidFill>
                <a:latin typeface="Arial" panose="020B0604020202020204" pitchFamily="34" charset="0"/>
                <a:cs typeface="Arial" panose="020B0604020202020204" pitchFamily="34" charset="0"/>
              </a:rPr>
              <a:t>nhu</a:t>
            </a:r>
            <a:r>
              <a:rPr lang="en-US" sz="2400" dirty="0" smtClean="0">
                <a:solidFill>
                  <a:schemeClr val="accent2">
                    <a:lumMod val="60000"/>
                    <a:lumOff val="40000"/>
                  </a:schemeClr>
                </a:solidFill>
                <a:latin typeface="Arial" panose="020B0604020202020204" pitchFamily="34" charset="0"/>
                <a:cs typeface="Arial" panose="020B0604020202020204" pitchFamily="34" charset="0"/>
              </a:rPr>
              <a:t> </a:t>
            </a:r>
            <a:r>
              <a:rPr lang="en-US" sz="2400" dirty="0" err="1">
                <a:solidFill>
                  <a:schemeClr val="accent2">
                    <a:lumMod val="60000"/>
                    <a:lumOff val="40000"/>
                  </a:schemeClr>
                </a:solidFill>
                <a:latin typeface="Arial" panose="020B0604020202020204" pitchFamily="34" charset="0"/>
                <a:cs typeface="Arial" panose="020B0604020202020204" pitchFamily="34" charset="0"/>
              </a:rPr>
              <a:t>tương</a:t>
            </a:r>
            <a:r>
              <a:rPr lang="en-US" sz="2400" dirty="0">
                <a:solidFill>
                  <a:schemeClr val="accent2">
                    <a:lumMod val="60000"/>
                    <a:lumOff val="40000"/>
                  </a:schemeClr>
                </a:solidFill>
                <a:latin typeface="Arial" panose="020B0604020202020204" pitchFamily="34" charset="0"/>
                <a:cs typeface="Arial" panose="020B0604020202020204" pitchFamily="34" charset="0"/>
              </a:rPr>
              <a:t> </a:t>
            </a:r>
            <a:r>
              <a:rPr lang="en-US" sz="2400" dirty="0" err="1">
                <a:solidFill>
                  <a:schemeClr val="accent2">
                    <a:lumMod val="60000"/>
                    <a:lumOff val="40000"/>
                  </a:schemeClr>
                </a:solidFill>
                <a:latin typeface="Arial" panose="020B0604020202020204" pitchFamily="34" charset="0"/>
                <a:cs typeface="Arial" panose="020B0604020202020204" pitchFamily="34" charset="0"/>
              </a:rPr>
              <a:t>hóa</a:t>
            </a:r>
            <a:r>
              <a:rPr lang="en-US" sz="2400" dirty="0">
                <a:solidFill>
                  <a:schemeClr val="accent2">
                    <a:lumMod val="60000"/>
                    <a:lumOff val="40000"/>
                  </a:schemeClr>
                </a:solidFill>
                <a:latin typeface="Arial" panose="020B0604020202020204" pitchFamily="34" charset="0"/>
                <a:cs typeface="Arial" panose="020B0604020202020204" pitchFamily="34" charset="0"/>
              </a:rPr>
              <a:t>. </a:t>
            </a:r>
            <a:endParaRPr lang="en-US" sz="2400" dirty="0" smtClean="0">
              <a:solidFill>
                <a:schemeClr val="accent2">
                  <a:lumMod val="60000"/>
                  <a:lumOff val="40000"/>
                </a:schemeClr>
              </a:solidFill>
              <a:latin typeface="Arial" panose="020B0604020202020204" pitchFamily="34" charset="0"/>
              <a:cs typeface="Arial" panose="020B0604020202020204" pitchFamily="34" charset="0"/>
            </a:endParaRPr>
          </a:p>
          <a:p>
            <a:pPr marL="860425" indent="-349250">
              <a:buFont typeface="Wingdings" panose="05000000000000000000" pitchFamily="2" charset="2"/>
              <a:buChar char="v"/>
            </a:pPr>
            <a:r>
              <a:rPr lang="en-US" sz="2400" dirty="0" err="1" smtClean="0">
                <a:latin typeface="Arial" panose="020B0604020202020204" pitchFamily="34" charset="0"/>
                <a:cs typeface="Arial" panose="020B0604020202020204" pitchFamily="34" charset="0"/>
              </a:rPr>
              <a:t>Trong</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sữa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mẹ</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cũng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men lipase do </a:t>
            </a:r>
            <a:r>
              <a:rPr lang="en-US" sz="2400" dirty="0" err="1">
                <a:latin typeface="Arial" panose="020B0604020202020204" pitchFamily="34" charset="0"/>
                <a:cs typeface="Arial" panose="020B0604020202020204" pitchFamily="34" charset="0"/>
              </a:rPr>
              <a:t>vậy</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lipid </a:t>
            </a:r>
            <a:r>
              <a:rPr lang="en-US" sz="2400" dirty="0" err="1">
                <a:latin typeface="Arial" panose="020B0604020202020204" pitchFamily="34" charset="0"/>
                <a:cs typeface="Arial" panose="020B0604020202020204" pitchFamily="34" charset="0"/>
              </a:rPr>
              <a:t>trong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sữa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mẹ</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dễ</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hơn</a:t>
            </a:r>
            <a:endParaRPr lang="en-US" sz="2400" dirty="0" smtClean="0">
              <a:latin typeface="Arial" panose="020B0604020202020204" pitchFamily="34" charset="0"/>
              <a:cs typeface="Arial" panose="020B0604020202020204" pitchFamily="34" charset="0"/>
            </a:endParaRPr>
          </a:p>
          <a:p>
            <a:pPr marL="511175" indent="0">
              <a:buNone/>
            </a:pPr>
            <a:endParaRPr lang="en-US" sz="2400" dirty="0">
              <a:latin typeface="Arial" panose="020B0604020202020204" pitchFamily="34" charset="0"/>
              <a:cs typeface="Arial" panose="020B0604020202020204" pitchFamily="34" charset="0"/>
            </a:endParaRPr>
          </a:p>
          <a:p>
            <a:pPr marL="511175" indent="0">
              <a:buNone/>
            </a:pPr>
            <a:endParaRPr lang="en-US" sz="2400" dirty="0" smtClean="0">
              <a:latin typeface="Arial" panose="020B0604020202020204" pitchFamily="34" charset="0"/>
              <a:cs typeface="Arial" panose="020B0604020202020204" pitchFamily="34" charset="0"/>
            </a:endParaRPr>
          </a:p>
          <a:p>
            <a:pPr>
              <a:buFont typeface="Arial" panose="020B0604020202020204" pitchFamily="34" charset="0"/>
              <a:buChar char="►"/>
            </a:pPr>
            <a:r>
              <a:rPr lang="en-US" sz="2400" b="1" i="1" dirty="0" err="1">
                <a:solidFill>
                  <a:schemeClr val="accent4"/>
                </a:solidFill>
                <a:latin typeface="Arial" panose="020B0604020202020204" pitchFamily="34" charset="0"/>
                <a:cs typeface="Arial" panose="020B0604020202020204" pitchFamily="34" charset="0"/>
              </a:rPr>
              <a:t>Y</a:t>
            </a:r>
            <a:r>
              <a:rPr lang="en-US" sz="2400" b="1" i="1" dirty="0" err="1" smtClean="0">
                <a:solidFill>
                  <a:schemeClr val="accent4"/>
                </a:solidFill>
                <a:latin typeface="Arial" panose="020B0604020202020204" pitchFamily="34" charset="0"/>
                <a:cs typeface="Arial" panose="020B0604020202020204" pitchFamily="34" charset="0"/>
              </a:rPr>
              <a:t>ếu</a:t>
            </a:r>
            <a:r>
              <a:rPr lang="en-US" sz="2400" b="1" i="1" dirty="0" smtClean="0">
                <a:solidFill>
                  <a:schemeClr val="accent4"/>
                </a:solidFill>
                <a:latin typeface="Arial" panose="020B0604020202020204" pitchFamily="34" charset="0"/>
                <a:cs typeface="Arial" panose="020B0604020202020204" pitchFamily="34" charset="0"/>
              </a:rPr>
              <a:t> </a:t>
            </a:r>
            <a:r>
              <a:rPr lang="en-US" sz="2400" b="1" i="1" dirty="0" err="1">
                <a:solidFill>
                  <a:schemeClr val="accent4"/>
                </a:solidFill>
                <a:latin typeface="Arial" panose="020B0604020202020204" pitchFamily="34" charset="0"/>
                <a:cs typeface="Arial" panose="020B0604020202020204" pitchFamily="34" charset="0"/>
              </a:rPr>
              <a:t>tố</a:t>
            </a:r>
            <a:r>
              <a:rPr lang="en-US" sz="2400" b="1" i="1" dirty="0">
                <a:solidFill>
                  <a:schemeClr val="accent4"/>
                </a:solidFill>
                <a:latin typeface="Arial" panose="020B0604020202020204" pitchFamily="34" charset="0"/>
                <a:cs typeface="Arial" panose="020B0604020202020204" pitchFamily="34" charset="0"/>
              </a:rPr>
              <a:t> </a:t>
            </a:r>
            <a:r>
              <a:rPr lang="en-US" sz="2400" b="1" i="1" dirty="0" err="1">
                <a:solidFill>
                  <a:schemeClr val="accent4"/>
                </a:solidFill>
                <a:latin typeface="Arial" panose="020B0604020202020204" pitchFamily="34" charset="0"/>
                <a:cs typeface="Arial" panose="020B0604020202020204" pitchFamily="34" charset="0"/>
              </a:rPr>
              <a:t>nội</a:t>
            </a:r>
            <a:r>
              <a:rPr lang="en-US" sz="2400" b="1" i="1" dirty="0">
                <a:solidFill>
                  <a:schemeClr val="accent4"/>
                </a:solidFill>
                <a:latin typeface="Arial" panose="020B0604020202020204" pitchFamily="34" charset="0"/>
                <a:cs typeface="Arial" panose="020B0604020202020204" pitchFamily="34" charset="0"/>
              </a:rPr>
              <a:t>:</a:t>
            </a:r>
            <a:r>
              <a:rPr lang="en-US" sz="2400" b="1" dirty="0">
                <a:solidFill>
                  <a:schemeClr val="accent4"/>
                </a:solidFill>
                <a:latin typeface="Arial" panose="020B0604020202020204" pitchFamily="34" charset="0"/>
                <a:cs typeface="Arial" panose="020B0604020202020204" pitchFamily="34" charset="0"/>
              </a:rPr>
              <a:t> </a:t>
            </a:r>
            <a:r>
              <a:rPr lang="en-US" sz="2400" b="1" dirty="0" smtClean="0">
                <a:solidFill>
                  <a:schemeClr val="tx1"/>
                </a:solidFill>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do </a:t>
            </a:r>
            <a:r>
              <a:rPr lang="en-US" sz="2400" dirty="0">
                <a:latin typeface="Arial" panose="020B0604020202020204" pitchFamily="34" charset="0"/>
                <a:cs typeface="Arial" panose="020B0604020202020204" pitchFamily="34" charset="0"/>
              </a:rPr>
              <a:t>TB </a:t>
            </a:r>
            <a:r>
              <a:rPr lang="en-US" sz="2400" dirty="0" err="1">
                <a:latin typeface="Arial" panose="020B0604020202020204" pitchFamily="34" charset="0"/>
                <a:cs typeface="Arial" panose="020B0604020202020204" pitchFamily="34" charset="0"/>
              </a:rPr>
              <a:t>viền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bài</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tiết</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cùng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HCl</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nhưng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yếu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tố</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nội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trưởng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sớm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hơn</a:t>
            </a:r>
            <a:r>
              <a:rPr lang="en-US" sz="2400" dirty="0">
                <a:latin typeface="Arial" panose="020B0604020202020204" pitchFamily="34" charset="0"/>
                <a:cs typeface="Arial" panose="020B0604020202020204" pitchFamily="34" charset="0"/>
              </a:rPr>
              <a:t>. </a:t>
            </a:r>
            <a:r>
              <a:rPr lang="en-US" sz="2400" dirty="0" err="1" smtClean="0">
                <a:solidFill>
                  <a:schemeClr val="accent2">
                    <a:lumMod val="60000"/>
                    <a:lumOff val="40000"/>
                  </a:schemeClr>
                </a:solidFill>
                <a:latin typeface="Arial" panose="020B0604020202020204" pitchFamily="34" charset="0"/>
                <a:cs typeface="Arial" panose="020B0604020202020204" pitchFamily="34" charset="0"/>
              </a:rPr>
              <a:t>Hấp</a:t>
            </a:r>
            <a:r>
              <a:rPr lang="en-US" sz="2400" dirty="0" smtClean="0">
                <a:solidFill>
                  <a:schemeClr val="accent2">
                    <a:lumMod val="60000"/>
                    <a:lumOff val="40000"/>
                  </a:schemeClr>
                </a:solidFill>
                <a:latin typeface="Arial" panose="020B0604020202020204" pitchFamily="34" charset="0"/>
                <a:cs typeface="Arial" panose="020B0604020202020204" pitchFamily="34" charset="0"/>
              </a:rPr>
              <a:t> </a:t>
            </a:r>
            <a:r>
              <a:rPr lang="en-US" sz="2400" dirty="0" err="1" smtClean="0">
                <a:solidFill>
                  <a:schemeClr val="accent2">
                    <a:lumMod val="60000"/>
                    <a:lumOff val="40000"/>
                  </a:schemeClr>
                </a:solidFill>
                <a:latin typeface="Arial" panose="020B0604020202020204" pitchFamily="34" charset="0"/>
                <a:cs typeface="Arial" panose="020B0604020202020204" pitchFamily="34" charset="0"/>
              </a:rPr>
              <a:t>thu</a:t>
            </a:r>
            <a:r>
              <a:rPr lang="en-US" sz="2400" dirty="0" smtClean="0">
                <a:solidFill>
                  <a:schemeClr val="accent2">
                    <a:lumMod val="60000"/>
                    <a:lumOff val="40000"/>
                  </a:schemeClr>
                </a:solidFill>
                <a:latin typeface="Arial" panose="020B0604020202020204" pitchFamily="34" charset="0"/>
                <a:cs typeface="Arial" panose="020B0604020202020204" pitchFamily="34" charset="0"/>
              </a:rPr>
              <a:t> Vitamin </a:t>
            </a:r>
            <a:r>
              <a:rPr lang="en-US" sz="2400" dirty="0">
                <a:solidFill>
                  <a:schemeClr val="accent2">
                    <a:lumMod val="60000"/>
                    <a:lumOff val="40000"/>
                  </a:schemeClr>
                </a:solidFill>
                <a:latin typeface="Arial" panose="020B0604020202020204" pitchFamily="34" charset="0"/>
                <a:cs typeface="Arial" panose="020B0604020202020204" pitchFamily="34" charset="0"/>
              </a:rPr>
              <a:t>B12 </a:t>
            </a:r>
          </a:p>
          <a:p>
            <a:pPr marL="860425">
              <a:buFont typeface="Wingdings" panose="05000000000000000000" pitchFamily="2" charset="2"/>
              <a:buChar char="v"/>
            </a:pP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năng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tiếp</a:t>
            </a:r>
            <a:r>
              <a:rPr lang="en-US" sz="2400" dirty="0">
                <a:latin typeface="Arial" panose="020B0604020202020204" pitchFamily="34" charset="0"/>
                <a:cs typeface="Arial" panose="020B0604020202020204" pitchFamily="34" charset="0"/>
              </a:rPr>
              <a:t> vitamin B12 </a:t>
            </a:r>
            <a:r>
              <a:rPr lang="en-US" sz="2400" dirty="0" err="1">
                <a:latin typeface="Arial" panose="020B0604020202020204" pitchFamily="34" charset="0"/>
                <a:cs typeface="Arial" panose="020B0604020202020204" pitchFamily="34" charset="0"/>
              </a:rPr>
              <a:t>tốt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hơn</a:t>
            </a:r>
            <a:r>
              <a:rPr lang="en-US" sz="2400" dirty="0">
                <a:latin typeface="Arial" panose="020B0604020202020204" pitchFamily="34" charset="0"/>
                <a:cs typeface="Arial" panose="020B0604020202020204" pitchFamily="34" charset="0"/>
              </a:rPr>
              <a:t> ở </a:t>
            </a:r>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trưởng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a:t>
            </a:r>
          </a:p>
          <a:p>
            <a:pPr marL="511175" indent="0">
              <a:buNone/>
            </a:pPr>
            <a:endParaRPr lang="en-US" sz="24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71627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65847"/>
            <a:ext cx="8596668" cy="788894"/>
          </a:xfrm>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sp>
        <p:nvSpPr>
          <p:cNvPr id="3" name="Content Placeholder 2"/>
          <p:cNvSpPr>
            <a:spLocks noGrp="1"/>
          </p:cNvSpPr>
          <p:nvPr>
            <p:ph idx="1"/>
          </p:nvPr>
        </p:nvSpPr>
        <p:spPr>
          <a:xfrm>
            <a:off x="677333" y="954741"/>
            <a:ext cx="9676901" cy="5567083"/>
          </a:xfrm>
        </p:spPr>
        <p:txBody>
          <a:bodyPr>
            <a:normAutofit/>
          </a:bodyPr>
          <a:lstStyle/>
          <a:p>
            <a:r>
              <a:rPr lang="en-US" sz="2800" b="1" i="1" dirty="0" err="1" smtClean="0">
                <a:solidFill>
                  <a:schemeClr val="accent4"/>
                </a:solidFill>
                <a:latin typeface="Arial" panose="020B0604020202020204" pitchFamily="34" charset="0"/>
                <a:cs typeface="Arial" panose="020B0604020202020204" pitchFamily="34" charset="0"/>
              </a:rPr>
              <a:t>Chất</a:t>
            </a:r>
            <a:r>
              <a:rPr lang="en-US" sz="2800" b="1" i="1" dirty="0" smtClean="0">
                <a:solidFill>
                  <a:schemeClr val="accent4"/>
                </a:solidFill>
                <a:latin typeface="Arial" panose="020B0604020202020204" pitchFamily="34" charset="0"/>
                <a:cs typeface="Arial" panose="020B0604020202020204" pitchFamily="34" charset="0"/>
              </a:rPr>
              <a:t> </a:t>
            </a:r>
            <a:r>
              <a:rPr lang="en-US" sz="2800" b="1" i="1" dirty="0" err="1" smtClean="0">
                <a:solidFill>
                  <a:schemeClr val="accent4"/>
                </a:solidFill>
                <a:latin typeface="Arial" panose="020B0604020202020204" pitchFamily="34" charset="0"/>
                <a:cs typeface="Arial" panose="020B0604020202020204" pitchFamily="34" charset="0"/>
              </a:rPr>
              <a:t>nhầy</a:t>
            </a:r>
            <a:r>
              <a:rPr lang="en-US" sz="2800" b="1" i="1" dirty="0" smtClean="0">
                <a:solidFill>
                  <a:schemeClr val="accent4"/>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có</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tác</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dụng</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bôi</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trơn</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và</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bảo</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vệ</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niêm</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mạc</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dạ</a:t>
            </a:r>
            <a:r>
              <a:rPr lang="en-US" sz="2400" dirty="0" smtClean="0">
                <a:solidFill>
                  <a:schemeClr val="tx1"/>
                </a:solidFill>
                <a:latin typeface="Arial" panose="020B0604020202020204" pitchFamily="34" charset="0"/>
                <a:cs typeface="Arial" panose="020B0604020202020204" pitchFamily="34" charset="0"/>
              </a:rPr>
              <a:t> </a:t>
            </a:r>
            <a:r>
              <a:rPr lang="en-US" sz="2400" dirty="0" err="1" smtClean="0">
                <a:solidFill>
                  <a:schemeClr val="tx1"/>
                </a:solidFill>
                <a:latin typeface="Arial" panose="020B0604020202020204" pitchFamily="34" charset="0"/>
                <a:cs typeface="Arial" panose="020B0604020202020204" pitchFamily="34" charset="0"/>
              </a:rPr>
              <a:t>dày</a:t>
            </a:r>
            <a:r>
              <a:rPr lang="en-US" sz="2400" dirty="0" smtClean="0">
                <a:solidFill>
                  <a:schemeClr val="tx1"/>
                </a:solidFill>
                <a:latin typeface="Arial" panose="020B0604020202020204" pitchFamily="34" charset="0"/>
                <a:cs typeface="Arial" panose="020B0604020202020204" pitchFamily="34" charset="0"/>
              </a:rPr>
              <a:t> </a:t>
            </a:r>
          </a:p>
          <a:p>
            <a:pPr marL="0" indent="0">
              <a:buNone/>
            </a:pPr>
            <a:endParaRPr lang="en-US" sz="2400" dirty="0">
              <a:solidFill>
                <a:schemeClr val="tx1"/>
              </a:solidFill>
              <a:latin typeface="Arial" panose="020B0604020202020204" pitchFamily="34" charset="0"/>
              <a:cs typeface="Arial" panose="020B0604020202020204" pitchFamily="34" charset="0"/>
            </a:endParaRPr>
          </a:p>
        </p:txBody>
      </p:sp>
      <p:graphicFrame>
        <p:nvGraphicFramePr>
          <p:cNvPr id="5" name="Diagram 4"/>
          <p:cNvGraphicFramePr/>
          <p:nvPr>
            <p:extLst/>
          </p:nvPr>
        </p:nvGraphicFramePr>
        <p:xfrm>
          <a:off x="5190565" y="1743635"/>
          <a:ext cx="5547657" cy="4629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nvPr>
        </p:nvGraphicFramePr>
        <p:xfrm>
          <a:off x="270434" y="1371600"/>
          <a:ext cx="4893237" cy="53788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52248047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8260"/>
            <a:ext cx="8596668" cy="766481"/>
          </a:xfrm>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79728276"/>
              </p:ext>
            </p:extLst>
          </p:nvPr>
        </p:nvGraphicFramePr>
        <p:xfrm>
          <a:off x="677334" y="3738276"/>
          <a:ext cx="9811373" cy="2312900"/>
        </p:xfrm>
        <a:graphic>
          <a:graphicData uri="http://schemas.openxmlformats.org/drawingml/2006/table">
            <a:tbl>
              <a:tblPr firstRow="1" firstCol="1" bandRow="1">
                <a:tableStyleId>{5C22544A-7EE6-4342-B048-85BDC9FD1C3A}</a:tableStyleId>
              </a:tblPr>
              <a:tblGrid>
                <a:gridCol w="3270137">
                  <a:extLst>
                    <a:ext uri="{9D8B030D-6E8A-4147-A177-3AD203B41FA5}">
                      <a16:colId xmlns:a16="http://schemas.microsoft.com/office/drawing/2014/main" val="20000"/>
                    </a:ext>
                  </a:extLst>
                </a:gridCol>
                <a:gridCol w="3270137">
                  <a:extLst>
                    <a:ext uri="{9D8B030D-6E8A-4147-A177-3AD203B41FA5}">
                      <a16:colId xmlns:a16="http://schemas.microsoft.com/office/drawing/2014/main" val="20001"/>
                    </a:ext>
                  </a:extLst>
                </a:gridCol>
                <a:gridCol w="3271099">
                  <a:extLst>
                    <a:ext uri="{9D8B030D-6E8A-4147-A177-3AD203B41FA5}">
                      <a16:colId xmlns:a16="http://schemas.microsoft.com/office/drawing/2014/main" val="20002"/>
                    </a:ext>
                  </a:extLst>
                </a:gridCol>
              </a:tblGrid>
              <a:tr h="578225">
                <a:tc>
                  <a:txBody>
                    <a:bodyPr/>
                    <a:lstStyle/>
                    <a:p>
                      <a:pPr algn="ctr">
                        <a:lnSpc>
                          <a:spcPct val="107000"/>
                        </a:lnSpc>
                        <a:spcAft>
                          <a:spcPts val="0"/>
                        </a:spcAft>
                        <a:tabLst>
                          <a:tab pos="1628775" algn="l"/>
                        </a:tabLst>
                      </a:pPr>
                      <a:r>
                        <a:rPr lang="en-US" sz="2400" dirty="0">
                          <a:effectLst/>
                          <a:latin typeface="Arial" panose="020B0604020202020204" pitchFamily="34" charset="0"/>
                          <a:cs typeface="Arial" panose="020B0604020202020204" pitchFamily="34" charset="0"/>
                        </a:rPr>
                        <a:t>Men</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0"/>
                        </a:spcAft>
                        <a:tabLst>
                          <a:tab pos="1628775" algn="l"/>
                        </a:tabLst>
                      </a:pPr>
                      <a:r>
                        <a:rPr lang="en-US" sz="2400" dirty="0" err="1">
                          <a:effectLst/>
                          <a:latin typeface="Arial" panose="020B0604020202020204" pitchFamily="34" charset="0"/>
                          <a:cs typeface="Arial" panose="020B0604020202020204" pitchFamily="34" charset="0"/>
                        </a:rPr>
                        <a:t>Trẻ</a:t>
                      </a:r>
                      <a:r>
                        <a:rPr lang="en-US" sz="2400" dirty="0">
                          <a:effectLst/>
                          <a:latin typeface="Arial" panose="020B0604020202020204" pitchFamily="34" charset="0"/>
                          <a:cs typeface="Arial" panose="020B0604020202020204" pitchFamily="34" charset="0"/>
                        </a:rPr>
                        <a:t> 1 </a:t>
                      </a:r>
                      <a:r>
                        <a:rPr lang="en-US" sz="2400" dirty="0" err="1">
                          <a:effectLst/>
                          <a:latin typeface="Arial" panose="020B0604020202020204" pitchFamily="34" charset="0"/>
                          <a:cs typeface="Arial" panose="020B0604020202020204" pitchFamily="34" charset="0"/>
                        </a:rPr>
                        <a:t>tháng</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0"/>
                        </a:spcAft>
                        <a:tabLst>
                          <a:tab pos="1628775" algn="l"/>
                        </a:tabLst>
                      </a:pPr>
                      <a:r>
                        <a:rPr lang="en-US" sz="2400">
                          <a:effectLst/>
                          <a:latin typeface="Arial" panose="020B0604020202020204" pitchFamily="34" charset="0"/>
                          <a:cs typeface="Arial" panose="020B0604020202020204" pitchFamily="34" charset="0"/>
                        </a:rPr>
                        <a:t>Trẻ 1 tuổi</a:t>
                      </a:r>
                      <a:endParaRPr lang="en-US"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578225">
                <a:tc>
                  <a:txBody>
                    <a:bodyPr/>
                    <a:lstStyle/>
                    <a:p>
                      <a:pPr>
                        <a:lnSpc>
                          <a:spcPct val="107000"/>
                        </a:lnSpc>
                        <a:spcAft>
                          <a:spcPts val="0"/>
                        </a:spcAft>
                        <a:tabLst>
                          <a:tab pos="1628775" algn="l"/>
                        </a:tabLst>
                      </a:pPr>
                      <a:r>
                        <a:rPr lang="en-US" sz="2400" dirty="0">
                          <a:effectLst/>
                          <a:latin typeface="Arial" panose="020B0604020202020204" pitchFamily="34" charset="0"/>
                          <a:cs typeface="Arial" panose="020B0604020202020204" pitchFamily="34" charset="0"/>
                        </a:rPr>
                        <a:t>Pepsin</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dirty="0" smtClean="0">
                          <a:effectLst/>
                          <a:latin typeface="Arial" panose="020B0604020202020204" pitchFamily="34" charset="0"/>
                          <a:cs typeface="Arial" panose="020B0604020202020204" pitchFamily="34" charset="0"/>
                        </a:rPr>
                        <a:t>2 - 8 </a:t>
                      </a:r>
                      <a:r>
                        <a:rPr lang="en-US" sz="2400" dirty="0" err="1">
                          <a:effectLst/>
                          <a:latin typeface="Arial" panose="020B0604020202020204" pitchFamily="34" charset="0"/>
                          <a:cs typeface="Arial" panose="020B0604020202020204" pitchFamily="34" charset="0"/>
                        </a:rPr>
                        <a:t>đơn</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vị</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dirty="0" smtClean="0">
                          <a:effectLst/>
                          <a:latin typeface="Arial" panose="020B0604020202020204" pitchFamily="34" charset="0"/>
                          <a:cs typeface="Arial" panose="020B0604020202020204" pitchFamily="34" charset="0"/>
                        </a:rPr>
                        <a:t>16 - 32 </a:t>
                      </a:r>
                      <a:r>
                        <a:rPr lang="en-US" sz="2400" dirty="0" err="1">
                          <a:effectLst/>
                          <a:latin typeface="Arial" panose="020B0604020202020204" pitchFamily="34" charset="0"/>
                          <a:cs typeface="Arial" panose="020B0604020202020204" pitchFamily="34" charset="0"/>
                        </a:rPr>
                        <a:t>đơn</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vị</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578225">
                <a:tc>
                  <a:txBody>
                    <a:bodyPr/>
                    <a:lstStyle/>
                    <a:p>
                      <a:pPr>
                        <a:lnSpc>
                          <a:spcPct val="107000"/>
                        </a:lnSpc>
                        <a:spcAft>
                          <a:spcPts val="0"/>
                        </a:spcAft>
                        <a:tabLst>
                          <a:tab pos="1628775" algn="l"/>
                        </a:tabLst>
                      </a:pPr>
                      <a:r>
                        <a:rPr lang="en-US" sz="2400" dirty="0" err="1">
                          <a:effectLst/>
                          <a:latin typeface="Arial" panose="020B0604020202020204" pitchFamily="34" charset="0"/>
                          <a:cs typeface="Arial" panose="020B0604020202020204" pitchFamily="34" charset="0"/>
                        </a:rPr>
                        <a:t>Labferment</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dirty="0">
                          <a:effectLst/>
                          <a:latin typeface="Arial" panose="020B0604020202020204" pitchFamily="34" charset="0"/>
                          <a:cs typeface="Arial" panose="020B0604020202020204" pitchFamily="34" charset="0"/>
                        </a:rPr>
                        <a:t>32 </a:t>
                      </a:r>
                      <a:r>
                        <a:rPr lang="en-US" sz="2400" dirty="0" err="1">
                          <a:effectLst/>
                          <a:latin typeface="Arial" panose="020B0604020202020204" pitchFamily="34" charset="0"/>
                          <a:cs typeface="Arial" panose="020B0604020202020204" pitchFamily="34" charset="0"/>
                        </a:rPr>
                        <a:t>đơn</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vị</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dirty="0" smtClean="0">
                          <a:effectLst/>
                          <a:latin typeface="Arial" panose="020B0604020202020204" pitchFamily="34" charset="0"/>
                          <a:cs typeface="Arial" panose="020B0604020202020204" pitchFamily="34" charset="0"/>
                        </a:rPr>
                        <a:t>256 - 512 </a:t>
                      </a:r>
                      <a:r>
                        <a:rPr lang="en-US" sz="2400" dirty="0" err="1">
                          <a:effectLst/>
                          <a:latin typeface="Arial" panose="020B0604020202020204" pitchFamily="34" charset="0"/>
                          <a:cs typeface="Arial" panose="020B0604020202020204" pitchFamily="34" charset="0"/>
                        </a:rPr>
                        <a:t>đơn</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vị</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r h="578225">
                <a:tc>
                  <a:txBody>
                    <a:bodyPr/>
                    <a:lstStyle/>
                    <a:p>
                      <a:pPr>
                        <a:lnSpc>
                          <a:spcPct val="107000"/>
                        </a:lnSpc>
                        <a:spcAft>
                          <a:spcPts val="0"/>
                        </a:spcAft>
                        <a:tabLst>
                          <a:tab pos="1628775" algn="l"/>
                        </a:tabLst>
                      </a:pPr>
                      <a:r>
                        <a:rPr lang="en-US" sz="2400" dirty="0">
                          <a:effectLst/>
                          <a:latin typeface="Arial" panose="020B0604020202020204" pitchFamily="34" charset="0"/>
                          <a:cs typeface="Arial" panose="020B0604020202020204" pitchFamily="34" charset="0"/>
                        </a:rPr>
                        <a:t>L</a:t>
                      </a:r>
                      <a:r>
                        <a:rPr lang="en-US" sz="2400" dirty="0" smtClean="0">
                          <a:effectLst/>
                          <a:latin typeface="Arial" panose="020B0604020202020204" pitchFamily="34" charset="0"/>
                          <a:cs typeface="Arial" panose="020B0604020202020204" pitchFamily="34" charset="0"/>
                        </a:rPr>
                        <a:t>ipase</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dirty="0" smtClean="0">
                          <a:effectLst/>
                          <a:latin typeface="Arial" panose="020B0604020202020204" pitchFamily="34" charset="0"/>
                          <a:cs typeface="Arial" panose="020B0604020202020204" pitchFamily="34" charset="0"/>
                        </a:rPr>
                        <a:t>4,2 - 10,2 </a:t>
                      </a:r>
                      <a:r>
                        <a:rPr lang="en-US" sz="2400" dirty="0" err="1">
                          <a:effectLst/>
                          <a:latin typeface="Arial" panose="020B0604020202020204" pitchFamily="34" charset="0"/>
                          <a:cs typeface="Arial" panose="020B0604020202020204" pitchFamily="34" charset="0"/>
                        </a:rPr>
                        <a:t>đơn</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vị</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dirty="0" smtClean="0">
                          <a:effectLst/>
                          <a:latin typeface="Arial" panose="020B0604020202020204" pitchFamily="34" charset="0"/>
                          <a:cs typeface="Arial" panose="020B0604020202020204" pitchFamily="34" charset="0"/>
                        </a:rPr>
                        <a:t>30 - 40 </a:t>
                      </a:r>
                      <a:r>
                        <a:rPr lang="en-US" sz="2400" dirty="0" err="1">
                          <a:effectLst/>
                          <a:latin typeface="Arial" panose="020B0604020202020204" pitchFamily="34" charset="0"/>
                          <a:cs typeface="Arial" panose="020B0604020202020204" pitchFamily="34" charset="0"/>
                        </a:rPr>
                        <a:t>đơn</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vị</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p:sp>
        <p:nvSpPr>
          <p:cNvPr id="5" name="Rectangle 1"/>
          <p:cNvSpPr>
            <a:spLocks noChangeArrowheads="1"/>
          </p:cNvSpPr>
          <p:nvPr/>
        </p:nvSpPr>
        <p:spPr bwMode="auto">
          <a:xfrm>
            <a:off x="677334" y="1139407"/>
            <a:ext cx="938106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628775" algn="l"/>
              </a:tabLst>
              <a:defRPr>
                <a:solidFill>
                  <a:schemeClr val="tx1"/>
                </a:solidFill>
                <a:latin typeface="Arial" panose="020B0604020202020204" pitchFamily="34" charset="0"/>
              </a:defRPr>
            </a:lvl1pPr>
            <a:lvl2pPr eaLnBrk="0" fontAlgn="base" hangingPunct="0">
              <a:spcBef>
                <a:spcPct val="0"/>
              </a:spcBef>
              <a:spcAft>
                <a:spcPct val="0"/>
              </a:spcAft>
              <a:tabLst>
                <a:tab pos="1628775" algn="l"/>
              </a:tabLst>
              <a:defRPr>
                <a:solidFill>
                  <a:schemeClr val="tx1"/>
                </a:solidFill>
                <a:latin typeface="Arial" panose="020B0604020202020204" pitchFamily="34" charset="0"/>
              </a:defRPr>
            </a:lvl2pPr>
            <a:lvl3pPr eaLnBrk="0" fontAlgn="base" hangingPunct="0">
              <a:spcBef>
                <a:spcPct val="0"/>
              </a:spcBef>
              <a:spcAft>
                <a:spcPct val="0"/>
              </a:spcAft>
              <a:tabLst>
                <a:tab pos="1628775" algn="l"/>
              </a:tabLst>
              <a:defRPr>
                <a:solidFill>
                  <a:schemeClr val="tx1"/>
                </a:solidFill>
                <a:latin typeface="Arial" panose="020B0604020202020204" pitchFamily="34" charset="0"/>
              </a:defRPr>
            </a:lvl3pPr>
            <a:lvl4pPr eaLnBrk="0" fontAlgn="base" hangingPunct="0">
              <a:spcBef>
                <a:spcPct val="0"/>
              </a:spcBef>
              <a:spcAft>
                <a:spcPct val="0"/>
              </a:spcAft>
              <a:tabLst>
                <a:tab pos="1628775" algn="l"/>
              </a:tabLst>
              <a:defRPr>
                <a:solidFill>
                  <a:schemeClr val="tx1"/>
                </a:solidFill>
                <a:latin typeface="Arial" panose="020B0604020202020204" pitchFamily="34" charset="0"/>
              </a:defRPr>
            </a:lvl4pPr>
            <a:lvl5pPr eaLnBrk="0" fontAlgn="base" hangingPunct="0">
              <a:spcBef>
                <a:spcPct val="0"/>
              </a:spcBef>
              <a:spcAft>
                <a:spcPct val="0"/>
              </a:spcAft>
              <a:tabLst>
                <a:tab pos="1628775" algn="l"/>
              </a:tabLst>
              <a:defRPr>
                <a:solidFill>
                  <a:schemeClr val="tx1"/>
                </a:solidFill>
                <a:latin typeface="Arial" panose="020B0604020202020204" pitchFamily="34" charset="0"/>
              </a:defRPr>
            </a:lvl5pPr>
            <a:lvl6pPr eaLnBrk="0" fontAlgn="base" hangingPunct="0">
              <a:spcBef>
                <a:spcPct val="0"/>
              </a:spcBef>
              <a:spcAft>
                <a:spcPct val="0"/>
              </a:spcAft>
              <a:tabLst>
                <a:tab pos="1628775" algn="l"/>
              </a:tabLst>
              <a:defRPr>
                <a:solidFill>
                  <a:schemeClr val="tx1"/>
                </a:solidFill>
                <a:latin typeface="Arial" panose="020B0604020202020204" pitchFamily="34" charset="0"/>
              </a:defRPr>
            </a:lvl6pPr>
            <a:lvl7pPr eaLnBrk="0" fontAlgn="base" hangingPunct="0">
              <a:spcBef>
                <a:spcPct val="0"/>
              </a:spcBef>
              <a:spcAft>
                <a:spcPct val="0"/>
              </a:spcAft>
              <a:tabLst>
                <a:tab pos="1628775" algn="l"/>
              </a:tabLst>
              <a:defRPr>
                <a:solidFill>
                  <a:schemeClr val="tx1"/>
                </a:solidFill>
                <a:latin typeface="Arial" panose="020B0604020202020204" pitchFamily="34" charset="0"/>
              </a:defRPr>
            </a:lvl7pPr>
            <a:lvl8pPr eaLnBrk="0" fontAlgn="base" hangingPunct="0">
              <a:spcBef>
                <a:spcPct val="0"/>
              </a:spcBef>
              <a:spcAft>
                <a:spcPct val="0"/>
              </a:spcAft>
              <a:tabLst>
                <a:tab pos="1628775" algn="l"/>
              </a:tabLst>
              <a:defRPr>
                <a:solidFill>
                  <a:schemeClr val="tx1"/>
                </a:solidFill>
                <a:latin typeface="Arial" panose="020B0604020202020204" pitchFamily="34" charset="0"/>
              </a:defRPr>
            </a:lvl8pPr>
            <a:lvl9pPr eaLnBrk="0" fontAlgn="base" hangingPunct="0">
              <a:spcBef>
                <a:spcPct val="0"/>
              </a:spcBef>
              <a:spcAft>
                <a:spcPct val="0"/>
              </a:spcAft>
              <a:tabLst>
                <a:tab pos="1628775" algn="l"/>
              </a:tabLst>
              <a:defRPr>
                <a:solidFill>
                  <a:schemeClr val="tx1"/>
                </a:solidFill>
                <a:latin typeface="Arial" panose="020B0604020202020204" pitchFamily="34" charset="0"/>
              </a:defRPr>
            </a:lvl9pPr>
          </a:lstStyle>
          <a:p>
            <a:pPr marL="342900" indent="-342900">
              <a:buFont typeface="Wingdings" panose="05000000000000000000" pitchFamily="2" charset="2"/>
              <a:buChar char="Ø"/>
            </a:pPr>
            <a:r>
              <a:rPr lang="en-US" sz="2400" i="1" dirty="0" err="1" smtClean="0">
                <a:solidFill>
                  <a:schemeClr val="accent4"/>
                </a:solidFill>
              </a:rPr>
              <a:t>Labferment</a:t>
            </a:r>
            <a:r>
              <a:rPr lang="en-US" sz="2400" dirty="0" smtClean="0"/>
              <a:t> </a:t>
            </a:r>
            <a:r>
              <a:rPr lang="en-US" sz="2400" dirty="0"/>
              <a:t>(</a:t>
            </a:r>
            <a:r>
              <a:rPr lang="en-US" sz="2400" dirty="0" err="1"/>
              <a:t>prezua-chimosen</a:t>
            </a:r>
            <a:r>
              <a:rPr lang="en-US" sz="2400" dirty="0"/>
              <a:t>): </a:t>
            </a:r>
            <a:r>
              <a:rPr lang="en-US" sz="2400" dirty="0" err="1"/>
              <a:t>có</a:t>
            </a:r>
            <a:r>
              <a:rPr lang="en-US" sz="2400" dirty="0"/>
              <a:t> </a:t>
            </a:r>
            <a:r>
              <a:rPr lang="en-US" sz="2400" dirty="0" err="1"/>
              <a:t>tác</a:t>
            </a:r>
            <a:r>
              <a:rPr lang="en-US" sz="2400" dirty="0"/>
              <a:t> </a:t>
            </a:r>
            <a:r>
              <a:rPr lang="en-US" sz="2400" dirty="0" err="1"/>
              <a:t>dụng</a:t>
            </a:r>
            <a:r>
              <a:rPr lang="en-US" sz="2400" dirty="0"/>
              <a:t> </a:t>
            </a:r>
            <a:r>
              <a:rPr lang="en-US" sz="2400" dirty="0" err="1"/>
              <a:t>lớn</a:t>
            </a:r>
            <a:r>
              <a:rPr lang="en-US" sz="2400" dirty="0"/>
              <a:t> </a:t>
            </a:r>
            <a:r>
              <a:rPr lang="en-US" sz="2400" dirty="0" err="1"/>
              <a:t>nhất</a:t>
            </a:r>
            <a:r>
              <a:rPr lang="en-US" sz="2400" dirty="0"/>
              <a:t> </a:t>
            </a:r>
            <a:r>
              <a:rPr lang="en-US" sz="2400" dirty="0" err="1"/>
              <a:t>đối</a:t>
            </a:r>
            <a:r>
              <a:rPr lang="en-US" sz="2400" dirty="0"/>
              <a:t> </a:t>
            </a:r>
            <a:r>
              <a:rPr lang="en-US" sz="2400" dirty="0" err="1"/>
              <a:t>với</a:t>
            </a:r>
            <a:r>
              <a:rPr lang="en-US" sz="2400" dirty="0"/>
              <a:t> </a:t>
            </a:r>
            <a:r>
              <a:rPr lang="en-US" sz="2400" dirty="0" err="1"/>
              <a:t>trẻ</a:t>
            </a:r>
            <a:r>
              <a:rPr lang="en-US" sz="2400" dirty="0"/>
              <a:t> </a:t>
            </a:r>
            <a:r>
              <a:rPr lang="en-US" sz="2400" dirty="0" err="1"/>
              <a:t>em</a:t>
            </a:r>
            <a:r>
              <a:rPr lang="en-US" sz="2400" dirty="0"/>
              <a:t> </a:t>
            </a:r>
            <a:r>
              <a:rPr lang="en-US" sz="2400" dirty="0" err="1"/>
              <a:t>để</a:t>
            </a:r>
            <a:r>
              <a:rPr lang="en-US" sz="2400" dirty="0"/>
              <a:t> </a:t>
            </a:r>
            <a:r>
              <a:rPr lang="en-US" sz="2400" dirty="0" err="1"/>
              <a:t>tiêu</a:t>
            </a:r>
            <a:r>
              <a:rPr lang="en-US" sz="2400" dirty="0"/>
              <a:t> </a:t>
            </a:r>
            <a:r>
              <a:rPr lang="en-US" sz="2400" dirty="0" err="1"/>
              <a:t>hóa</a:t>
            </a:r>
            <a:r>
              <a:rPr lang="en-US" sz="2400" dirty="0"/>
              <a:t> </a:t>
            </a:r>
            <a:r>
              <a:rPr lang="en-US" sz="2400" dirty="0" err="1"/>
              <a:t>protid</a:t>
            </a:r>
            <a:r>
              <a:rPr lang="en-US" sz="2400" dirty="0"/>
              <a:t> </a:t>
            </a:r>
            <a:r>
              <a:rPr lang="en-US" sz="2400" dirty="0" err="1"/>
              <a:t>của</a:t>
            </a:r>
            <a:r>
              <a:rPr lang="en-US" sz="2400" dirty="0"/>
              <a:t> </a:t>
            </a:r>
            <a:r>
              <a:rPr lang="en-US" sz="2400" dirty="0" err="1"/>
              <a:t>sữa</a:t>
            </a:r>
            <a:r>
              <a:rPr lang="en-US" sz="2400" dirty="0"/>
              <a:t> </a:t>
            </a:r>
            <a:r>
              <a:rPr lang="en-US" sz="2400" dirty="0" err="1"/>
              <a:t>mẹ</a:t>
            </a:r>
            <a:r>
              <a:rPr lang="en-US" sz="2400" dirty="0"/>
              <a:t>, </a:t>
            </a:r>
            <a:r>
              <a:rPr lang="en-US" sz="2400" dirty="0" smtClean="0"/>
              <a:t>(pH </a:t>
            </a:r>
            <a:r>
              <a:rPr lang="en-US" sz="2400" dirty="0" err="1" smtClean="0"/>
              <a:t>tối</a:t>
            </a:r>
            <a:r>
              <a:rPr lang="en-US" sz="2400" dirty="0" smtClean="0"/>
              <a:t> </a:t>
            </a:r>
            <a:r>
              <a:rPr lang="en-US" sz="2400" dirty="0" err="1" smtClean="0"/>
              <a:t>thuận</a:t>
            </a:r>
            <a:r>
              <a:rPr lang="en-US" sz="2400" dirty="0" smtClean="0"/>
              <a:t>: 6-6,5) </a:t>
            </a:r>
            <a:r>
              <a:rPr lang="en-US" sz="2400" dirty="0" err="1" smtClean="0"/>
              <a:t>có</a:t>
            </a:r>
            <a:r>
              <a:rPr lang="en-US" sz="2400" dirty="0" smtClean="0"/>
              <a:t> </a:t>
            </a:r>
            <a:r>
              <a:rPr lang="en-US" sz="2400" dirty="0" err="1"/>
              <a:t>tác</a:t>
            </a:r>
            <a:r>
              <a:rPr lang="en-US" sz="2400" dirty="0"/>
              <a:t> </a:t>
            </a:r>
            <a:r>
              <a:rPr lang="en-US" sz="2400" dirty="0" err="1"/>
              <a:t>dụng</a:t>
            </a:r>
            <a:r>
              <a:rPr lang="en-US" sz="2400" dirty="0"/>
              <a:t> </a:t>
            </a:r>
            <a:r>
              <a:rPr lang="en-US" sz="2400" dirty="0" err="1"/>
              <a:t>làm</a:t>
            </a:r>
            <a:r>
              <a:rPr lang="en-US" sz="2400" dirty="0"/>
              <a:t> </a:t>
            </a:r>
            <a:r>
              <a:rPr lang="en-US" sz="2400" dirty="0" err="1"/>
              <a:t>vón</a:t>
            </a:r>
            <a:r>
              <a:rPr lang="en-US" sz="2400" dirty="0"/>
              <a:t> casein </a:t>
            </a:r>
            <a:r>
              <a:rPr lang="en-US" sz="2400" dirty="0" err="1"/>
              <a:t>của</a:t>
            </a:r>
            <a:r>
              <a:rPr lang="en-US" sz="2400" dirty="0"/>
              <a:t> </a:t>
            </a:r>
            <a:r>
              <a:rPr lang="en-US" sz="2400" dirty="0" err="1"/>
              <a:t>sữa</a:t>
            </a:r>
            <a:r>
              <a:rPr lang="en-US" sz="2400" dirty="0"/>
              <a:t> </a:t>
            </a:r>
            <a:r>
              <a:rPr lang="en-US" sz="2400" dirty="0" err="1"/>
              <a:t>bò</a:t>
            </a:r>
            <a:r>
              <a:rPr lang="en-US" sz="2400" dirty="0" smtClean="0"/>
              <a:t>.</a:t>
            </a:r>
            <a:endParaRPr lang="en-US" sz="2400" dirty="0">
              <a:cs typeface="Arial" panose="020B0604020202020204" pitchFamily="34" charset="0"/>
            </a:endParaRPr>
          </a:p>
          <a:p>
            <a:endParaRPr kumimoji="0" lang="en-US" sz="2400" b="0" i="0" u="none" strike="noStrike" cap="none" normalizeH="0" baseline="0" dirty="0" smtClean="0">
              <a:ln>
                <a:noFill/>
              </a:ln>
              <a:solidFill>
                <a:schemeClr val="tx1"/>
              </a:solidFill>
              <a:effectLst/>
              <a:ea typeface="Calibri" panose="020F0502020204030204" pitchFamily="34" charset="0"/>
              <a:cs typeface="Arial" panose="020B0604020202020204" pitchFamily="34" charset="0"/>
            </a:endParaRPr>
          </a:p>
          <a:p>
            <a:endParaRPr kumimoji="0" lang="en-US" sz="2400" b="0" i="0" u="none" strike="noStrike" cap="none" normalizeH="0" baseline="0" dirty="0" smtClean="0">
              <a:ln>
                <a:noFill/>
              </a:ln>
              <a:solidFill>
                <a:schemeClr val="tx1"/>
              </a:solidFill>
              <a:effectLst/>
              <a:ea typeface="Calibri" panose="020F0502020204030204" pitchFamily="34" charset="0"/>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tab pos="1628775" algn="l"/>
              </a:tabLst>
            </a:pPr>
            <a:r>
              <a:rPr kumimoji="0" lang="en-US" sz="2400" b="0" i="0" u="none" strike="noStrike" cap="none" normalizeH="0" baseline="0" dirty="0" err="1" smtClean="0">
                <a:ln>
                  <a:noFill/>
                </a:ln>
                <a:solidFill>
                  <a:schemeClr val="tx1"/>
                </a:solidFill>
                <a:effectLst/>
                <a:ea typeface="Calibri" panose="020F0502020204030204" pitchFamily="34" charset="0"/>
                <a:cs typeface="Arial" panose="020B0604020202020204" pitchFamily="34" charset="0"/>
              </a:rPr>
              <a:t>Số</a:t>
            </a:r>
            <a:r>
              <a:rPr kumimoji="0" lang="en-US" sz="2400" b="0"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ea typeface="Calibri" panose="020F0502020204030204" pitchFamily="34" charset="0"/>
                <a:cs typeface="Arial" panose="020B0604020202020204" pitchFamily="34" charset="0"/>
              </a:rPr>
              <a:t>lượng</a:t>
            </a:r>
            <a:r>
              <a:rPr kumimoji="0" lang="en-US" sz="2400" b="0"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 men ở </a:t>
            </a:r>
            <a:r>
              <a:rPr kumimoji="0" lang="en-US" sz="2400" b="0" i="0" u="none" strike="noStrike" cap="none" normalizeH="0" baseline="0" dirty="0" err="1" smtClean="0">
                <a:ln>
                  <a:noFill/>
                </a:ln>
                <a:solidFill>
                  <a:schemeClr val="tx1"/>
                </a:solidFill>
                <a:effectLst/>
                <a:ea typeface="Calibri" panose="020F0502020204030204" pitchFamily="34" charset="0"/>
                <a:cs typeface="Arial" panose="020B0604020202020204" pitchFamily="34" charset="0"/>
              </a:rPr>
              <a:t>dich</a:t>
            </a:r>
            <a:r>
              <a:rPr kumimoji="0" lang="en-US" sz="2400" b="0"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ea typeface="Calibri" panose="020F0502020204030204" pitchFamily="34" charset="0"/>
                <a:cs typeface="Arial" panose="020B0604020202020204" pitchFamily="34" charset="0"/>
              </a:rPr>
              <a:t>vị</a:t>
            </a:r>
            <a:r>
              <a:rPr kumimoji="0" lang="en-US" sz="2400" b="0"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ea typeface="Calibri" panose="020F0502020204030204" pitchFamily="34" charset="0"/>
                <a:cs typeface="Arial" panose="020B0604020202020204" pitchFamily="34" charset="0"/>
              </a:rPr>
              <a:t>trẻ</a:t>
            </a:r>
            <a:r>
              <a:rPr kumimoji="0" lang="en-US" sz="2400" b="0"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 </a:t>
            </a:r>
            <a:r>
              <a:rPr kumimoji="0" lang="en-US" sz="2400" b="0" i="0" u="none" strike="noStrike" cap="none" normalizeH="0" baseline="0" dirty="0" err="1" smtClean="0">
                <a:ln>
                  <a:noFill/>
                </a:ln>
                <a:solidFill>
                  <a:schemeClr val="tx1"/>
                </a:solidFill>
                <a:effectLst/>
                <a:ea typeface="Calibri" panose="020F0502020204030204" pitchFamily="34" charset="0"/>
                <a:cs typeface="Arial" panose="020B0604020202020204" pitchFamily="34" charset="0"/>
              </a:rPr>
              <a:t>em</a:t>
            </a:r>
            <a:r>
              <a:rPr kumimoji="0" lang="en-US" sz="2400" b="0" i="0" u="none" strike="noStrike" cap="none" normalizeH="0" baseline="0" dirty="0" smtClean="0">
                <a:ln>
                  <a:noFill/>
                </a:ln>
                <a:solidFill>
                  <a:schemeClr val="tx1"/>
                </a:solidFill>
                <a:effectLst/>
                <a:ea typeface="Calibri" panose="020F0502020204030204" pitchFamily="34" charset="0"/>
                <a:cs typeface="Arial" panose="020B0604020202020204" pitchFamily="34" charset="0"/>
              </a:rPr>
              <a:t>:</a:t>
            </a:r>
            <a:endParaRPr kumimoji="0" lang="en-US" sz="2400" b="0" i="0" u="none" strike="noStrike" cap="none" normalizeH="0" baseline="0" dirty="0" smtClean="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20358760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28600"/>
            <a:ext cx="8596668" cy="833718"/>
          </a:xfrm>
        </p:spPr>
        <p:txBody>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dày</a:t>
            </a:r>
            <a:endParaRPr lang="en-US" dirty="0"/>
          </a:p>
        </p:txBody>
      </p:sp>
      <p:sp>
        <p:nvSpPr>
          <p:cNvPr id="3" name="Content Placeholder 2"/>
          <p:cNvSpPr>
            <a:spLocks noGrp="1"/>
          </p:cNvSpPr>
          <p:nvPr>
            <p:ph idx="1"/>
          </p:nvPr>
        </p:nvSpPr>
        <p:spPr>
          <a:xfrm>
            <a:off x="677334" y="954741"/>
            <a:ext cx="10645090" cy="5688106"/>
          </a:xfrm>
        </p:spPr>
        <p:txBody>
          <a:bodyPr>
            <a:normAutofit/>
          </a:bodyPr>
          <a:lstStyle/>
          <a:p>
            <a:pPr marL="0" indent="0">
              <a:buNone/>
            </a:pPr>
            <a:r>
              <a:rPr lang="en-US" sz="2800" i="1" u="sng" dirty="0" smtClean="0">
                <a:latin typeface="Arial" panose="020B0604020202020204" pitchFamily="34" charset="0"/>
                <a:cs typeface="Arial" panose="020B0604020202020204" pitchFamily="34" charset="0"/>
              </a:rPr>
              <a:t>d. </a:t>
            </a:r>
            <a:r>
              <a:rPr lang="en-US" sz="2800" i="1" u="sng" dirty="0" err="1" smtClean="0">
                <a:latin typeface="Arial" panose="020B0604020202020204" pitchFamily="34" charset="0"/>
                <a:cs typeface="Arial" panose="020B0604020202020204" pitchFamily="34" charset="0"/>
              </a:rPr>
              <a:t>Sự</a:t>
            </a:r>
            <a:r>
              <a:rPr lang="en-US" sz="2800" i="1" u="sng" dirty="0" smtClean="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tiêu</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hóa</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thức</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ăn</a:t>
            </a:r>
            <a:r>
              <a:rPr lang="en-US" sz="2800" i="1" u="sng" dirty="0">
                <a:latin typeface="Arial" panose="020B0604020202020204" pitchFamily="34" charset="0"/>
                <a:cs typeface="Arial" panose="020B0604020202020204" pitchFamily="34" charset="0"/>
              </a:rPr>
              <a:t> ở </a:t>
            </a:r>
            <a:r>
              <a:rPr lang="en-US" sz="2800" i="1" u="sng" dirty="0" err="1">
                <a:latin typeface="Arial" panose="020B0604020202020204" pitchFamily="34" charset="0"/>
                <a:cs typeface="Arial" panose="020B0604020202020204" pitchFamily="34" charset="0"/>
              </a:rPr>
              <a:t>dạ</a:t>
            </a:r>
            <a:r>
              <a:rPr lang="en-US" sz="2800" i="1" u="sng" dirty="0">
                <a:latin typeface="Arial" panose="020B0604020202020204" pitchFamily="34" charset="0"/>
                <a:cs typeface="Arial" panose="020B0604020202020204" pitchFamily="34" charset="0"/>
              </a:rPr>
              <a:t> </a:t>
            </a:r>
            <a:r>
              <a:rPr lang="en-US" sz="2800" i="1" u="sng" dirty="0" err="1">
                <a:latin typeface="Arial" panose="020B0604020202020204" pitchFamily="34" charset="0"/>
                <a:cs typeface="Arial" panose="020B0604020202020204" pitchFamily="34" charset="0"/>
              </a:rPr>
              <a:t>dày</a:t>
            </a:r>
            <a:r>
              <a:rPr lang="en-US" sz="2800" i="1" u="sng" dirty="0">
                <a:latin typeface="Arial" panose="020B0604020202020204" pitchFamily="34" charset="0"/>
                <a:cs typeface="Arial" panose="020B0604020202020204" pitchFamily="34" charset="0"/>
              </a:rPr>
              <a:t> </a:t>
            </a:r>
            <a:endParaRPr lang="en-US" sz="2800" i="1" u="sng" dirty="0" smtClean="0">
              <a:latin typeface="Arial" panose="020B0604020202020204" pitchFamily="34" charset="0"/>
              <a:cs typeface="Arial" panose="020B0604020202020204" pitchFamily="34" charset="0"/>
            </a:endParaRPr>
          </a:p>
          <a:p>
            <a:pPr marL="0" indent="0">
              <a:buNone/>
            </a:pPr>
            <a:endParaRPr lang="en-US" sz="2800" u="sng" dirty="0" smtClean="0">
              <a:latin typeface="Arial" panose="020B0604020202020204" pitchFamily="34" charset="0"/>
              <a:cs typeface="Arial" panose="020B0604020202020204" pitchFamily="34" charset="0"/>
            </a:endParaRPr>
          </a:p>
          <a:p>
            <a:pPr marL="0" indent="0">
              <a:buNone/>
            </a:pPr>
            <a:endParaRPr lang="en-US" sz="2800" u="sng" dirty="0">
              <a:latin typeface="Arial" panose="020B0604020202020204" pitchFamily="34" charset="0"/>
              <a:cs typeface="Arial" panose="020B0604020202020204" pitchFamily="34" charset="0"/>
            </a:endParaRPr>
          </a:p>
          <a:p>
            <a:pPr marL="0" indent="0">
              <a:buNone/>
            </a:pPr>
            <a:endParaRPr lang="en-US" sz="2800" u="sng" dirty="0" smtClean="0">
              <a:latin typeface="Arial" panose="020B0604020202020204" pitchFamily="34" charset="0"/>
              <a:cs typeface="Arial" panose="020B0604020202020204" pitchFamily="34" charset="0"/>
            </a:endParaRPr>
          </a:p>
          <a:p>
            <a:pPr marL="0" indent="0">
              <a:buNone/>
            </a:pPr>
            <a:endParaRPr lang="en-US" sz="2800" u="sng" dirty="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Thời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ăn</a:t>
            </a:r>
            <a:r>
              <a:rPr lang="en-US" sz="2400" dirty="0">
                <a:latin typeface="Arial" panose="020B0604020202020204" pitchFamily="34" charset="0"/>
                <a:cs typeface="Arial" panose="020B0604020202020204" pitchFamily="34" charset="0"/>
              </a:rPr>
              <a:t> ở </a:t>
            </a:r>
            <a:r>
              <a:rPr lang="en-US" sz="2400" dirty="0" err="1">
                <a:latin typeface="Arial" panose="020B0604020202020204" pitchFamily="34" charset="0"/>
                <a:cs typeface="Arial" panose="020B0604020202020204" pitchFamily="34" charset="0"/>
              </a:rPr>
              <a:t>dạ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dày</a:t>
            </a:r>
            <a:r>
              <a:rPr lang="en-US" sz="2400" dirty="0">
                <a:latin typeface="Arial" panose="020B0604020202020204" pitchFamily="34" charset="0"/>
                <a:cs typeface="Arial" panose="020B0604020202020204" pitchFamily="34" charset="0"/>
              </a:rPr>
              <a:t>: 2 - 2,5h </a:t>
            </a:r>
            <a:r>
              <a:rPr lang="en-US" sz="2400" dirty="0" err="1">
                <a:latin typeface="Arial" panose="020B0604020202020204" pitchFamily="34" charset="0"/>
                <a:cs typeface="Arial" panose="020B0604020202020204" pitchFamily="34" charset="0"/>
              </a:rPr>
              <a:t>nếu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bú</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mẹ</a:t>
            </a:r>
            <a:endParaRPr lang="en-US" sz="2400" dirty="0">
              <a:latin typeface="Arial" panose="020B0604020202020204" pitchFamily="34" charset="0"/>
              <a:cs typeface="Arial" panose="020B0604020202020204" pitchFamily="34" charset="0"/>
            </a:endParaRPr>
          </a:p>
          <a:p>
            <a:pPr indent="3946525">
              <a:buNone/>
            </a:pPr>
            <a:r>
              <a:rPr lang="en-US" sz="2400" dirty="0">
                <a:latin typeface="Arial" panose="020B0604020202020204" pitchFamily="34" charset="0"/>
                <a:cs typeface="Arial" panose="020B0604020202020204" pitchFamily="34" charset="0"/>
              </a:rPr>
              <a:t>3 - 4h </a:t>
            </a:r>
            <a:r>
              <a:rPr lang="en-US" sz="2400" dirty="0" err="1">
                <a:latin typeface="Arial" panose="020B0604020202020204" pitchFamily="34" charset="0"/>
                <a:cs typeface="Arial" panose="020B0604020202020204" pitchFamily="34" charset="0"/>
              </a:rPr>
              <a:t>nếu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bú</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sữa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bò</a:t>
            </a:r>
            <a:endParaRPr lang="en-US" sz="2400" dirty="0">
              <a:latin typeface="Arial" panose="020B0604020202020204" pitchFamily="34" charset="0"/>
              <a:cs typeface="Arial" panose="020B0604020202020204" pitchFamily="34" charset="0"/>
            </a:endParaRPr>
          </a:p>
          <a:p>
            <a:pPr indent="3946525">
              <a:buNone/>
            </a:pPr>
            <a:r>
              <a:rPr lang="en-US" sz="2400" dirty="0">
                <a:latin typeface="Arial" panose="020B0604020202020204" pitchFamily="34" charset="0"/>
                <a:cs typeface="Arial" panose="020B0604020202020204" pitchFamily="34" charset="0"/>
              </a:rPr>
              <a:t>4 - 5h </a:t>
            </a:r>
            <a:r>
              <a:rPr lang="en-US" sz="2400" dirty="0" err="1">
                <a:latin typeface="Arial" panose="020B0604020202020204" pitchFamily="34" charset="0"/>
                <a:cs typeface="Arial" panose="020B0604020202020204" pitchFamily="34" charset="0"/>
              </a:rPr>
              <a:t>nếu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bú</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sữa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bò</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béo</a:t>
            </a:r>
            <a:endParaRPr lang="en-US" sz="2400" dirty="0">
              <a:latin typeface="Arial" panose="020B0604020202020204" pitchFamily="34" charset="0"/>
              <a:cs typeface="Arial" panose="020B0604020202020204" pitchFamily="34" charset="0"/>
            </a:endParaRPr>
          </a:p>
          <a:p>
            <a:r>
              <a:rPr lang="en-US" sz="2400" dirty="0" err="1">
                <a:latin typeface="Arial" panose="020B0604020202020204" pitchFamily="34" charset="0"/>
                <a:cs typeface="Arial" panose="020B0604020202020204" pitchFamily="34" charset="0"/>
              </a:rPr>
              <a:t>Thời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ăn</a:t>
            </a:r>
            <a:r>
              <a:rPr lang="en-US" sz="2400" dirty="0">
                <a:latin typeface="Arial" panose="020B0604020202020204" pitchFamily="34" charset="0"/>
                <a:cs typeface="Arial" panose="020B0604020202020204" pitchFamily="34" charset="0"/>
              </a:rPr>
              <a:t> ở </a:t>
            </a:r>
            <a:r>
              <a:rPr lang="en-US" sz="2400" dirty="0" err="1">
                <a:latin typeface="Arial" panose="020B0604020202020204" pitchFamily="34" charset="0"/>
                <a:cs typeface="Arial" panose="020B0604020202020204" pitchFamily="34" charset="0"/>
              </a:rPr>
              <a:t>dạ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dày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sẽ</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lâu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hơn</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nếu</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quá</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nóng</a:t>
            </a:r>
            <a:r>
              <a:rPr lang="en-US" sz="2400" dirty="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lạnh</a:t>
            </a:r>
            <a:r>
              <a:rPr lang="en-US" sz="2400" dirty="0">
                <a:latin typeface="Arial" panose="020B0604020202020204" pitchFamily="34" charset="0"/>
                <a:cs typeface="Arial" panose="020B0604020202020204" pitchFamily="34" charset="0"/>
              </a:rPr>
              <a:t>, hay </a:t>
            </a:r>
            <a:r>
              <a:rPr lang="en-US" sz="2400" dirty="0" err="1">
                <a:latin typeface="Arial" panose="020B0604020202020204" pitchFamily="34" charset="0"/>
                <a:cs typeface="Arial" panose="020B0604020202020204" pitchFamily="34" charset="0"/>
              </a:rPr>
              <a:t>ko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nghiền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nhai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kỹ</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loại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mỡ</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nvPr>
        </p:nvGraphicFramePr>
        <p:xfrm>
          <a:off x="808315" y="1526489"/>
          <a:ext cx="10258613" cy="2090770"/>
        </p:xfrm>
        <a:graphic>
          <a:graphicData uri="http://schemas.openxmlformats.org/drawingml/2006/table">
            <a:tbl>
              <a:tblPr firstRow="1" bandRow="1">
                <a:tableStyleId>{5C22544A-7EE6-4342-B048-85BDC9FD1C3A}</a:tableStyleId>
              </a:tblPr>
              <a:tblGrid>
                <a:gridCol w="4462932">
                  <a:extLst>
                    <a:ext uri="{9D8B030D-6E8A-4147-A177-3AD203B41FA5}">
                      <a16:colId xmlns:a16="http://schemas.microsoft.com/office/drawing/2014/main" val="20000"/>
                    </a:ext>
                  </a:extLst>
                </a:gridCol>
                <a:gridCol w="5795681">
                  <a:extLst>
                    <a:ext uri="{9D8B030D-6E8A-4147-A177-3AD203B41FA5}">
                      <a16:colId xmlns:a16="http://schemas.microsoft.com/office/drawing/2014/main" val="20001"/>
                    </a:ext>
                  </a:extLst>
                </a:gridCol>
              </a:tblGrid>
              <a:tr h="624178">
                <a:tc>
                  <a:txBody>
                    <a:bodyPr/>
                    <a:lstStyle/>
                    <a:p>
                      <a:r>
                        <a:rPr lang="en-US" sz="2400" b="1" kern="1200" dirty="0" err="1" smtClean="0">
                          <a:solidFill>
                            <a:schemeClr val="lt1"/>
                          </a:solidFill>
                          <a:effectLst/>
                          <a:latin typeface="Arial" panose="020B0604020202020204" pitchFamily="34" charset="0"/>
                          <a:ea typeface="+mn-ea"/>
                          <a:cs typeface="Arial" panose="020B0604020202020204" pitchFamily="34" charset="0"/>
                        </a:rPr>
                        <a:t>Trẻ</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bú</a:t>
                      </a:r>
                      <a:r>
                        <a:rPr lang="en-US" sz="2400" b="1" kern="1200" dirty="0" smtClean="0">
                          <a:solidFill>
                            <a:schemeClr val="lt1"/>
                          </a:solidFill>
                          <a:effectLst/>
                          <a:latin typeface="Arial" panose="020B0604020202020204" pitchFamily="34" charset="0"/>
                          <a:ea typeface="+mn-ea"/>
                          <a:cs typeface="Arial" panose="020B0604020202020204" pitchFamily="34" charset="0"/>
                        </a:rPr>
                        <a:t> </a:t>
                      </a:r>
                      <a:r>
                        <a:rPr lang="en-US" sz="2400" b="1" kern="1200" dirty="0" err="1" smtClean="0">
                          <a:solidFill>
                            <a:schemeClr val="lt1"/>
                          </a:solidFill>
                          <a:effectLst/>
                          <a:latin typeface="Arial" panose="020B0604020202020204" pitchFamily="34" charset="0"/>
                          <a:ea typeface="+mn-ea"/>
                          <a:cs typeface="Arial" panose="020B0604020202020204" pitchFamily="34" charset="0"/>
                        </a:rPr>
                        <a:t>mẹ</a:t>
                      </a:r>
                      <a:endParaRPr lang="en-US" sz="2400" dirty="0">
                        <a:latin typeface="Arial" panose="020B0604020202020204" pitchFamily="34" charset="0"/>
                        <a:cs typeface="Arial" panose="020B0604020202020204" pitchFamily="34" charset="0"/>
                      </a:endParaRPr>
                    </a:p>
                  </a:txBody>
                  <a:tcPr/>
                </a:tc>
                <a:tc>
                  <a:txBody>
                    <a:bodyPr/>
                    <a:lstStyle/>
                    <a:p>
                      <a:r>
                        <a:rPr lang="en-US" sz="2400" dirty="0" err="1" smtClean="0">
                          <a:latin typeface="Arial" panose="020B0604020202020204" pitchFamily="34" charset="0"/>
                          <a:cs typeface="Arial" panose="020B0604020202020204" pitchFamily="34" charset="0"/>
                        </a:rPr>
                        <a:t>Trẻ</a:t>
                      </a:r>
                      <a:r>
                        <a:rPr lang="en-US" sz="2400" baseline="0" dirty="0" smtClean="0">
                          <a:latin typeface="Arial" panose="020B0604020202020204" pitchFamily="34" charset="0"/>
                          <a:cs typeface="Arial" panose="020B0604020202020204" pitchFamily="34" charset="0"/>
                        </a:rPr>
                        <a:t> </a:t>
                      </a:r>
                      <a:r>
                        <a:rPr lang="en-US" sz="2400" baseline="0" dirty="0" err="1" smtClean="0">
                          <a:latin typeface="Arial" panose="020B0604020202020204" pitchFamily="34" charset="0"/>
                          <a:cs typeface="Arial" panose="020B0604020202020204" pitchFamily="34" charset="0"/>
                        </a:rPr>
                        <a:t>nuôi</a:t>
                      </a:r>
                      <a:r>
                        <a:rPr lang="en-US" sz="2400" baseline="0" dirty="0" smtClean="0">
                          <a:latin typeface="Arial" panose="020B0604020202020204" pitchFamily="34" charset="0"/>
                          <a:cs typeface="Arial" panose="020B0604020202020204" pitchFamily="34" charset="0"/>
                        </a:rPr>
                        <a:t> </a:t>
                      </a:r>
                      <a:r>
                        <a:rPr lang="en-US" sz="2400" baseline="0" dirty="0" err="1" smtClean="0">
                          <a:latin typeface="Arial" panose="020B0604020202020204" pitchFamily="34" charset="0"/>
                          <a:cs typeface="Arial" panose="020B0604020202020204" pitchFamily="34" charset="0"/>
                        </a:rPr>
                        <a:t>nhân</a:t>
                      </a:r>
                      <a:r>
                        <a:rPr lang="en-US" sz="2400" baseline="0" dirty="0" smtClean="0">
                          <a:latin typeface="Arial" panose="020B0604020202020204" pitchFamily="34" charset="0"/>
                          <a:cs typeface="Arial" panose="020B0604020202020204" pitchFamily="34" charset="0"/>
                        </a:rPr>
                        <a:t> </a:t>
                      </a:r>
                      <a:r>
                        <a:rPr lang="en-US" sz="2400" baseline="0" dirty="0" err="1" smtClean="0">
                          <a:latin typeface="Arial" panose="020B0604020202020204" pitchFamily="34" charset="0"/>
                          <a:cs typeface="Arial" panose="020B0604020202020204" pitchFamily="34" charset="0"/>
                        </a:rPr>
                        <a:t>tạo</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1466592">
                <a:tc>
                  <a:txBody>
                    <a:bodyPr/>
                    <a:lstStyle/>
                    <a:p>
                      <a:r>
                        <a:rPr lang="en-US" sz="2400" kern="1200" dirty="0" smtClean="0">
                          <a:solidFill>
                            <a:schemeClr val="dk1"/>
                          </a:solidFill>
                          <a:effectLst/>
                          <a:latin typeface="Arial" panose="020B0604020202020204" pitchFamily="34" charset="0"/>
                          <a:ea typeface="+mn-ea"/>
                          <a:cs typeface="Arial" panose="020B0604020202020204" pitchFamily="34" charset="0"/>
                        </a:rPr>
                        <a:t>25% </a:t>
                      </a:r>
                      <a:r>
                        <a:rPr lang="en-US" sz="2400" kern="1200" dirty="0" err="1" smtClean="0">
                          <a:solidFill>
                            <a:schemeClr val="dk1"/>
                          </a:solidFill>
                          <a:effectLst/>
                          <a:latin typeface="Arial" panose="020B0604020202020204" pitchFamily="34" charset="0"/>
                          <a:ea typeface="+mn-ea"/>
                          <a:cs typeface="Arial" panose="020B0604020202020204" pitchFamily="34" charset="0"/>
                        </a:rPr>
                        <a:t>lượng</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sữa</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đã</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được</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hấp</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thu</a:t>
                      </a:r>
                      <a:r>
                        <a:rPr lang="en-US" sz="2400" kern="1200" dirty="0" smtClean="0">
                          <a:solidFill>
                            <a:schemeClr val="dk1"/>
                          </a:solidFill>
                          <a:effectLst/>
                          <a:latin typeface="Arial" panose="020B0604020202020204" pitchFamily="34" charset="0"/>
                          <a:ea typeface="+mn-ea"/>
                          <a:cs typeface="Arial" panose="020B0604020202020204" pitchFamily="34" charset="0"/>
                        </a:rPr>
                        <a:t> ở DD </a:t>
                      </a:r>
                      <a:r>
                        <a:rPr lang="en-US" sz="2400" kern="1200" dirty="0" err="1" smtClean="0">
                          <a:solidFill>
                            <a:schemeClr val="dk1"/>
                          </a:solidFill>
                          <a:effectLst/>
                          <a:latin typeface="Arial" panose="020B0604020202020204" pitchFamily="34" charset="0"/>
                          <a:ea typeface="+mn-ea"/>
                          <a:cs typeface="Arial" panose="020B0604020202020204" pitchFamily="34" charset="0"/>
                        </a:rPr>
                        <a:t>kể</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cả</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protid</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và</a:t>
                      </a:r>
                      <a:r>
                        <a:rPr lang="en-US" sz="2400" kern="1200" dirty="0" smtClean="0">
                          <a:solidFill>
                            <a:schemeClr val="dk1"/>
                          </a:solidFill>
                          <a:effectLst/>
                          <a:latin typeface="Arial" panose="020B0604020202020204" pitchFamily="34" charset="0"/>
                          <a:ea typeface="+mn-ea"/>
                          <a:cs typeface="Arial" panose="020B0604020202020204" pitchFamily="34" charset="0"/>
                        </a:rPr>
                        <a:t> lipid</a:t>
                      </a:r>
                      <a:r>
                        <a:rPr lang="en-US" sz="1800" kern="1200" dirty="0" smtClean="0">
                          <a:solidFill>
                            <a:schemeClr val="dk1"/>
                          </a:solidFill>
                          <a:effectLst/>
                          <a:latin typeface="+mn-lt"/>
                          <a:ea typeface="+mn-ea"/>
                          <a:cs typeface="+mn-cs"/>
                        </a:rPr>
                        <a:t>. </a:t>
                      </a:r>
                      <a:endParaRPr lang="en-US" dirty="0"/>
                    </a:p>
                  </a:txBody>
                  <a:tcPr/>
                </a:tc>
                <a:tc>
                  <a:txBody>
                    <a:bodyPr/>
                    <a:lstStyle/>
                    <a:p>
                      <a:r>
                        <a:rPr lang="en-US" sz="2400" kern="1200" dirty="0" err="1" smtClean="0">
                          <a:solidFill>
                            <a:schemeClr val="dk1"/>
                          </a:solidFill>
                          <a:effectLst/>
                          <a:latin typeface="Arial" panose="020B0604020202020204" pitchFamily="34" charset="0"/>
                          <a:ea typeface="+mn-ea"/>
                          <a:cs typeface="Arial" panose="020B0604020202020204" pitchFamily="34" charset="0"/>
                        </a:rPr>
                        <a:t>Chỉ</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hấp</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thu</a:t>
                      </a:r>
                      <a:r>
                        <a:rPr lang="en-US" sz="2400" kern="1200" dirty="0" smtClean="0">
                          <a:solidFill>
                            <a:schemeClr val="dk1"/>
                          </a:solidFill>
                          <a:effectLst/>
                          <a:latin typeface="Arial" panose="020B0604020202020204" pitchFamily="34" charset="0"/>
                          <a:ea typeface="+mn-ea"/>
                          <a:cs typeface="Arial" panose="020B0604020202020204" pitchFamily="34" charset="0"/>
                        </a:rPr>
                        <a:t> 1</a:t>
                      </a:r>
                      <a:r>
                        <a:rPr lang="en-US" sz="2400" kern="1200" baseline="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số</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ít</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đường</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muối</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khoáng</a:t>
                      </a:r>
                      <a:r>
                        <a:rPr lang="en-US" sz="2400" kern="1200" dirty="0" smtClean="0">
                          <a:solidFill>
                            <a:schemeClr val="dk1"/>
                          </a:solidFill>
                          <a:effectLst/>
                          <a:latin typeface="Arial" panose="020B0604020202020204" pitchFamily="34" charset="0"/>
                          <a:ea typeface="+mn-ea"/>
                          <a:cs typeface="Arial" panose="020B0604020202020204" pitchFamily="34" charset="0"/>
                        </a:rPr>
                        <a:t>, 1 </a:t>
                      </a:r>
                      <a:r>
                        <a:rPr lang="en-US" sz="2400" kern="1200" dirty="0" err="1" smtClean="0">
                          <a:solidFill>
                            <a:schemeClr val="dk1"/>
                          </a:solidFill>
                          <a:effectLst/>
                          <a:latin typeface="Arial" panose="020B0604020202020204" pitchFamily="34" charset="0"/>
                          <a:ea typeface="+mn-ea"/>
                          <a:cs typeface="Arial" panose="020B0604020202020204" pitchFamily="34" charset="0"/>
                        </a:rPr>
                        <a:t>phần</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nước</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và</a:t>
                      </a:r>
                      <a:r>
                        <a:rPr lang="en-US" sz="2400" kern="1200" dirty="0" smtClean="0">
                          <a:solidFill>
                            <a:schemeClr val="dk1"/>
                          </a:solidFill>
                          <a:effectLst/>
                          <a:latin typeface="Arial" panose="020B0604020202020204" pitchFamily="34" charset="0"/>
                          <a:ea typeface="+mn-ea"/>
                          <a:cs typeface="Arial" panose="020B0604020202020204" pitchFamily="34" charset="0"/>
                        </a:rPr>
                        <a:t> 1 </a:t>
                      </a:r>
                      <a:r>
                        <a:rPr lang="en-US" sz="2400" kern="1200" dirty="0" err="1" smtClean="0">
                          <a:solidFill>
                            <a:schemeClr val="dk1"/>
                          </a:solidFill>
                          <a:effectLst/>
                          <a:latin typeface="Arial" panose="020B0604020202020204" pitchFamily="34" charset="0"/>
                          <a:ea typeface="+mn-ea"/>
                          <a:cs typeface="Arial" panose="020B0604020202020204" pitchFamily="34" charset="0"/>
                        </a:rPr>
                        <a:t>phần</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đạm</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đã</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hòa</a:t>
                      </a:r>
                      <a:r>
                        <a:rPr lang="en-US" sz="2400" kern="1200" dirty="0" smtClean="0">
                          <a:solidFill>
                            <a:schemeClr val="dk1"/>
                          </a:solidFill>
                          <a:effectLst/>
                          <a:latin typeface="Arial" panose="020B0604020202020204" pitchFamily="34" charset="0"/>
                          <a:ea typeface="+mn-ea"/>
                          <a:cs typeface="Arial" panose="020B0604020202020204" pitchFamily="34" charset="0"/>
                        </a:rPr>
                        <a:t> tan, </a:t>
                      </a:r>
                      <a:r>
                        <a:rPr lang="en-US" sz="2400" kern="1200" dirty="0" err="1" smtClean="0">
                          <a:solidFill>
                            <a:schemeClr val="dk1"/>
                          </a:solidFill>
                          <a:effectLst/>
                          <a:latin typeface="Arial" panose="020B0604020202020204" pitchFamily="34" charset="0"/>
                          <a:ea typeface="+mn-ea"/>
                          <a:cs typeface="Arial" panose="020B0604020202020204" pitchFamily="34" charset="0"/>
                        </a:rPr>
                        <a:t>phần</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lớn</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thức</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ăn</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vào</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ruột</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để</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tiêu</a:t>
                      </a:r>
                      <a:r>
                        <a:rPr lang="en-US" sz="2400" kern="1200" dirty="0" smtClean="0">
                          <a:solidFill>
                            <a:schemeClr val="dk1"/>
                          </a:solidFill>
                          <a:effectLst/>
                          <a:latin typeface="Arial" panose="020B0604020202020204" pitchFamily="34" charset="0"/>
                          <a:ea typeface="+mn-ea"/>
                          <a:cs typeface="Arial" panose="020B0604020202020204" pitchFamily="34" charset="0"/>
                        </a:rPr>
                        <a:t> </a:t>
                      </a:r>
                      <a:r>
                        <a:rPr lang="en-US" sz="2400" kern="1200" dirty="0" err="1" smtClean="0">
                          <a:solidFill>
                            <a:schemeClr val="dk1"/>
                          </a:solidFill>
                          <a:effectLst/>
                          <a:latin typeface="Arial" panose="020B0604020202020204" pitchFamily="34" charset="0"/>
                          <a:ea typeface="+mn-ea"/>
                          <a:cs typeface="Arial" panose="020B0604020202020204" pitchFamily="34" charset="0"/>
                        </a:rPr>
                        <a:t>hóa</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055897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46529"/>
            <a:ext cx="8596668" cy="1057836"/>
          </a:xfrm>
        </p:spPr>
        <p:txBody>
          <a:bodyPr>
            <a:normAutofit fontScale="90000"/>
          </a:bodyPr>
          <a:lstStyle/>
          <a:p>
            <a:r>
              <a:rPr lang="en-US" sz="4000" dirty="0" smtClean="0">
                <a:latin typeface="Arial" panose="020B0604020202020204" pitchFamily="34" charset="0"/>
                <a:cs typeface="Arial" panose="020B0604020202020204" pitchFamily="34" charset="0"/>
              </a:rPr>
              <a:t>*</a:t>
            </a:r>
            <a:r>
              <a:rPr lang="en-US" sz="4000" dirty="0" err="1" smtClean="0">
                <a:latin typeface="Arial" panose="020B0604020202020204" pitchFamily="34" charset="0"/>
                <a:cs typeface="Arial" panose="020B0604020202020204" pitchFamily="34" charset="0"/>
              </a:rPr>
              <a:t>Một</a:t>
            </a:r>
            <a:r>
              <a:rPr lang="en-US" sz="4000" dirty="0" smtClean="0">
                <a:latin typeface="Arial" panose="020B0604020202020204" pitchFamily="34" charset="0"/>
                <a:cs typeface="Arial" panose="020B0604020202020204" pitchFamily="34" charset="0"/>
              </a:rPr>
              <a:t> </a:t>
            </a:r>
            <a:r>
              <a:rPr lang="en-US" sz="4000" dirty="0" err="1" smtClean="0">
                <a:latin typeface="Arial" panose="020B0604020202020204" pitchFamily="34" charset="0"/>
                <a:cs typeface="Arial" panose="020B0604020202020204" pitchFamily="34" charset="0"/>
              </a:rPr>
              <a:t>số</a:t>
            </a:r>
            <a:r>
              <a:rPr lang="en-US" sz="4000" dirty="0" smtClean="0">
                <a:latin typeface="Arial" panose="020B0604020202020204" pitchFamily="34" charset="0"/>
                <a:cs typeface="Arial" panose="020B0604020202020204" pitchFamily="34" charset="0"/>
              </a:rPr>
              <a:t> </a:t>
            </a:r>
            <a:r>
              <a:rPr lang="en-US" sz="4000" dirty="0" err="1" smtClean="0">
                <a:latin typeface="Arial" panose="020B0604020202020204" pitchFamily="34" charset="0"/>
                <a:cs typeface="Arial" panose="020B0604020202020204" pitchFamily="34" charset="0"/>
              </a:rPr>
              <a:t>bệnh</a:t>
            </a:r>
            <a:r>
              <a:rPr lang="en-US" sz="4000" dirty="0" smtClean="0">
                <a:latin typeface="Arial" panose="020B0604020202020204" pitchFamily="34" charset="0"/>
                <a:cs typeface="Arial" panose="020B0604020202020204" pitchFamily="34" charset="0"/>
              </a:rPr>
              <a:t> </a:t>
            </a:r>
            <a:r>
              <a:rPr lang="en-US" sz="4000" dirty="0" err="1" smtClean="0">
                <a:latin typeface="Arial" panose="020B0604020202020204" pitchFamily="34" charset="0"/>
                <a:cs typeface="Arial" panose="020B0604020202020204" pitchFamily="34" charset="0"/>
              </a:rPr>
              <a:t>lý</a:t>
            </a:r>
            <a:r>
              <a:rPr lang="en-US" sz="4000" dirty="0" smtClean="0">
                <a:latin typeface="Arial" panose="020B0604020202020204" pitchFamily="34" charset="0"/>
                <a:cs typeface="Arial" panose="020B0604020202020204" pitchFamily="34" charset="0"/>
              </a:rPr>
              <a:t> </a:t>
            </a:r>
            <a:r>
              <a:rPr lang="en-US" sz="4000" dirty="0" err="1" smtClean="0">
                <a:latin typeface="Arial" panose="020B0604020202020204" pitchFamily="34" charset="0"/>
                <a:cs typeface="Arial" panose="020B0604020202020204" pitchFamily="34" charset="0"/>
              </a:rPr>
              <a:t>tại</a:t>
            </a:r>
            <a:r>
              <a:rPr lang="en-US" sz="4000" dirty="0" smtClean="0">
                <a:latin typeface="Arial" panose="020B0604020202020204" pitchFamily="34" charset="0"/>
                <a:cs typeface="Arial" panose="020B0604020202020204" pitchFamily="34" charset="0"/>
              </a:rPr>
              <a:t> </a:t>
            </a:r>
            <a:r>
              <a:rPr lang="en-US" sz="4000" dirty="0" err="1" smtClean="0">
                <a:latin typeface="Arial" panose="020B0604020202020204" pitchFamily="34" charset="0"/>
                <a:cs typeface="Arial" panose="020B0604020202020204" pitchFamily="34" charset="0"/>
              </a:rPr>
              <a:t>dạ</a:t>
            </a:r>
            <a:r>
              <a:rPr lang="en-US" sz="4000" dirty="0" smtClean="0">
                <a:latin typeface="Arial" panose="020B0604020202020204" pitchFamily="34" charset="0"/>
                <a:cs typeface="Arial" panose="020B0604020202020204" pitchFamily="34" charset="0"/>
              </a:rPr>
              <a:t> </a:t>
            </a:r>
            <a:r>
              <a:rPr lang="en-US" sz="4000" dirty="0" err="1" smtClean="0">
                <a:latin typeface="Arial" panose="020B0604020202020204" pitchFamily="34" charset="0"/>
                <a:cs typeface="Arial" panose="020B0604020202020204" pitchFamily="34" charset="0"/>
              </a:rPr>
              <a:t>dày</a:t>
            </a:r>
            <a:r>
              <a:rPr lang="en-US" sz="4000" dirty="0" smtClean="0">
                <a:latin typeface="Arial" panose="020B0604020202020204" pitchFamily="34" charset="0"/>
                <a:cs typeface="Arial" panose="020B0604020202020204" pitchFamily="34" charset="0"/>
              </a:rPr>
              <a:t>:</a:t>
            </a:r>
            <a:br>
              <a:rPr lang="en-US" sz="4000" dirty="0" smtClean="0">
                <a:latin typeface="Arial" panose="020B0604020202020204" pitchFamily="34" charset="0"/>
                <a:cs typeface="Arial" panose="020B0604020202020204" pitchFamily="34" charset="0"/>
              </a:rPr>
            </a:br>
            <a:r>
              <a:rPr lang="en-US" sz="2700" dirty="0" err="1" smtClean="0">
                <a:solidFill>
                  <a:schemeClr val="tx1"/>
                </a:solidFill>
                <a:latin typeface="Arial" panose="020B0604020202020204" pitchFamily="34" charset="0"/>
                <a:cs typeface="Arial" panose="020B0604020202020204" pitchFamily="34" charset="0"/>
              </a:rPr>
              <a:t>Hẹp</a:t>
            </a:r>
            <a:r>
              <a:rPr lang="en-US" sz="2700" dirty="0" smtClean="0">
                <a:solidFill>
                  <a:schemeClr val="tx1"/>
                </a:solidFill>
                <a:latin typeface="Arial" panose="020B0604020202020204" pitchFamily="34" charset="0"/>
                <a:cs typeface="Arial" panose="020B0604020202020204" pitchFamily="34" charset="0"/>
              </a:rPr>
              <a:t> </a:t>
            </a:r>
            <a:r>
              <a:rPr lang="en-US" sz="2700" dirty="0" err="1" smtClean="0">
                <a:solidFill>
                  <a:schemeClr val="tx1"/>
                </a:solidFill>
                <a:latin typeface="Arial" panose="020B0604020202020204" pitchFamily="34" charset="0"/>
                <a:cs typeface="Arial" panose="020B0604020202020204" pitchFamily="34" charset="0"/>
              </a:rPr>
              <a:t>phì</a:t>
            </a:r>
            <a:r>
              <a:rPr lang="en-US" sz="2700" dirty="0" smtClean="0">
                <a:solidFill>
                  <a:schemeClr val="tx1"/>
                </a:solidFill>
                <a:latin typeface="Arial" panose="020B0604020202020204" pitchFamily="34" charset="0"/>
                <a:cs typeface="Arial" panose="020B0604020202020204" pitchFamily="34" charset="0"/>
              </a:rPr>
              <a:t> </a:t>
            </a:r>
            <a:r>
              <a:rPr lang="en-US" sz="2700" dirty="0" err="1" smtClean="0">
                <a:solidFill>
                  <a:schemeClr val="tx1"/>
                </a:solidFill>
                <a:latin typeface="Arial" panose="020B0604020202020204" pitchFamily="34" charset="0"/>
                <a:cs typeface="Arial" panose="020B0604020202020204" pitchFamily="34" charset="0"/>
              </a:rPr>
              <a:t>đại</a:t>
            </a:r>
            <a:r>
              <a:rPr lang="en-US" sz="2700" dirty="0" smtClean="0">
                <a:solidFill>
                  <a:schemeClr val="tx1"/>
                </a:solidFill>
                <a:latin typeface="Arial" panose="020B0604020202020204" pitchFamily="34" charset="0"/>
                <a:cs typeface="Arial" panose="020B0604020202020204" pitchFamily="34" charset="0"/>
              </a:rPr>
              <a:t> </a:t>
            </a:r>
            <a:r>
              <a:rPr lang="en-US" sz="2700" dirty="0" err="1" smtClean="0">
                <a:solidFill>
                  <a:schemeClr val="tx1"/>
                </a:solidFill>
                <a:latin typeface="Arial" panose="020B0604020202020204" pitchFamily="34" charset="0"/>
                <a:cs typeface="Arial" panose="020B0604020202020204" pitchFamily="34" charset="0"/>
              </a:rPr>
              <a:t>môn</a:t>
            </a:r>
            <a:r>
              <a:rPr lang="en-US" sz="2700" dirty="0" smtClean="0">
                <a:solidFill>
                  <a:schemeClr val="tx1"/>
                </a:solidFill>
                <a:latin typeface="Arial" panose="020B0604020202020204" pitchFamily="34" charset="0"/>
                <a:cs typeface="Arial" panose="020B0604020202020204" pitchFamily="34" charset="0"/>
              </a:rPr>
              <a:t> </a:t>
            </a:r>
            <a:r>
              <a:rPr lang="en-US" sz="2700" dirty="0" err="1" smtClean="0">
                <a:solidFill>
                  <a:schemeClr val="tx1"/>
                </a:solidFill>
                <a:latin typeface="Arial" panose="020B0604020202020204" pitchFamily="34" charset="0"/>
                <a:cs typeface="Arial" panose="020B0604020202020204" pitchFamily="34" charset="0"/>
              </a:rPr>
              <a:t>vị</a:t>
            </a:r>
            <a:r>
              <a:rPr lang="en-US" sz="2700" dirty="0" smtClean="0">
                <a:solidFill>
                  <a:schemeClr val="tx1"/>
                </a:solidFill>
                <a:latin typeface="Arial" panose="020B0604020202020204" pitchFamily="34" charset="0"/>
                <a:cs typeface="Arial" panose="020B0604020202020204" pitchFamily="34" charset="0"/>
              </a:rPr>
              <a:t>:						</a:t>
            </a:r>
            <a:r>
              <a:rPr lang="en-US" sz="2700" dirty="0" err="1" smtClean="0">
                <a:solidFill>
                  <a:schemeClr val="tx1"/>
                </a:solidFill>
                <a:latin typeface="Arial" panose="020B0604020202020204" pitchFamily="34" charset="0"/>
                <a:cs typeface="Arial" panose="020B0604020202020204" pitchFamily="34" charset="0"/>
              </a:rPr>
              <a:t>Xoắn</a:t>
            </a:r>
            <a:r>
              <a:rPr lang="en-US" sz="2700" dirty="0" smtClean="0">
                <a:solidFill>
                  <a:schemeClr val="tx1"/>
                </a:solidFill>
                <a:latin typeface="Arial" panose="020B0604020202020204" pitchFamily="34" charset="0"/>
                <a:cs typeface="Arial" panose="020B0604020202020204" pitchFamily="34" charset="0"/>
              </a:rPr>
              <a:t> </a:t>
            </a:r>
            <a:r>
              <a:rPr lang="en-US" sz="2700" dirty="0" err="1" smtClean="0">
                <a:solidFill>
                  <a:schemeClr val="tx1"/>
                </a:solidFill>
                <a:latin typeface="Arial" panose="020B0604020202020204" pitchFamily="34" charset="0"/>
                <a:cs typeface="Arial" panose="020B0604020202020204" pitchFamily="34" charset="0"/>
              </a:rPr>
              <a:t>dạ</a:t>
            </a:r>
            <a:r>
              <a:rPr lang="en-US" sz="2700" dirty="0" smtClean="0">
                <a:solidFill>
                  <a:schemeClr val="tx1"/>
                </a:solidFill>
                <a:latin typeface="Arial" panose="020B0604020202020204" pitchFamily="34" charset="0"/>
                <a:cs typeface="Arial" panose="020B0604020202020204" pitchFamily="34" charset="0"/>
              </a:rPr>
              <a:t> </a:t>
            </a:r>
            <a:r>
              <a:rPr lang="en-US" sz="2700" dirty="0" err="1" smtClean="0">
                <a:solidFill>
                  <a:schemeClr val="tx1"/>
                </a:solidFill>
                <a:latin typeface="Arial" panose="020B0604020202020204" pitchFamily="34" charset="0"/>
                <a:cs typeface="Arial" panose="020B0604020202020204" pitchFamily="34" charset="0"/>
              </a:rPr>
              <a:t>dày</a:t>
            </a:r>
            <a:r>
              <a:rPr lang="en-US" sz="2700" dirty="0" smtClean="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0" y="1707776"/>
            <a:ext cx="5419165" cy="4531659"/>
          </a:xfrm>
        </p:spPr>
      </p:pic>
      <p:pic>
        <p:nvPicPr>
          <p:cNvPr id="6" name="Content Placeholder 5"/>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5419165" y="1707776"/>
            <a:ext cx="6400799" cy="4531659"/>
          </a:xfrm>
        </p:spPr>
      </p:pic>
    </p:spTree>
    <p:extLst>
      <p:ext uri="{BB962C8B-B14F-4D97-AF65-F5344CB8AC3E}">
        <p14:creationId xmlns:p14="http://schemas.microsoft.com/office/powerpoint/2010/main" val="252776303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4BFF513-3453-4244-8C40-C2B0E1AA4064}"/>
              </a:ext>
            </a:extLst>
          </p:cNvPr>
          <p:cNvSpPr>
            <a:spLocks noGrp="1"/>
          </p:cNvSpPr>
          <p:nvPr>
            <p:ph type="title"/>
          </p:nvPr>
        </p:nvSpPr>
        <p:spPr/>
        <p:txBody>
          <a:bodyPr>
            <a:normAutofit/>
          </a:bodyPr>
          <a:lstStyle/>
          <a:p>
            <a:r>
              <a:rPr lang="en-US" sz="4000" dirty="0" smtClean="0">
                <a:solidFill>
                  <a:schemeClr val="tx1"/>
                </a:solidFill>
                <a:latin typeface="Arial" pitchFamily="34" charset="0"/>
                <a:cs typeface="Arial" pitchFamily="34" charset="0"/>
              </a:rPr>
              <a:t>4. RUỘT</a:t>
            </a:r>
            <a:endParaRPr lang="en-US" sz="4000" dirty="0">
              <a:solidFill>
                <a:schemeClr val="tx1"/>
              </a:solidFill>
              <a:latin typeface="Arial" pitchFamily="34" charset="0"/>
              <a:cs typeface="Arial" pitchFamily="34"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7812" y="1819874"/>
            <a:ext cx="5109882" cy="4934146"/>
          </a:xfrm>
        </p:spPr>
      </p:pic>
    </p:spTree>
    <p:extLst>
      <p:ext uri="{BB962C8B-B14F-4D97-AF65-F5344CB8AC3E}">
        <p14:creationId xmlns:p14="http://schemas.microsoft.com/office/powerpoint/2010/main" val="11172817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156387B-533D-4F50-82E8-45B009DBE8CD}"/>
              </a:ext>
            </a:extLst>
          </p:cNvPr>
          <p:cNvSpPr>
            <a:spLocks noGrp="1"/>
          </p:cNvSpPr>
          <p:nvPr>
            <p:ph type="title"/>
          </p:nvPr>
        </p:nvSpPr>
        <p:spPr>
          <a:xfrm>
            <a:off x="267760" y="-409575"/>
            <a:ext cx="8596668" cy="3403600"/>
          </a:xfrm>
        </p:spPr>
        <p:txBody>
          <a:bodyPr/>
          <a:lstStyle/>
          <a:p>
            <a:r>
              <a:rPr lang="en-US" sz="3600" dirty="0" smtClean="0">
                <a:latin typeface="Arial" pitchFamily="34" charset="0"/>
                <a:cs typeface="Arial" pitchFamily="34" charset="0"/>
              </a:rPr>
              <a:t>*</a:t>
            </a:r>
            <a:r>
              <a:rPr lang="en-US" sz="3600" dirty="0" err="1" smtClean="0">
                <a:latin typeface="Arial" pitchFamily="34" charset="0"/>
                <a:cs typeface="Arial" pitchFamily="34" charset="0"/>
              </a:rPr>
              <a:t>Giải</a:t>
            </a:r>
            <a:r>
              <a:rPr lang="en-US" sz="3600" dirty="0" smtClean="0">
                <a:latin typeface="Arial" pitchFamily="34" charset="0"/>
                <a:cs typeface="Arial" pitchFamily="34" charset="0"/>
              </a:rPr>
              <a:t> </a:t>
            </a:r>
            <a:r>
              <a:rPr lang="en-US" sz="3600" dirty="0" err="1">
                <a:latin typeface="Arial" pitchFamily="34" charset="0"/>
                <a:cs typeface="Arial" pitchFamily="34" charset="0"/>
              </a:rPr>
              <a:t>phẫu</a:t>
            </a:r>
            <a:r>
              <a:rPr lang="en-US" sz="3600" dirty="0">
                <a:latin typeface="Arial" pitchFamily="34" charset="0"/>
                <a:cs typeface="Arial" pitchFamily="34" charset="0"/>
              </a:rPr>
              <a:t> </a:t>
            </a:r>
            <a:r>
              <a:rPr lang="en-US" sz="3600" dirty="0" err="1" smtClean="0">
                <a:latin typeface="Arial" pitchFamily="34" charset="0"/>
                <a:cs typeface="Arial" pitchFamily="34" charset="0"/>
              </a:rPr>
              <a:t>ruột</a:t>
            </a:r>
            <a:r>
              <a:rPr lang="en-US" sz="3600" dirty="0" smtClean="0">
                <a:latin typeface="Arial" pitchFamily="34" charset="0"/>
                <a:cs typeface="Arial" pitchFamily="34"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hỗ dành sẵn cho Văn bản 2">
            <a:extLst>
              <a:ext uri="{FF2B5EF4-FFF2-40B4-BE49-F238E27FC236}">
                <a16:creationId xmlns:a16="http://schemas.microsoft.com/office/drawing/2014/main" id="{DE94E426-E5DD-477B-B603-FAEFBFFE7C62}"/>
              </a:ext>
            </a:extLst>
          </p:cNvPr>
          <p:cNvSpPr>
            <a:spLocks noGrp="1"/>
          </p:cNvSpPr>
          <p:nvPr>
            <p:ph type="body" idx="1"/>
          </p:nvPr>
        </p:nvSpPr>
        <p:spPr>
          <a:xfrm>
            <a:off x="267759" y="1689099"/>
            <a:ext cx="10005793" cy="4267948"/>
          </a:xfrm>
        </p:spPr>
        <p:txBody>
          <a:bodyPr>
            <a:normAutofit/>
          </a:bodyPr>
          <a:lstStyle/>
          <a:p>
            <a:pPr marL="285750" indent="-285750">
              <a:lnSpc>
                <a:spcPct val="150000"/>
              </a:lnSpc>
              <a:buFontTx/>
              <a:buChar char="-"/>
            </a:pPr>
            <a:r>
              <a:rPr lang="en-US" sz="2800" dirty="0" err="1">
                <a:latin typeface="Arial" pitchFamily="34" charset="0"/>
                <a:cs typeface="Arial" pitchFamily="34" charset="0"/>
              </a:rPr>
              <a:t>Ruột</a:t>
            </a:r>
            <a:r>
              <a:rPr lang="en-US" sz="2800" dirty="0">
                <a:latin typeface="Arial" pitchFamily="34" charset="0"/>
                <a:cs typeface="Arial" pitchFamily="34" charset="0"/>
              </a:rPr>
              <a:t> </a:t>
            </a:r>
            <a:r>
              <a:rPr lang="en-US" sz="2800" dirty="0" err="1">
                <a:latin typeface="Arial" pitchFamily="34" charset="0"/>
                <a:cs typeface="Arial" pitchFamily="34" charset="0"/>
              </a:rPr>
              <a:t>của</a:t>
            </a:r>
            <a:r>
              <a:rPr lang="en-US" sz="2800" dirty="0">
                <a:latin typeface="Arial" pitchFamily="34" charset="0"/>
                <a:cs typeface="Arial" pitchFamily="34" charset="0"/>
              </a:rPr>
              <a:t> </a:t>
            </a:r>
            <a:r>
              <a:rPr lang="en-US" sz="2800" dirty="0" err="1">
                <a:latin typeface="Arial" pitchFamily="34" charset="0"/>
                <a:cs typeface="Arial" pitchFamily="34" charset="0"/>
              </a:rPr>
              <a:t>trẻ</a:t>
            </a:r>
            <a:r>
              <a:rPr lang="en-US" sz="2800" dirty="0">
                <a:latin typeface="Arial" pitchFamily="34" charset="0"/>
                <a:cs typeface="Arial" pitchFamily="34" charset="0"/>
              </a:rPr>
              <a:t> </a:t>
            </a:r>
            <a:r>
              <a:rPr lang="en-US" sz="2800" dirty="0" err="1">
                <a:latin typeface="Arial" pitchFamily="34" charset="0"/>
                <a:cs typeface="Arial" pitchFamily="34" charset="0"/>
              </a:rPr>
              <a:t>em</a:t>
            </a:r>
            <a:r>
              <a:rPr lang="en-US" sz="2800" dirty="0">
                <a:latin typeface="Arial" pitchFamily="34" charset="0"/>
                <a:cs typeface="Arial" pitchFamily="34" charset="0"/>
              </a:rPr>
              <a:t> </a:t>
            </a:r>
            <a:r>
              <a:rPr lang="en-US" sz="2800" dirty="0" err="1">
                <a:latin typeface="Arial" pitchFamily="34" charset="0"/>
                <a:cs typeface="Arial" pitchFamily="34" charset="0"/>
              </a:rPr>
              <a:t>phát</a:t>
            </a:r>
            <a:r>
              <a:rPr lang="en-US" sz="2800" dirty="0">
                <a:latin typeface="Arial" pitchFamily="34" charset="0"/>
                <a:cs typeface="Arial" pitchFamily="34" charset="0"/>
              </a:rPr>
              <a:t> </a:t>
            </a:r>
            <a:r>
              <a:rPr lang="en-US" sz="2800" dirty="0" err="1">
                <a:latin typeface="Arial" pitchFamily="34" charset="0"/>
                <a:cs typeface="Arial" pitchFamily="34" charset="0"/>
              </a:rPr>
              <a:t>triển</a:t>
            </a:r>
            <a:r>
              <a:rPr lang="en-US" sz="2800" dirty="0">
                <a:latin typeface="Arial" pitchFamily="34" charset="0"/>
                <a:cs typeface="Arial" pitchFamily="34" charset="0"/>
              </a:rPr>
              <a:t> </a:t>
            </a:r>
            <a:r>
              <a:rPr lang="en-US" sz="2800" dirty="0" err="1">
                <a:latin typeface="Arial" pitchFamily="34" charset="0"/>
                <a:cs typeface="Arial" pitchFamily="34" charset="0"/>
              </a:rPr>
              <a:t>nhanh</a:t>
            </a:r>
            <a:r>
              <a:rPr lang="en-US" sz="2800" dirty="0">
                <a:latin typeface="Arial" pitchFamily="34" charset="0"/>
                <a:cs typeface="Arial" pitchFamily="34" charset="0"/>
              </a:rPr>
              <a:t> </a:t>
            </a:r>
            <a:r>
              <a:rPr lang="en-US" sz="2800" dirty="0" err="1">
                <a:latin typeface="Arial" pitchFamily="34" charset="0"/>
                <a:cs typeface="Arial" pitchFamily="34" charset="0"/>
              </a:rPr>
              <a:t>trong</a:t>
            </a:r>
            <a:r>
              <a:rPr lang="en-US" sz="2800" dirty="0">
                <a:latin typeface="Arial" pitchFamily="34" charset="0"/>
                <a:cs typeface="Arial" pitchFamily="34" charset="0"/>
              </a:rPr>
              <a:t> 3 </a:t>
            </a:r>
            <a:r>
              <a:rPr lang="en-US" sz="2800" dirty="0" err="1">
                <a:latin typeface="Arial" pitchFamily="34" charset="0"/>
                <a:cs typeface="Arial" pitchFamily="34" charset="0"/>
              </a:rPr>
              <a:t>năm</a:t>
            </a:r>
            <a:r>
              <a:rPr lang="en-US" sz="2800" dirty="0">
                <a:latin typeface="Arial" pitchFamily="34" charset="0"/>
                <a:cs typeface="Arial" pitchFamily="34" charset="0"/>
              </a:rPr>
              <a:t> </a:t>
            </a:r>
            <a:r>
              <a:rPr lang="en-US" sz="2800" dirty="0" err="1">
                <a:latin typeface="Arial" pitchFamily="34" charset="0"/>
                <a:cs typeface="Arial" pitchFamily="34" charset="0"/>
              </a:rPr>
              <a:t>đầu</a:t>
            </a:r>
            <a:r>
              <a:rPr lang="en-US" sz="2800" dirty="0">
                <a:latin typeface="Arial" pitchFamily="34" charset="0"/>
                <a:cs typeface="Arial" pitchFamily="34" charset="0"/>
              </a:rPr>
              <a:t> </a:t>
            </a:r>
            <a:r>
              <a:rPr lang="en-US" sz="2800" dirty="0" err="1">
                <a:latin typeface="Arial" pitchFamily="34" charset="0"/>
                <a:cs typeface="Arial" pitchFamily="34" charset="0"/>
              </a:rPr>
              <a:t>và</a:t>
            </a:r>
            <a:r>
              <a:rPr lang="en-US" sz="2800" dirty="0">
                <a:latin typeface="Arial" pitchFamily="34" charset="0"/>
                <a:cs typeface="Arial" pitchFamily="34" charset="0"/>
              </a:rPr>
              <a:t> tr</a:t>
            </a:r>
            <a:r>
              <a:rPr lang="vi-VN" sz="2800" dirty="0">
                <a:latin typeface="Arial" pitchFamily="34" charset="0"/>
                <a:cs typeface="Arial" pitchFamily="34" charset="0"/>
              </a:rPr>
              <a:t>ư</a:t>
            </a:r>
            <a:r>
              <a:rPr lang="en-US" sz="2800" dirty="0" err="1">
                <a:latin typeface="Arial" pitchFamily="34" charset="0"/>
                <a:cs typeface="Arial" pitchFamily="34" charset="0"/>
              </a:rPr>
              <a:t>ởng</a:t>
            </a:r>
            <a:r>
              <a:rPr lang="en-US" sz="2800" dirty="0">
                <a:latin typeface="Arial" pitchFamily="34" charset="0"/>
                <a:cs typeface="Arial" pitchFamily="34" charset="0"/>
              </a:rPr>
              <a:t> </a:t>
            </a:r>
            <a:r>
              <a:rPr lang="en-US" sz="2800" dirty="0" err="1">
                <a:latin typeface="Arial" pitchFamily="34" charset="0"/>
                <a:cs typeface="Arial" pitchFamily="34" charset="0"/>
              </a:rPr>
              <a:t>thành</a:t>
            </a:r>
            <a:r>
              <a:rPr lang="en-US" sz="2800" dirty="0">
                <a:latin typeface="Arial" pitchFamily="34" charset="0"/>
                <a:cs typeface="Arial" pitchFamily="34" charset="0"/>
              </a:rPr>
              <a:t> </a:t>
            </a:r>
            <a:r>
              <a:rPr lang="en-US" sz="2800" dirty="0" err="1">
                <a:latin typeface="Arial" pitchFamily="34" charset="0"/>
                <a:cs typeface="Arial" pitchFamily="34" charset="0"/>
              </a:rPr>
              <a:t>vào</a:t>
            </a:r>
            <a:r>
              <a:rPr lang="en-US" sz="2800" dirty="0">
                <a:latin typeface="Arial" pitchFamily="34" charset="0"/>
                <a:cs typeface="Arial" pitchFamily="34" charset="0"/>
              </a:rPr>
              <a:t> </a:t>
            </a:r>
            <a:r>
              <a:rPr lang="en-US" sz="2800" dirty="0" err="1">
                <a:latin typeface="Arial" pitchFamily="34" charset="0"/>
                <a:cs typeface="Arial" pitchFamily="34" charset="0"/>
              </a:rPr>
              <a:t>năm</a:t>
            </a:r>
            <a:r>
              <a:rPr lang="en-US" sz="2800" dirty="0">
                <a:latin typeface="Arial" pitchFamily="34" charset="0"/>
                <a:cs typeface="Arial" pitchFamily="34" charset="0"/>
              </a:rPr>
              <a:t> </a:t>
            </a:r>
            <a:r>
              <a:rPr lang="en-US" sz="2800" dirty="0" err="1">
                <a:latin typeface="Arial" pitchFamily="34" charset="0"/>
                <a:cs typeface="Arial" pitchFamily="34" charset="0"/>
              </a:rPr>
              <a:t>thứ</a:t>
            </a:r>
            <a:r>
              <a:rPr lang="en-US" sz="2800" dirty="0">
                <a:latin typeface="Arial" pitchFamily="34" charset="0"/>
                <a:cs typeface="Arial" pitchFamily="34" charset="0"/>
              </a:rPr>
              <a:t> 4</a:t>
            </a:r>
            <a:r>
              <a:rPr lang="en-US" sz="2800" dirty="0" smtClean="0">
                <a:latin typeface="Arial" pitchFamily="34" charset="0"/>
                <a:cs typeface="Arial" pitchFamily="34" charset="0"/>
              </a:rPr>
              <a:t>.</a:t>
            </a:r>
          </a:p>
          <a:p>
            <a:pPr>
              <a:lnSpc>
                <a:spcPct val="150000"/>
              </a:lnSpc>
            </a:pPr>
            <a:endParaRPr lang="en-US" sz="2800" dirty="0">
              <a:latin typeface="Arial" pitchFamily="34" charset="0"/>
              <a:cs typeface="Arial" pitchFamily="34" charset="0"/>
            </a:endParaRPr>
          </a:p>
          <a:p>
            <a:pPr marL="285750" indent="-285750">
              <a:lnSpc>
                <a:spcPct val="150000"/>
              </a:lnSpc>
              <a:buFontTx/>
              <a:buChar char="-"/>
            </a:pPr>
            <a:r>
              <a:rPr lang="en-US" sz="2800" dirty="0">
                <a:latin typeface="Arial" pitchFamily="34" charset="0"/>
                <a:cs typeface="Arial" pitchFamily="34" charset="0"/>
              </a:rPr>
              <a:t>So </a:t>
            </a:r>
            <a:r>
              <a:rPr lang="en-US" sz="2800" dirty="0" err="1">
                <a:latin typeface="Arial" pitchFamily="34" charset="0"/>
                <a:cs typeface="Arial" pitchFamily="34" charset="0"/>
              </a:rPr>
              <a:t>với</a:t>
            </a:r>
            <a:r>
              <a:rPr lang="en-US" sz="2800" dirty="0">
                <a:latin typeface="Arial" pitchFamily="34" charset="0"/>
                <a:cs typeface="Arial" pitchFamily="34" charset="0"/>
              </a:rPr>
              <a:t> </a:t>
            </a:r>
            <a:r>
              <a:rPr lang="en-US" sz="2800" dirty="0" err="1">
                <a:latin typeface="Arial" pitchFamily="34" charset="0"/>
                <a:cs typeface="Arial" pitchFamily="34" charset="0"/>
              </a:rPr>
              <a:t>chiều</a:t>
            </a:r>
            <a:r>
              <a:rPr lang="en-US" sz="2800" dirty="0">
                <a:latin typeface="Arial" pitchFamily="34" charset="0"/>
                <a:cs typeface="Arial" pitchFamily="34" charset="0"/>
              </a:rPr>
              <a:t> </a:t>
            </a:r>
            <a:r>
              <a:rPr lang="en-US" sz="2800" dirty="0" err="1">
                <a:latin typeface="Arial" pitchFamily="34" charset="0"/>
                <a:cs typeface="Arial" pitchFamily="34" charset="0"/>
              </a:rPr>
              <a:t>dài</a:t>
            </a:r>
            <a:r>
              <a:rPr lang="en-US" sz="2800" dirty="0">
                <a:latin typeface="Arial" pitchFamily="34" charset="0"/>
                <a:cs typeface="Arial" pitchFamily="34" charset="0"/>
              </a:rPr>
              <a:t> c</a:t>
            </a:r>
            <a:r>
              <a:rPr lang="vi-VN" sz="2800" dirty="0">
                <a:latin typeface="Arial" pitchFamily="34" charset="0"/>
                <a:cs typeface="Arial" pitchFamily="34" charset="0"/>
              </a:rPr>
              <a:t>ơ</a:t>
            </a:r>
            <a:r>
              <a:rPr lang="en-US" sz="2800" dirty="0">
                <a:latin typeface="Arial" pitchFamily="34" charset="0"/>
                <a:cs typeface="Arial" pitchFamily="34" charset="0"/>
              </a:rPr>
              <a:t> </a:t>
            </a:r>
            <a:r>
              <a:rPr lang="en-US" sz="2800" dirty="0" err="1">
                <a:latin typeface="Arial" pitchFamily="34" charset="0"/>
                <a:cs typeface="Arial" pitchFamily="34" charset="0"/>
              </a:rPr>
              <a:t>thể</a:t>
            </a:r>
            <a:r>
              <a:rPr lang="en-US" sz="2800" dirty="0">
                <a:latin typeface="Arial" pitchFamily="34" charset="0"/>
                <a:cs typeface="Arial" pitchFamily="34" charset="0"/>
              </a:rPr>
              <a:t> </a:t>
            </a:r>
            <a:r>
              <a:rPr lang="en-US" sz="2800" dirty="0" err="1">
                <a:latin typeface="Arial" pitchFamily="34" charset="0"/>
                <a:cs typeface="Arial" pitchFamily="34" charset="0"/>
              </a:rPr>
              <a:t>ruột</a:t>
            </a:r>
            <a:r>
              <a:rPr lang="en-US" sz="2800" dirty="0">
                <a:latin typeface="Arial" pitchFamily="34" charset="0"/>
                <a:cs typeface="Arial" pitchFamily="34" charset="0"/>
              </a:rPr>
              <a:t> </a:t>
            </a:r>
            <a:r>
              <a:rPr lang="en-US" sz="2800" dirty="0" err="1">
                <a:latin typeface="Arial" pitchFamily="34" charset="0"/>
                <a:cs typeface="Arial" pitchFamily="34" charset="0"/>
              </a:rPr>
              <a:t>của</a:t>
            </a:r>
            <a:r>
              <a:rPr lang="en-US" sz="2800" dirty="0">
                <a:latin typeface="Arial" pitchFamily="34" charset="0"/>
                <a:cs typeface="Arial" pitchFamily="34" charset="0"/>
              </a:rPr>
              <a:t> </a:t>
            </a:r>
            <a:r>
              <a:rPr lang="en-US" sz="2800" dirty="0" err="1">
                <a:latin typeface="Arial" pitchFamily="34" charset="0"/>
                <a:cs typeface="Arial" pitchFamily="34" charset="0"/>
              </a:rPr>
              <a:t>trẻ</a:t>
            </a:r>
            <a:r>
              <a:rPr lang="en-US" sz="2800" dirty="0">
                <a:latin typeface="Arial" pitchFamily="34" charset="0"/>
                <a:cs typeface="Arial" pitchFamily="34" charset="0"/>
              </a:rPr>
              <a:t> </a:t>
            </a:r>
            <a:r>
              <a:rPr lang="en-US" sz="2800" dirty="0" err="1">
                <a:latin typeface="Arial" pitchFamily="34" charset="0"/>
                <a:cs typeface="Arial" pitchFamily="34" charset="0"/>
              </a:rPr>
              <a:t>em</a:t>
            </a:r>
            <a:r>
              <a:rPr lang="en-US" sz="2800" dirty="0">
                <a:latin typeface="Arial" pitchFamily="34" charset="0"/>
                <a:cs typeface="Arial" pitchFamily="34" charset="0"/>
              </a:rPr>
              <a:t> </a:t>
            </a:r>
            <a:r>
              <a:rPr lang="en-US" sz="2800" dirty="0" err="1">
                <a:latin typeface="Arial" pitchFamily="34" charset="0"/>
                <a:cs typeface="Arial" pitchFamily="34" charset="0"/>
              </a:rPr>
              <a:t>dài</a:t>
            </a:r>
            <a:r>
              <a:rPr lang="en-US" sz="2800" dirty="0">
                <a:latin typeface="Arial" pitchFamily="34" charset="0"/>
                <a:cs typeface="Arial" pitchFamily="34" charset="0"/>
              </a:rPr>
              <a:t> </a:t>
            </a:r>
            <a:r>
              <a:rPr lang="en-US" sz="2800" dirty="0" err="1">
                <a:latin typeface="Arial" pitchFamily="34" charset="0"/>
                <a:cs typeface="Arial" pitchFamily="34" charset="0"/>
              </a:rPr>
              <a:t>hơn</a:t>
            </a:r>
            <a:r>
              <a:rPr lang="en-US" sz="2800" dirty="0">
                <a:latin typeface="Arial" pitchFamily="34" charset="0"/>
                <a:cs typeface="Arial" pitchFamily="34" charset="0"/>
              </a:rPr>
              <a:t> ng</a:t>
            </a:r>
            <a:r>
              <a:rPr lang="vi-VN" sz="2800" dirty="0">
                <a:latin typeface="Arial" pitchFamily="34" charset="0"/>
                <a:cs typeface="Arial" pitchFamily="34" charset="0"/>
              </a:rPr>
              <a:t>ư</a:t>
            </a:r>
            <a:r>
              <a:rPr lang="en-US" sz="2800" dirty="0" err="1">
                <a:latin typeface="Arial" pitchFamily="34" charset="0"/>
                <a:cs typeface="Arial" pitchFamily="34" charset="0"/>
              </a:rPr>
              <a:t>ời</a:t>
            </a:r>
            <a:r>
              <a:rPr lang="en-US" sz="2800" dirty="0">
                <a:latin typeface="Arial" pitchFamily="34" charset="0"/>
                <a:cs typeface="Arial" pitchFamily="34" charset="0"/>
              </a:rPr>
              <a:t> </a:t>
            </a:r>
            <a:r>
              <a:rPr lang="en-US" sz="2800" dirty="0" err="1">
                <a:latin typeface="Arial" pitchFamily="34" charset="0"/>
                <a:cs typeface="Arial" pitchFamily="34" charset="0"/>
              </a:rPr>
              <a:t>lớn</a:t>
            </a:r>
            <a:endParaRPr lang="en-US" sz="2800" dirty="0">
              <a:latin typeface="Arial" pitchFamily="34" charset="0"/>
              <a:cs typeface="Arial" pitchFamily="34" charset="0"/>
            </a:endParaRPr>
          </a:p>
          <a:p>
            <a:pPr marL="285750" indent="-285750">
              <a:lnSpc>
                <a:spcPct val="150000"/>
              </a:lnSpc>
              <a:buFontTx/>
              <a:buChar char="-"/>
            </a:pPr>
            <a:r>
              <a:rPr lang="en-US" sz="2800" dirty="0" err="1">
                <a:latin typeface="Arial" pitchFamily="34" charset="0"/>
                <a:cs typeface="Arial" pitchFamily="34" charset="0"/>
              </a:rPr>
              <a:t>Chiều</a:t>
            </a:r>
            <a:r>
              <a:rPr lang="en-US" sz="2800" dirty="0">
                <a:latin typeface="Arial" pitchFamily="34" charset="0"/>
                <a:cs typeface="Arial" pitchFamily="34" charset="0"/>
              </a:rPr>
              <a:t> </a:t>
            </a:r>
            <a:r>
              <a:rPr lang="en-US" sz="2800" dirty="0" err="1">
                <a:latin typeface="Arial" pitchFamily="34" charset="0"/>
                <a:cs typeface="Arial" pitchFamily="34" charset="0"/>
              </a:rPr>
              <a:t>dài</a:t>
            </a:r>
            <a:r>
              <a:rPr lang="en-US" sz="2800" dirty="0">
                <a:latin typeface="Arial" pitchFamily="34" charset="0"/>
                <a:cs typeface="Arial" pitchFamily="34" charset="0"/>
              </a:rPr>
              <a:t> </a:t>
            </a:r>
            <a:r>
              <a:rPr lang="en-US" sz="2800" dirty="0" err="1">
                <a:latin typeface="Arial" pitchFamily="34" charset="0"/>
                <a:cs typeface="Arial" pitchFamily="34" charset="0"/>
              </a:rPr>
              <a:t>trung</a:t>
            </a:r>
            <a:r>
              <a:rPr lang="en-US" sz="2800" dirty="0">
                <a:latin typeface="Arial" pitchFamily="34" charset="0"/>
                <a:cs typeface="Arial" pitchFamily="34" charset="0"/>
              </a:rPr>
              <a:t> </a:t>
            </a:r>
            <a:r>
              <a:rPr lang="en-US" sz="2800" dirty="0" err="1">
                <a:latin typeface="Arial" pitchFamily="34" charset="0"/>
                <a:cs typeface="Arial" pitchFamily="34" charset="0"/>
              </a:rPr>
              <a:t>bình</a:t>
            </a:r>
            <a:r>
              <a:rPr lang="en-US" sz="2800" dirty="0">
                <a:latin typeface="Arial" pitchFamily="34" charset="0"/>
                <a:cs typeface="Arial" pitchFamily="34" charset="0"/>
              </a:rPr>
              <a:t> </a:t>
            </a:r>
            <a:r>
              <a:rPr lang="en-US" sz="2800" dirty="0" err="1">
                <a:latin typeface="Arial" pitchFamily="34" charset="0"/>
                <a:cs typeface="Arial" pitchFamily="34" charset="0"/>
              </a:rPr>
              <a:t>của</a:t>
            </a:r>
            <a:r>
              <a:rPr lang="en-US" sz="2800" dirty="0">
                <a:latin typeface="Arial" pitchFamily="34" charset="0"/>
                <a:cs typeface="Arial" pitchFamily="34" charset="0"/>
              </a:rPr>
              <a:t> </a:t>
            </a:r>
            <a:r>
              <a:rPr lang="en-US" sz="2800" dirty="0" err="1">
                <a:latin typeface="Arial" pitchFamily="34" charset="0"/>
                <a:cs typeface="Arial" pitchFamily="34" charset="0"/>
              </a:rPr>
              <a:t>ruột</a:t>
            </a:r>
            <a:r>
              <a:rPr lang="en-US" sz="2800" dirty="0">
                <a:latin typeface="Arial" pitchFamily="34" charset="0"/>
                <a:cs typeface="Arial" pitchFamily="34" charset="0"/>
              </a:rPr>
              <a:t> </a:t>
            </a:r>
            <a:r>
              <a:rPr lang="en-US" sz="2800" dirty="0" err="1">
                <a:latin typeface="Arial" pitchFamily="34" charset="0"/>
                <a:cs typeface="Arial" pitchFamily="34" charset="0"/>
              </a:rPr>
              <a:t>bằng</a:t>
            </a:r>
            <a:r>
              <a:rPr lang="en-US" sz="2800" dirty="0">
                <a:latin typeface="Arial" pitchFamily="34" charset="0"/>
                <a:cs typeface="Arial" pitchFamily="34" charset="0"/>
              </a:rPr>
              <a:t> </a:t>
            </a:r>
            <a:r>
              <a:rPr lang="en-US" sz="2800" dirty="0" err="1">
                <a:latin typeface="Arial" pitchFamily="34" charset="0"/>
                <a:cs typeface="Arial" pitchFamily="34" charset="0"/>
              </a:rPr>
              <a:t>chiều</a:t>
            </a:r>
            <a:r>
              <a:rPr lang="en-US" sz="2800" dirty="0">
                <a:latin typeface="Arial" pitchFamily="34" charset="0"/>
                <a:cs typeface="Arial" pitchFamily="34" charset="0"/>
              </a:rPr>
              <a:t> </a:t>
            </a:r>
            <a:r>
              <a:rPr lang="en-US" sz="2800" dirty="0" err="1">
                <a:latin typeface="Arial" pitchFamily="34" charset="0"/>
                <a:cs typeface="Arial" pitchFamily="34" charset="0"/>
              </a:rPr>
              <a:t>dài</a:t>
            </a:r>
            <a:r>
              <a:rPr lang="en-US" sz="2800" dirty="0">
                <a:latin typeface="Arial" pitchFamily="34" charset="0"/>
                <a:cs typeface="Arial" pitchFamily="34" charset="0"/>
              </a:rPr>
              <a:t> </a:t>
            </a:r>
            <a:r>
              <a:rPr lang="en-US" sz="2800" dirty="0" err="1">
                <a:latin typeface="Arial" pitchFamily="34" charset="0"/>
                <a:cs typeface="Arial" pitchFamily="34" charset="0"/>
              </a:rPr>
              <a:t>trẻ</a:t>
            </a:r>
            <a:r>
              <a:rPr lang="en-US" sz="2800" dirty="0">
                <a:latin typeface="Arial" pitchFamily="34" charset="0"/>
                <a:cs typeface="Arial" pitchFamily="34" charset="0"/>
              </a:rPr>
              <a:t> </a:t>
            </a:r>
            <a:r>
              <a:rPr lang="en-US" sz="2800" dirty="0" err="1">
                <a:latin typeface="Arial" pitchFamily="34" charset="0"/>
                <a:cs typeface="Arial" pitchFamily="34" charset="0"/>
              </a:rPr>
              <a:t>lúc</a:t>
            </a:r>
            <a:r>
              <a:rPr lang="en-US" sz="2800" dirty="0">
                <a:latin typeface="Arial" pitchFamily="34" charset="0"/>
                <a:cs typeface="Arial" pitchFamily="34" charset="0"/>
              </a:rPr>
              <a:t> </a:t>
            </a:r>
            <a:r>
              <a:rPr lang="en-US" sz="2800" dirty="0" err="1">
                <a:latin typeface="Arial" pitchFamily="34" charset="0"/>
                <a:cs typeface="Arial" pitchFamily="34" charset="0"/>
              </a:rPr>
              <a:t>ngồi</a:t>
            </a:r>
            <a:r>
              <a:rPr lang="en-US" sz="2800" dirty="0">
                <a:latin typeface="Arial" pitchFamily="34" charset="0"/>
                <a:cs typeface="Arial" pitchFamily="34" charset="0"/>
              </a:rPr>
              <a:t> </a:t>
            </a:r>
            <a:r>
              <a:rPr lang="en-US" sz="2800" dirty="0" smtClean="0">
                <a:latin typeface="Arial" pitchFamily="34" charset="0"/>
                <a:cs typeface="Arial" pitchFamily="34" charset="0"/>
              </a:rPr>
              <a:t>x10</a:t>
            </a:r>
            <a:endParaRPr lang="en-US" sz="2800" dirty="0">
              <a:latin typeface="Arial" pitchFamily="34" charset="0"/>
              <a:cs typeface="Arial" pitchFamily="34" charset="0"/>
            </a:endParaRPr>
          </a:p>
          <a:p>
            <a:pPr marL="285750" indent="-285750">
              <a:buFontTx/>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129399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BBE8510-8D82-42EF-8AFD-82430F341216}"/>
              </a:ext>
            </a:extLst>
          </p:cNvPr>
          <p:cNvSpPr>
            <a:spLocks noGrp="1"/>
          </p:cNvSpPr>
          <p:nvPr>
            <p:ph type="title"/>
          </p:nvPr>
        </p:nvSpPr>
        <p:spPr>
          <a:xfrm>
            <a:off x="429684" y="-577850"/>
            <a:ext cx="8596668" cy="2366309"/>
          </a:xfrm>
        </p:spPr>
        <p:txBody>
          <a:bodyPr/>
          <a:lstStyle/>
          <a:p>
            <a:r>
              <a:rPr lang="en-US" dirty="0" smtClean="0">
                <a:latin typeface="Arial" pitchFamily="34" charset="0"/>
                <a:cs typeface="Arial" pitchFamily="34" charset="0"/>
              </a:rPr>
              <a:t>*</a:t>
            </a:r>
            <a:r>
              <a:rPr lang="en-US" sz="3600" dirty="0" err="1" smtClean="0">
                <a:latin typeface="Arial" pitchFamily="34" charset="0"/>
                <a:cs typeface="Arial" pitchFamily="34" charset="0"/>
              </a:rPr>
              <a:t>Giải</a:t>
            </a:r>
            <a:r>
              <a:rPr lang="en-US" sz="3600" dirty="0" smtClean="0">
                <a:latin typeface="Arial" pitchFamily="34" charset="0"/>
                <a:cs typeface="Arial" pitchFamily="34" charset="0"/>
              </a:rPr>
              <a:t> </a:t>
            </a:r>
            <a:r>
              <a:rPr lang="en-US" sz="3600" dirty="0" err="1">
                <a:latin typeface="Arial" pitchFamily="34" charset="0"/>
                <a:cs typeface="Arial" pitchFamily="34" charset="0"/>
              </a:rPr>
              <a:t>phẫu</a:t>
            </a:r>
            <a:r>
              <a:rPr lang="en-US" sz="3600" dirty="0">
                <a:latin typeface="Arial" pitchFamily="34" charset="0"/>
                <a:cs typeface="Arial" pitchFamily="34" charset="0"/>
              </a:rPr>
              <a:t> </a:t>
            </a:r>
            <a:r>
              <a:rPr lang="en-US" sz="3600" dirty="0" err="1" smtClean="0">
                <a:latin typeface="Arial" pitchFamily="34" charset="0"/>
                <a:cs typeface="Arial" pitchFamily="34" charset="0"/>
              </a:rPr>
              <a:t>ruột</a:t>
            </a:r>
            <a:r>
              <a:rPr lang="en-US" sz="3600" dirty="0" smtClean="0">
                <a:latin typeface="Arial" pitchFamily="34" charset="0"/>
                <a:cs typeface="Arial" pitchFamily="34" charset="0"/>
              </a:rPr>
              <a:t>:</a:t>
            </a:r>
            <a:endParaRPr lang="en-US" sz="3600" dirty="0">
              <a:latin typeface="Arial" pitchFamily="34" charset="0"/>
              <a:cs typeface="Arial" pitchFamily="34" charset="0"/>
            </a:endParaRPr>
          </a:p>
        </p:txBody>
      </p:sp>
      <p:sp>
        <p:nvSpPr>
          <p:cNvPr id="3" name="Chỗ dành sẵn cho Văn bản 2">
            <a:extLst>
              <a:ext uri="{FF2B5EF4-FFF2-40B4-BE49-F238E27FC236}">
                <a16:creationId xmlns:a16="http://schemas.microsoft.com/office/drawing/2014/main" id="{8EF573F2-0AA8-463F-B901-F726FA36A9E5}"/>
              </a:ext>
            </a:extLst>
          </p:cNvPr>
          <p:cNvSpPr>
            <a:spLocks noGrp="1"/>
          </p:cNvSpPr>
          <p:nvPr>
            <p:ph type="body" idx="1"/>
          </p:nvPr>
        </p:nvSpPr>
        <p:spPr>
          <a:xfrm>
            <a:off x="429685" y="766482"/>
            <a:ext cx="10059022" cy="6091518"/>
          </a:xfrm>
        </p:spPr>
        <p:txBody>
          <a:bodyPr>
            <a:normAutofit/>
          </a:bodyPr>
          <a:lstStyle/>
          <a:p>
            <a:pPr marL="285750" indent="-285750">
              <a:lnSpc>
                <a:spcPct val="150000"/>
              </a:lnSpc>
              <a:buFontTx/>
              <a:buChar char="-"/>
            </a:pPr>
            <a:r>
              <a:rPr lang="en-US" sz="2800" dirty="0" err="1">
                <a:latin typeface="Arial" pitchFamily="34" charset="0"/>
                <a:cs typeface="Arial" pitchFamily="34" charset="0"/>
              </a:rPr>
              <a:t>Mạc</a:t>
            </a:r>
            <a:r>
              <a:rPr lang="en-US" sz="2800" dirty="0">
                <a:latin typeface="Arial" pitchFamily="34" charset="0"/>
                <a:cs typeface="Arial" pitchFamily="34" charset="0"/>
              </a:rPr>
              <a:t> </a:t>
            </a:r>
            <a:r>
              <a:rPr lang="en-US" sz="2800" dirty="0" err="1">
                <a:latin typeface="Arial" pitchFamily="34" charset="0"/>
                <a:cs typeface="Arial" pitchFamily="34" charset="0"/>
              </a:rPr>
              <a:t>treo</a:t>
            </a:r>
            <a:r>
              <a:rPr lang="en-US" sz="2800" dirty="0">
                <a:latin typeface="Arial" pitchFamily="34" charset="0"/>
                <a:cs typeface="Arial" pitchFamily="34" charset="0"/>
              </a:rPr>
              <a:t> t</a:t>
            </a:r>
            <a:r>
              <a:rPr lang="vi-VN" sz="2800" dirty="0">
                <a:latin typeface="Arial" pitchFamily="34" charset="0"/>
                <a:cs typeface="Arial" pitchFamily="34" charset="0"/>
              </a:rPr>
              <a:t>ư</a:t>
            </a:r>
            <a:r>
              <a:rPr lang="en-US" sz="2800" dirty="0" err="1">
                <a:latin typeface="Arial" pitchFamily="34" charset="0"/>
                <a:cs typeface="Arial" pitchFamily="34" charset="0"/>
              </a:rPr>
              <a:t>ơng</a:t>
            </a:r>
            <a:r>
              <a:rPr lang="en-US" sz="2800" dirty="0">
                <a:latin typeface="Arial" pitchFamily="34" charset="0"/>
                <a:cs typeface="Arial" pitchFamily="34" charset="0"/>
              </a:rPr>
              <a:t> </a:t>
            </a:r>
            <a:r>
              <a:rPr lang="en-US" sz="2800" dirty="0" err="1">
                <a:latin typeface="Arial" pitchFamily="34" charset="0"/>
                <a:cs typeface="Arial" pitchFamily="34" charset="0"/>
              </a:rPr>
              <a:t>đối</a:t>
            </a:r>
            <a:r>
              <a:rPr lang="en-US" sz="2800" dirty="0">
                <a:latin typeface="Arial" pitchFamily="34" charset="0"/>
                <a:cs typeface="Arial" pitchFamily="34" charset="0"/>
              </a:rPr>
              <a:t> </a:t>
            </a:r>
            <a:r>
              <a:rPr lang="en-US" sz="2800" dirty="0" err="1">
                <a:latin typeface="Arial" pitchFamily="34" charset="0"/>
                <a:cs typeface="Arial" pitchFamily="34" charset="0"/>
              </a:rPr>
              <a:t>dài</a:t>
            </a:r>
            <a:r>
              <a:rPr lang="en-US" sz="2800" dirty="0">
                <a:latin typeface="Arial" pitchFamily="34" charset="0"/>
                <a:cs typeface="Arial" pitchFamily="34" charset="0"/>
              </a:rPr>
              <a:t>, </a:t>
            </a:r>
            <a:r>
              <a:rPr lang="en-US" sz="2800" dirty="0" err="1">
                <a:latin typeface="Arial" pitchFamily="34" charset="0"/>
                <a:cs typeface="Arial" pitchFamily="34" charset="0"/>
              </a:rPr>
              <a:t>manh</a:t>
            </a:r>
            <a:r>
              <a:rPr lang="en-US" sz="2800" dirty="0">
                <a:latin typeface="Arial" pitchFamily="34" charset="0"/>
                <a:cs typeface="Arial" pitchFamily="34" charset="0"/>
              </a:rPr>
              <a:t> </a:t>
            </a:r>
            <a:r>
              <a:rPr lang="en-US" sz="2800" dirty="0" err="1">
                <a:latin typeface="Arial" pitchFamily="34" charset="0"/>
                <a:cs typeface="Arial" pitchFamily="34" charset="0"/>
              </a:rPr>
              <a:t>tràng</a:t>
            </a:r>
            <a:r>
              <a:rPr lang="en-US" sz="2800" dirty="0">
                <a:latin typeface="Arial" pitchFamily="34" charset="0"/>
                <a:cs typeface="Arial" pitchFamily="34" charset="0"/>
              </a:rPr>
              <a:t> </a:t>
            </a:r>
            <a:r>
              <a:rPr lang="en-US" sz="2800" dirty="0" err="1">
                <a:latin typeface="Arial" pitchFamily="34" charset="0"/>
                <a:cs typeface="Arial" pitchFamily="34" charset="0"/>
              </a:rPr>
              <a:t>ngắn</a:t>
            </a:r>
            <a:r>
              <a:rPr lang="en-US" sz="2800" dirty="0">
                <a:latin typeface="Arial" pitchFamily="34" charset="0"/>
                <a:cs typeface="Arial" pitchFamily="34" charset="0"/>
              </a:rPr>
              <a:t> </a:t>
            </a:r>
            <a:r>
              <a:rPr lang="en-US" sz="2800" dirty="0" err="1">
                <a:latin typeface="Arial" pitchFamily="34" charset="0"/>
                <a:cs typeface="Arial" pitchFamily="34" charset="0"/>
              </a:rPr>
              <a:t>và</a:t>
            </a:r>
            <a:r>
              <a:rPr lang="en-US" sz="2800" dirty="0">
                <a:latin typeface="Arial" pitchFamily="34" charset="0"/>
                <a:cs typeface="Arial" pitchFamily="34" charset="0"/>
              </a:rPr>
              <a:t> di </a:t>
            </a:r>
            <a:r>
              <a:rPr lang="en-US" sz="2800" dirty="0" err="1">
                <a:latin typeface="Arial" pitchFamily="34" charset="0"/>
                <a:cs typeface="Arial" pitchFamily="34" charset="0"/>
              </a:rPr>
              <a:t>động</a:t>
            </a:r>
            <a:r>
              <a:rPr lang="en-US" sz="2800" dirty="0">
                <a:latin typeface="Arial" pitchFamily="34" charset="0"/>
                <a:cs typeface="Arial" pitchFamily="34" charset="0"/>
              </a:rPr>
              <a:t> =&gt; </a:t>
            </a:r>
            <a:r>
              <a:rPr lang="en-US" sz="2800" dirty="0" err="1">
                <a:latin typeface="Arial" pitchFamily="34" charset="0"/>
                <a:cs typeface="Arial" pitchFamily="34" charset="0"/>
              </a:rPr>
              <a:t>trẻ</a:t>
            </a:r>
            <a:r>
              <a:rPr lang="en-US" sz="2800" dirty="0">
                <a:latin typeface="Arial" pitchFamily="34" charset="0"/>
                <a:cs typeface="Arial" pitchFamily="34" charset="0"/>
              </a:rPr>
              <a:t> </a:t>
            </a:r>
            <a:r>
              <a:rPr lang="en-US" sz="2800" dirty="0" err="1">
                <a:latin typeface="Arial" pitchFamily="34" charset="0"/>
                <a:cs typeface="Arial" pitchFamily="34" charset="0"/>
              </a:rPr>
              <a:t>dễ</a:t>
            </a:r>
            <a:r>
              <a:rPr lang="en-US" sz="2800" dirty="0">
                <a:latin typeface="Arial" pitchFamily="34" charset="0"/>
                <a:cs typeface="Arial" pitchFamily="34" charset="0"/>
              </a:rPr>
              <a:t> </a:t>
            </a:r>
            <a:r>
              <a:rPr lang="en-US" sz="2800" dirty="0" err="1">
                <a:latin typeface="Arial" pitchFamily="34" charset="0"/>
                <a:cs typeface="Arial" pitchFamily="34" charset="0"/>
              </a:rPr>
              <a:t>bị</a:t>
            </a:r>
            <a:r>
              <a:rPr lang="en-US" sz="2800" dirty="0">
                <a:latin typeface="Arial" pitchFamily="34" charset="0"/>
                <a:cs typeface="Arial" pitchFamily="34" charset="0"/>
              </a:rPr>
              <a:t> </a:t>
            </a:r>
            <a:r>
              <a:rPr lang="en-US" sz="2800" dirty="0" err="1">
                <a:latin typeface="Arial" pitchFamily="34" charset="0"/>
                <a:cs typeface="Arial" pitchFamily="34" charset="0"/>
              </a:rPr>
              <a:t>lồng</a:t>
            </a:r>
            <a:r>
              <a:rPr lang="en-US" sz="2800" dirty="0">
                <a:latin typeface="Arial" pitchFamily="34" charset="0"/>
                <a:cs typeface="Arial" pitchFamily="34" charset="0"/>
              </a:rPr>
              <a:t> </a:t>
            </a:r>
            <a:r>
              <a:rPr lang="en-US" sz="2800" dirty="0" err="1">
                <a:latin typeface="Arial" pitchFamily="34" charset="0"/>
                <a:cs typeface="Arial" pitchFamily="34" charset="0"/>
              </a:rPr>
              <a:t>xoắn</a:t>
            </a:r>
            <a:r>
              <a:rPr lang="en-US" sz="2800" dirty="0">
                <a:latin typeface="Arial" pitchFamily="34" charset="0"/>
                <a:cs typeface="Arial" pitchFamily="34" charset="0"/>
              </a:rPr>
              <a:t> </a:t>
            </a:r>
            <a:r>
              <a:rPr lang="en-US" sz="2800" dirty="0" err="1">
                <a:latin typeface="Arial" pitchFamily="34" charset="0"/>
                <a:cs typeface="Arial" pitchFamily="34" charset="0"/>
              </a:rPr>
              <a:t>ruột</a:t>
            </a:r>
            <a:endParaRPr lang="en-US" sz="2800" dirty="0">
              <a:latin typeface="Arial" pitchFamily="34" charset="0"/>
              <a:cs typeface="Arial" pitchFamily="34" charset="0"/>
            </a:endParaRPr>
          </a:p>
          <a:p>
            <a:pPr marL="285750" indent="-285750">
              <a:lnSpc>
                <a:spcPct val="150000"/>
              </a:lnSpc>
              <a:buFontTx/>
              <a:buChar char="-"/>
            </a:pPr>
            <a:r>
              <a:rPr lang="en-US" sz="2800" dirty="0" err="1">
                <a:latin typeface="Arial" pitchFamily="34" charset="0"/>
                <a:cs typeface="Arial" pitchFamily="34" charset="0"/>
              </a:rPr>
              <a:t>Ruột</a:t>
            </a:r>
            <a:r>
              <a:rPr lang="en-US" sz="2800" dirty="0">
                <a:latin typeface="Arial" pitchFamily="34" charset="0"/>
                <a:cs typeface="Arial" pitchFamily="34" charset="0"/>
              </a:rPr>
              <a:t> </a:t>
            </a:r>
            <a:r>
              <a:rPr lang="en-US" sz="2800" dirty="0" err="1">
                <a:latin typeface="Arial" pitchFamily="34" charset="0"/>
                <a:cs typeface="Arial" pitchFamily="34" charset="0"/>
              </a:rPr>
              <a:t>thừa</a:t>
            </a:r>
            <a:r>
              <a:rPr lang="en-US" sz="2800" dirty="0">
                <a:latin typeface="Arial" pitchFamily="34" charset="0"/>
                <a:cs typeface="Arial" pitchFamily="34" charset="0"/>
              </a:rPr>
              <a:t> </a:t>
            </a:r>
            <a:r>
              <a:rPr lang="en-US" sz="2800" dirty="0" err="1">
                <a:latin typeface="Arial" pitchFamily="34" charset="0"/>
                <a:cs typeface="Arial" pitchFamily="34" charset="0"/>
              </a:rPr>
              <a:t>của</a:t>
            </a:r>
            <a:r>
              <a:rPr lang="en-US" sz="2800" dirty="0">
                <a:latin typeface="Arial" pitchFamily="34" charset="0"/>
                <a:cs typeface="Arial" pitchFamily="34" charset="0"/>
              </a:rPr>
              <a:t> </a:t>
            </a:r>
            <a:r>
              <a:rPr lang="en-US" sz="2800" dirty="0" err="1">
                <a:latin typeface="Arial" pitchFamily="34" charset="0"/>
                <a:cs typeface="Arial" pitchFamily="34" charset="0"/>
              </a:rPr>
              <a:t>trẻ</a:t>
            </a:r>
            <a:r>
              <a:rPr lang="en-US" sz="2800" dirty="0">
                <a:latin typeface="Arial" pitchFamily="34" charset="0"/>
                <a:cs typeface="Arial" pitchFamily="34" charset="0"/>
              </a:rPr>
              <a:t> </a:t>
            </a:r>
            <a:r>
              <a:rPr lang="en-US" sz="2800" dirty="0" err="1">
                <a:latin typeface="Arial" pitchFamily="34" charset="0"/>
                <a:cs typeface="Arial" pitchFamily="34" charset="0"/>
              </a:rPr>
              <a:t>em</a:t>
            </a:r>
            <a:r>
              <a:rPr lang="en-US" sz="2800" dirty="0">
                <a:latin typeface="Arial" pitchFamily="34" charset="0"/>
                <a:cs typeface="Arial" pitchFamily="34" charset="0"/>
              </a:rPr>
              <a:t> d</a:t>
            </a:r>
            <a:r>
              <a:rPr lang="vi-VN" sz="2800" dirty="0">
                <a:latin typeface="Arial" pitchFamily="34" charset="0"/>
                <a:cs typeface="Arial" pitchFamily="34" charset="0"/>
              </a:rPr>
              <a:t>ư</a:t>
            </a:r>
            <a:r>
              <a:rPr lang="en-US" sz="2800" dirty="0" err="1">
                <a:latin typeface="Arial" pitchFamily="34" charset="0"/>
                <a:cs typeface="Arial" pitchFamily="34" charset="0"/>
              </a:rPr>
              <a:t>ới</a:t>
            </a:r>
            <a:r>
              <a:rPr lang="en-US" sz="2800" dirty="0">
                <a:latin typeface="Arial" pitchFamily="34" charset="0"/>
                <a:cs typeface="Arial" pitchFamily="34" charset="0"/>
              </a:rPr>
              <a:t> </a:t>
            </a:r>
            <a:r>
              <a:rPr lang="en-US" sz="2800" dirty="0" err="1">
                <a:latin typeface="Arial" pitchFamily="34" charset="0"/>
                <a:cs typeface="Arial" pitchFamily="34" charset="0"/>
              </a:rPr>
              <a:t>một</a:t>
            </a:r>
            <a:r>
              <a:rPr lang="en-US" sz="2800" dirty="0">
                <a:latin typeface="Arial" pitchFamily="34" charset="0"/>
                <a:cs typeface="Arial" pitchFamily="34" charset="0"/>
              </a:rPr>
              <a:t> </a:t>
            </a:r>
            <a:r>
              <a:rPr lang="en-US" sz="2800" dirty="0" err="1">
                <a:latin typeface="Arial" pitchFamily="34" charset="0"/>
                <a:cs typeface="Arial" pitchFamily="34" charset="0"/>
              </a:rPr>
              <a:t>tuổi</a:t>
            </a:r>
            <a:r>
              <a:rPr lang="en-US" sz="2800" dirty="0">
                <a:latin typeface="Arial" pitchFamily="34" charset="0"/>
                <a:cs typeface="Arial" pitchFamily="34" charset="0"/>
              </a:rPr>
              <a:t> </a:t>
            </a:r>
            <a:r>
              <a:rPr lang="en-US" sz="2800" dirty="0" err="1">
                <a:latin typeface="Arial" pitchFamily="34" charset="0"/>
                <a:cs typeface="Arial" pitchFamily="34" charset="0"/>
              </a:rPr>
              <a:t>có</a:t>
            </a:r>
            <a:r>
              <a:rPr lang="en-US" sz="2800" dirty="0">
                <a:latin typeface="Arial" pitchFamily="34" charset="0"/>
                <a:cs typeface="Arial" pitchFamily="34" charset="0"/>
              </a:rPr>
              <a:t> </a:t>
            </a:r>
            <a:r>
              <a:rPr lang="en-US" sz="2800" dirty="0" err="1">
                <a:latin typeface="Arial" pitchFamily="34" charset="0"/>
                <a:cs typeface="Arial" pitchFamily="34" charset="0"/>
              </a:rPr>
              <a:t>hình</a:t>
            </a:r>
            <a:r>
              <a:rPr lang="en-US" sz="2800" dirty="0">
                <a:latin typeface="Arial" pitchFamily="34" charset="0"/>
                <a:cs typeface="Arial" pitchFamily="34" charset="0"/>
              </a:rPr>
              <a:t> </a:t>
            </a:r>
            <a:r>
              <a:rPr lang="en-US" sz="2800" dirty="0" err="1">
                <a:latin typeface="Arial" pitchFamily="34" charset="0"/>
                <a:cs typeface="Arial" pitchFamily="34" charset="0"/>
              </a:rPr>
              <a:t>phễu</a:t>
            </a:r>
            <a:r>
              <a:rPr lang="en-US" sz="2800" dirty="0">
                <a:latin typeface="Arial" pitchFamily="34" charset="0"/>
                <a:cs typeface="Arial" pitchFamily="34" charset="0"/>
              </a:rPr>
              <a:t>, </a:t>
            </a:r>
            <a:r>
              <a:rPr lang="en-US" sz="2800" dirty="0" err="1">
                <a:latin typeface="Arial" pitchFamily="34" charset="0"/>
                <a:cs typeface="Arial" pitchFamily="34" charset="0"/>
              </a:rPr>
              <a:t>phát</a:t>
            </a:r>
            <a:r>
              <a:rPr lang="en-US" sz="2800" dirty="0">
                <a:latin typeface="Arial" pitchFamily="34" charset="0"/>
                <a:cs typeface="Arial" pitchFamily="34" charset="0"/>
              </a:rPr>
              <a:t> </a:t>
            </a:r>
            <a:r>
              <a:rPr lang="en-US" sz="2800" dirty="0" err="1">
                <a:latin typeface="Arial" pitchFamily="34" charset="0"/>
                <a:cs typeface="Arial" pitchFamily="34" charset="0"/>
              </a:rPr>
              <a:t>triển</a:t>
            </a:r>
            <a:r>
              <a:rPr lang="en-US" sz="2800" dirty="0">
                <a:latin typeface="Arial" pitchFamily="34" charset="0"/>
                <a:cs typeface="Arial" pitchFamily="34" charset="0"/>
              </a:rPr>
              <a:t> </a:t>
            </a:r>
            <a:r>
              <a:rPr lang="en-US" sz="2800" dirty="0" err="1">
                <a:latin typeface="Arial" pitchFamily="34" charset="0"/>
                <a:cs typeface="Arial" pitchFamily="34" charset="0"/>
              </a:rPr>
              <a:t>nhanh</a:t>
            </a:r>
            <a:r>
              <a:rPr lang="en-US" sz="2800" dirty="0">
                <a:latin typeface="Arial" pitchFamily="34" charset="0"/>
                <a:cs typeface="Arial" pitchFamily="34" charset="0"/>
              </a:rPr>
              <a:t> </a:t>
            </a:r>
            <a:r>
              <a:rPr lang="en-US" sz="2800" dirty="0" err="1">
                <a:latin typeface="Arial" pitchFamily="34" charset="0"/>
                <a:cs typeface="Arial" pitchFamily="34" charset="0"/>
              </a:rPr>
              <a:t>và</a:t>
            </a:r>
            <a:r>
              <a:rPr lang="en-US" sz="2800" dirty="0">
                <a:latin typeface="Arial" pitchFamily="34" charset="0"/>
                <a:cs typeface="Arial" pitchFamily="34" charset="0"/>
              </a:rPr>
              <a:t> </a:t>
            </a:r>
            <a:r>
              <a:rPr lang="en-US" sz="2800" dirty="0" err="1">
                <a:latin typeface="Arial" pitchFamily="34" charset="0"/>
                <a:cs typeface="Arial" pitchFamily="34" charset="0"/>
              </a:rPr>
              <a:t>có</a:t>
            </a:r>
            <a:r>
              <a:rPr lang="en-US" sz="2800" dirty="0">
                <a:latin typeface="Arial" pitchFamily="34" charset="0"/>
                <a:cs typeface="Arial" pitchFamily="34" charset="0"/>
              </a:rPr>
              <a:t> </a:t>
            </a:r>
            <a:r>
              <a:rPr lang="en-US" sz="2800" dirty="0" err="1">
                <a:latin typeface="Arial" pitchFamily="34" charset="0"/>
                <a:cs typeface="Arial" pitchFamily="34" charset="0"/>
              </a:rPr>
              <a:t>vị</a:t>
            </a:r>
            <a:r>
              <a:rPr lang="en-US" sz="2800" dirty="0">
                <a:latin typeface="Arial" pitchFamily="34" charset="0"/>
                <a:cs typeface="Arial" pitchFamily="34" charset="0"/>
              </a:rPr>
              <a:t> </a:t>
            </a:r>
            <a:r>
              <a:rPr lang="en-US" sz="2800" dirty="0" err="1">
                <a:latin typeface="Arial" pitchFamily="34" charset="0"/>
                <a:cs typeface="Arial" pitchFamily="34" charset="0"/>
              </a:rPr>
              <a:t>trí</a:t>
            </a:r>
            <a:r>
              <a:rPr lang="en-US" sz="2800" dirty="0">
                <a:latin typeface="Arial" pitchFamily="34" charset="0"/>
                <a:cs typeface="Arial" pitchFamily="34" charset="0"/>
              </a:rPr>
              <a:t> </a:t>
            </a:r>
            <a:r>
              <a:rPr lang="en-US" sz="2800" dirty="0" err="1">
                <a:latin typeface="Arial" pitchFamily="34" charset="0"/>
                <a:cs typeface="Arial" pitchFamily="34" charset="0"/>
              </a:rPr>
              <a:t>không</a:t>
            </a:r>
            <a:r>
              <a:rPr lang="en-US" sz="2800" dirty="0">
                <a:latin typeface="Arial" pitchFamily="34" charset="0"/>
                <a:cs typeface="Arial" pitchFamily="34" charset="0"/>
              </a:rPr>
              <a:t> </a:t>
            </a:r>
            <a:r>
              <a:rPr lang="en-US" sz="2800" dirty="0" err="1">
                <a:latin typeface="Arial" pitchFamily="34" charset="0"/>
                <a:cs typeface="Arial" pitchFamily="34" charset="0"/>
              </a:rPr>
              <a:t>nhất</a:t>
            </a:r>
            <a:r>
              <a:rPr lang="en-US" sz="2800" dirty="0">
                <a:latin typeface="Arial" pitchFamily="34" charset="0"/>
                <a:cs typeface="Arial" pitchFamily="34" charset="0"/>
              </a:rPr>
              <a:t> </a:t>
            </a:r>
            <a:r>
              <a:rPr lang="en-US" sz="2800" dirty="0" err="1">
                <a:latin typeface="Arial" pitchFamily="34" charset="0"/>
                <a:cs typeface="Arial" pitchFamily="34" charset="0"/>
              </a:rPr>
              <a:t>định</a:t>
            </a:r>
            <a:r>
              <a:rPr lang="en-US" sz="2800" dirty="0">
                <a:latin typeface="Arial" pitchFamily="34" charset="0"/>
                <a:cs typeface="Arial" pitchFamily="34" charset="0"/>
              </a:rPr>
              <a:t> </a:t>
            </a:r>
            <a:r>
              <a:rPr lang="en-US" sz="2800" dirty="0" err="1">
                <a:latin typeface="Arial" pitchFamily="34" charset="0"/>
                <a:cs typeface="Arial" pitchFamily="34" charset="0"/>
              </a:rPr>
              <a:t>th</a:t>
            </a:r>
            <a:r>
              <a:rPr lang="vi-VN" sz="2800" dirty="0">
                <a:latin typeface="Arial" pitchFamily="34" charset="0"/>
                <a:cs typeface="Arial" pitchFamily="34" charset="0"/>
              </a:rPr>
              <a:t>ư</a:t>
            </a:r>
            <a:r>
              <a:rPr lang="en-US" sz="2800" dirty="0" err="1">
                <a:latin typeface="Arial" pitchFamily="34" charset="0"/>
                <a:cs typeface="Arial" pitchFamily="34" charset="0"/>
              </a:rPr>
              <a:t>ờng</a:t>
            </a:r>
            <a:r>
              <a:rPr lang="en-US" sz="2800" dirty="0">
                <a:latin typeface="Arial" pitchFamily="34" charset="0"/>
                <a:cs typeface="Arial" pitchFamily="34" charset="0"/>
              </a:rPr>
              <a:t> </a:t>
            </a:r>
            <a:r>
              <a:rPr lang="en-US" sz="2800" dirty="0" err="1">
                <a:latin typeface="Arial" pitchFamily="34" charset="0"/>
                <a:cs typeface="Arial" pitchFamily="34" charset="0"/>
              </a:rPr>
              <a:t>nằm</a:t>
            </a:r>
            <a:r>
              <a:rPr lang="en-US" sz="2800" dirty="0">
                <a:latin typeface="Arial" pitchFamily="34" charset="0"/>
                <a:cs typeface="Arial" pitchFamily="34" charset="0"/>
              </a:rPr>
              <a:t> </a:t>
            </a:r>
            <a:r>
              <a:rPr lang="en-US" sz="2800" dirty="0" err="1">
                <a:latin typeface="Arial" pitchFamily="34" charset="0"/>
                <a:cs typeface="Arial" pitchFamily="34" charset="0"/>
              </a:rPr>
              <a:t>sau</a:t>
            </a:r>
            <a:r>
              <a:rPr lang="en-US" sz="2800" dirty="0">
                <a:latin typeface="Arial" pitchFamily="34" charset="0"/>
                <a:cs typeface="Arial" pitchFamily="34" charset="0"/>
              </a:rPr>
              <a:t> </a:t>
            </a:r>
            <a:r>
              <a:rPr lang="en-US" sz="2800" dirty="0" err="1">
                <a:latin typeface="Arial" pitchFamily="34" charset="0"/>
                <a:cs typeface="Arial" pitchFamily="34" charset="0"/>
              </a:rPr>
              <a:t>manh</a:t>
            </a:r>
            <a:r>
              <a:rPr lang="en-US" sz="2800" dirty="0">
                <a:latin typeface="Arial" pitchFamily="34" charset="0"/>
                <a:cs typeface="Arial" pitchFamily="34" charset="0"/>
              </a:rPr>
              <a:t> </a:t>
            </a:r>
            <a:r>
              <a:rPr lang="en-US" sz="2800" dirty="0" err="1">
                <a:latin typeface="Arial" pitchFamily="34" charset="0"/>
                <a:cs typeface="Arial" pitchFamily="34" charset="0"/>
              </a:rPr>
              <a:t>tràng</a:t>
            </a:r>
            <a:r>
              <a:rPr lang="en-US" sz="2800" dirty="0">
                <a:latin typeface="Arial" pitchFamily="34" charset="0"/>
                <a:cs typeface="Arial" pitchFamily="34" charset="0"/>
              </a:rPr>
              <a:t> =&gt; </a:t>
            </a:r>
            <a:r>
              <a:rPr lang="en-US" sz="2800" dirty="0" err="1">
                <a:latin typeface="Arial" pitchFamily="34" charset="0"/>
                <a:cs typeface="Arial" pitchFamily="34" charset="0"/>
              </a:rPr>
              <a:t>chẩn</a:t>
            </a:r>
            <a:r>
              <a:rPr lang="en-US" sz="2800" dirty="0">
                <a:latin typeface="Arial" pitchFamily="34" charset="0"/>
                <a:cs typeface="Arial" pitchFamily="34" charset="0"/>
              </a:rPr>
              <a:t> </a:t>
            </a:r>
            <a:r>
              <a:rPr lang="en-US" sz="2800" dirty="0" err="1">
                <a:latin typeface="Arial" pitchFamily="34" charset="0"/>
                <a:cs typeface="Arial" pitchFamily="34" charset="0"/>
              </a:rPr>
              <a:t>đoán</a:t>
            </a:r>
            <a:r>
              <a:rPr lang="en-US" sz="2800" dirty="0">
                <a:latin typeface="Arial" pitchFamily="34" charset="0"/>
                <a:cs typeface="Arial" pitchFamily="34" charset="0"/>
              </a:rPr>
              <a:t> </a:t>
            </a:r>
            <a:r>
              <a:rPr lang="en-US" sz="2800" dirty="0" err="1">
                <a:latin typeface="Arial" pitchFamily="34" charset="0"/>
                <a:cs typeface="Arial" pitchFamily="34" charset="0"/>
              </a:rPr>
              <a:t>viêm</a:t>
            </a:r>
            <a:r>
              <a:rPr lang="en-US" sz="2800" dirty="0">
                <a:latin typeface="Arial" pitchFamily="34" charset="0"/>
                <a:cs typeface="Arial" pitchFamily="34" charset="0"/>
              </a:rPr>
              <a:t> </a:t>
            </a:r>
            <a:r>
              <a:rPr lang="en-US" sz="2800" dirty="0" err="1">
                <a:latin typeface="Arial" pitchFamily="34" charset="0"/>
                <a:cs typeface="Arial" pitchFamily="34" charset="0"/>
              </a:rPr>
              <a:t>ruột</a:t>
            </a:r>
            <a:r>
              <a:rPr lang="en-US" sz="2800" dirty="0">
                <a:latin typeface="Arial" pitchFamily="34" charset="0"/>
                <a:cs typeface="Arial" pitchFamily="34" charset="0"/>
              </a:rPr>
              <a:t> </a:t>
            </a:r>
            <a:r>
              <a:rPr lang="en-US" sz="2800" dirty="0" err="1">
                <a:latin typeface="Arial" pitchFamily="34" charset="0"/>
                <a:cs typeface="Arial" pitchFamily="34" charset="0"/>
              </a:rPr>
              <a:t>thừa</a:t>
            </a:r>
            <a:r>
              <a:rPr lang="en-US" sz="2800" dirty="0">
                <a:latin typeface="Arial" pitchFamily="34" charset="0"/>
                <a:cs typeface="Arial" pitchFamily="34" charset="0"/>
              </a:rPr>
              <a:t> </a:t>
            </a:r>
            <a:r>
              <a:rPr lang="en-US" sz="2800" dirty="0" err="1">
                <a:latin typeface="Arial" pitchFamily="34" charset="0"/>
                <a:cs typeface="Arial" pitchFamily="34" charset="0"/>
              </a:rPr>
              <a:t>khó</a:t>
            </a:r>
            <a:r>
              <a:rPr lang="en-US" sz="2800" dirty="0">
                <a:latin typeface="Arial" pitchFamily="34" charset="0"/>
                <a:cs typeface="Arial" pitchFamily="34" charset="0"/>
              </a:rPr>
              <a:t> </a:t>
            </a:r>
            <a:r>
              <a:rPr lang="en-US" sz="2800" dirty="0" err="1">
                <a:latin typeface="Arial" pitchFamily="34" charset="0"/>
                <a:cs typeface="Arial" pitchFamily="34" charset="0"/>
              </a:rPr>
              <a:t>khăn</a:t>
            </a:r>
            <a:endParaRPr lang="en-US" sz="2800" dirty="0">
              <a:latin typeface="Arial" pitchFamily="34" charset="0"/>
              <a:cs typeface="Arial" pitchFamily="34" charset="0"/>
            </a:endParaRPr>
          </a:p>
          <a:p>
            <a:pPr marL="285750" indent="-285750">
              <a:lnSpc>
                <a:spcPct val="150000"/>
              </a:lnSpc>
              <a:buFontTx/>
              <a:buChar char="-"/>
            </a:pPr>
            <a:r>
              <a:rPr lang="en-US" sz="2800" dirty="0" err="1">
                <a:latin typeface="Arial" pitchFamily="34" charset="0"/>
                <a:cs typeface="Arial" pitchFamily="34" charset="0"/>
              </a:rPr>
              <a:t>Trực</a:t>
            </a:r>
            <a:r>
              <a:rPr lang="en-US" sz="2800" dirty="0">
                <a:latin typeface="Arial" pitchFamily="34" charset="0"/>
                <a:cs typeface="Arial" pitchFamily="34" charset="0"/>
              </a:rPr>
              <a:t> </a:t>
            </a:r>
            <a:r>
              <a:rPr lang="en-US" sz="2800" dirty="0" err="1">
                <a:latin typeface="Arial" pitchFamily="34" charset="0"/>
                <a:cs typeface="Arial" pitchFamily="34" charset="0"/>
              </a:rPr>
              <a:t>tràng</a:t>
            </a:r>
            <a:r>
              <a:rPr lang="en-US" sz="2800" dirty="0">
                <a:latin typeface="Arial" pitchFamily="34" charset="0"/>
                <a:cs typeface="Arial" pitchFamily="34" charset="0"/>
              </a:rPr>
              <a:t> t</a:t>
            </a:r>
            <a:r>
              <a:rPr lang="vi-VN" sz="2800" dirty="0">
                <a:latin typeface="Arial" pitchFamily="34" charset="0"/>
                <a:cs typeface="Arial" pitchFamily="34" charset="0"/>
              </a:rPr>
              <a:t>ư</a:t>
            </a:r>
            <a:r>
              <a:rPr lang="en-US" sz="2800" dirty="0" err="1">
                <a:latin typeface="Arial" pitchFamily="34" charset="0"/>
                <a:cs typeface="Arial" pitchFamily="34" charset="0"/>
              </a:rPr>
              <a:t>ơng</a:t>
            </a:r>
            <a:r>
              <a:rPr lang="en-US" sz="2800" dirty="0">
                <a:latin typeface="Arial" pitchFamily="34" charset="0"/>
                <a:cs typeface="Arial" pitchFamily="34" charset="0"/>
              </a:rPr>
              <a:t> </a:t>
            </a:r>
            <a:r>
              <a:rPr lang="en-US" sz="2800" dirty="0" err="1">
                <a:latin typeface="Arial" pitchFamily="34" charset="0"/>
                <a:cs typeface="Arial" pitchFamily="34" charset="0"/>
              </a:rPr>
              <a:t>đối</a:t>
            </a:r>
            <a:r>
              <a:rPr lang="en-US" sz="2800" dirty="0">
                <a:latin typeface="Arial" pitchFamily="34" charset="0"/>
                <a:cs typeface="Arial" pitchFamily="34" charset="0"/>
              </a:rPr>
              <a:t> </a:t>
            </a:r>
            <a:r>
              <a:rPr lang="en-US" sz="2800" dirty="0" err="1">
                <a:latin typeface="Arial" pitchFamily="34" charset="0"/>
                <a:cs typeface="Arial" pitchFamily="34" charset="0"/>
              </a:rPr>
              <a:t>dài</a:t>
            </a:r>
            <a:r>
              <a:rPr lang="en-US" sz="2800" dirty="0">
                <a:latin typeface="Arial" pitchFamily="34" charset="0"/>
                <a:cs typeface="Arial" pitchFamily="34" charset="0"/>
              </a:rPr>
              <a:t>, </a:t>
            </a:r>
            <a:r>
              <a:rPr lang="en-US" sz="2800" dirty="0" err="1">
                <a:latin typeface="Arial" pitchFamily="34" charset="0"/>
                <a:cs typeface="Arial" pitchFamily="34" charset="0"/>
              </a:rPr>
              <a:t>tổ</a:t>
            </a:r>
            <a:r>
              <a:rPr lang="en-US" sz="2800" dirty="0">
                <a:latin typeface="Arial" pitchFamily="34" charset="0"/>
                <a:cs typeface="Arial" pitchFamily="34" charset="0"/>
              </a:rPr>
              <a:t> </a:t>
            </a:r>
            <a:r>
              <a:rPr lang="en-US" sz="2800" dirty="0" err="1">
                <a:latin typeface="Arial" pitchFamily="34" charset="0"/>
                <a:cs typeface="Arial" pitchFamily="34" charset="0"/>
              </a:rPr>
              <a:t>chức</a:t>
            </a:r>
            <a:r>
              <a:rPr lang="en-US" sz="2800" dirty="0">
                <a:latin typeface="Arial" pitchFamily="34" charset="0"/>
                <a:cs typeface="Arial" pitchFamily="34" charset="0"/>
              </a:rPr>
              <a:t> </a:t>
            </a:r>
            <a:r>
              <a:rPr lang="en-US" sz="2800" dirty="0" err="1">
                <a:latin typeface="Arial" pitchFamily="34" charset="0"/>
                <a:cs typeface="Arial" pitchFamily="34" charset="0"/>
              </a:rPr>
              <a:t>mỡ</a:t>
            </a:r>
            <a:r>
              <a:rPr lang="en-US" sz="2800" dirty="0">
                <a:latin typeface="Arial" pitchFamily="34" charset="0"/>
                <a:cs typeface="Arial" pitchFamily="34" charset="0"/>
              </a:rPr>
              <a:t> </a:t>
            </a:r>
            <a:r>
              <a:rPr lang="en-US" sz="2800" dirty="0" err="1">
                <a:latin typeface="Arial" pitchFamily="34" charset="0"/>
                <a:cs typeface="Arial" pitchFamily="34" charset="0"/>
              </a:rPr>
              <a:t>lỏng</a:t>
            </a:r>
            <a:r>
              <a:rPr lang="en-US" sz="2800" dirty="0">
                <a:latin typeface="Arial" pitchFamily="34" charset="0"/>
                <a:cs typeface="Arial" pitchFamily="34" charset="0"/>
              </a:rPr>
              <a:t> </a:t>
            </a:r>
            <a:r>
              <a:rPr lang="en-US" sz="2800" dirty="0" err="1">
                <a:latin typeface="Arial" pitchFamily="34" charset="0"/>
                <a:cs typeface="Arial" pitchFamily="34" charset="0"/>
              </a:rPr>
              <a:t>lẻo</a:t>
            </a:r>
            <a:r>
              <a:rPr lang="en-US" sz="2800" dirty="0">
                <a:latin typeface="Arial" pitchFamily="34" charset="0"/>
                <a:cs typeface="Arial" pitchFamily="34" charset="0"/>
              </a:rPr>
              <a:t> =&gt; </a:t>
            </a:r>
            <a:r>
              <a:rPr lang="en-US" sz="2800" dirty="0" err="1">
                <a:latin typeface="Arial" pitchFamily="34" charset="0"/>
                <a:cs typeface="Arial" pitchFamily="34" charset="0"/>
              </a:rPr>
              <a:t>dễ</a:t>
            </a:r>
            <a:r>
              <a:rPr lang="en-US" sz="2800" dirty="0">
                <a:latin typeface="Arial" pitchFamily="34" charset="0"/>
                <a:cs typeface="Arial" pitchFamily="34" charset="0"/>
              </a:rPr>
              <a:t> </a:t>
            </a:r>
            <a:r>
              <a:rPr lang="en-US" sz="2800" dirty="0" err="1">
                <a:latin typeface="Arial" pitchFamily="34" charset="0"/>
                <a:cs typeface="Arial" pitchFamily="34" charset="0"/>
              </a:rPr>
              <a:t>bị</a:t>
            </a:r>
            <a:r>
              <a:rPr lang="en-US" sz="2800" dirty="0">
                <a:latin typeface="Arial" pitchFamily="34" charset="0"/>
                <a:cs typeface="Arial" pitchFamily="34" charset="0"/>
              </a:rPr>
              <a:t> </a:t>
            </a:r>
            <a:r>
              <a:rPr lang="en-US" sz="2800" dirty="0" err="1">
                <a:latin typeface="Arial" pitchFamily="34" charset="0"/>
                <a:cs typeface="Arial" pitchFamily="34" charset="0"/>
              </a:rPr>
              <a:t>sa</a:t>
            </a:r>
            <a:r>
              <a:rPr lang="en-US" sz="2800" dirty="0">
                <a:latin typeface="Arial" pitchFamily="34" charset="0"/>
                <a:cs typeface="Arial" pitchFamily="34" charset="0"/>
              </a:rPr>
              <a:t> </a:t>
            </a:r>
            <a:r>
              <a:rPr lang="en-US" sz="2800" dirty="0" err="1">
                <a:latin typeface="Arial" pitchFamily="34" charset="0"/>
                <a:cs typeface="Arial" pitchFamily="34" charset="0"/>
              </a:rPr>
              <a:t>trực</a:t>
            </a:r>
            <a:r>
              <a:rPr lang="en-US" sz="2800" dirty="0">
                <a:latin typeface="Arial" pitchFamily="34" charset="0"/>
                <a:cs typeface="Arial" pitchFamily="34" charset="0"/>
              </a:rPr>
              <a:t> </a:t>
            </a:r>
            <a:r>
              <a:rPr lang="en-US" sz="2800" dirty="0" err="1">
                <a:latin typeface="Arial" pitchFamily="34" charset="0"/>
                <a:cs typeface="Arial" pitchFamily="34" charset="0"/>
              </a:rPr>
              <a:t>tràng</a:t>
            </a:r>
            <a:r>
              <a:rPr lang="en-US" sz="2800" dirty="0">
                <a:latin typeface="Arial" pitchFamily="34" charset="0"/>
                <a:cs typeface="Arial" pitchFamily="34" charset="0"/>
              </a:rPr>
              <a:t> </a:t>
            </a:r>
            <a:r>
              <a:rPr lang="en-US" sz="2800" dirty="0" err="1">
                <a:latin typeface="Arial" pitchFamily="34" charset="0"/>
                <a:cs typeface="Arial" pitchFamily="34" charset="0"/>
              </a:rPr>
              <a:t>khi</a:t>
            </a:r>
            <a:r>
              <a:rPr lang="en-US" sz="2800" dirty="0">
                <a:latin typeface="Arial" pitchFamily="34" charset="0"/>
                <a:cs typeface="Arial" pitchFamily="34" charset="0"/>
              </a:rPr>
              <a:t> </a:t>
            </a:r>
            <a:r>
              <a:rPr lang="en-US" sz="2800" dirty="0" err="1">
                <a:latin typeface="Arial" pitchFamily="34" charset="0"/>
                <a:cs typeface="Arial" pitchFamily="34" charset="0"/>
              </a:rPr>
              <a:t>rặn</a:t>
            </a:r>
            <a:r>
              <a:rPr lang="en-US" sz="2800" dirty="0">
                <a:latin typeface="Arial" pitchFamily="34" charset="0"/>
                <a:cs typeface="Arial" pitchFamily="34" charset="0"/>
              </a:rPr>
              <a:t> </a:t>
            </a:r>
            <a:r>
              <a:rPr lang="en-US" sz="2800" dirty="0" err="1">
                <a:latin typeface="Arial" pitchFamily="34" charset="0"/>
                <a:cs typeface="Arial" pitchFamily="34" charset="0"/>
              </a:rPr>
              <a:t>nhiều</a:t>
            </a:r>
            <a:r>
              <a:rPr lang="en-US" sz="2800" dirty="0">
                <a:latin typeface="Arial" pitchFamily="34" charset="0"/>
                <a:cs typeface="Arial" pitchFamily="34" charset="0"/>
              </a:rPr>
              <a:t> (</a:t>
            </a:r>
            <a:r>
              <a:rPr lang="en-US" sz="2800" dirty="0" err="1">
                <a:latin typeface="Arial" pitchFamily="34" charset="0"/>
                <a:cs typeface="Arial" pitchFamily="34" charset="0"/>
              </a:rPr>
              <a:t>sau</a:t>
            </a:r>
            <a:r>
              <a:rPr lang="en-US" sz="2800" dirty="0">
                <a:latin typeface="Arial" pitchFamily="34" charset="0"/>
                <a:cs typeface="Arial" pitchFamily="34" charset="0"/>
              </a:rPr>
              <a:t> </a:t>
            </a:r>
            <a:r>
              <a:rPr lang="en-US" sz="2800" dirty="0" err="1">
                <a:latin typeface="Arial" pitchFamily="34" charset="0"/>
                <a:cs typeface="Arial" pitchFamily="34" charset="0"/>
              </a:rPr>
              <a:t>lỵ</a:t>
            </a:r>
            <a:r>
              <a:rPr lang="en-US" sz="2800" dirty="0">
                <a:latin typeface="Arial" pitchFamily="34" charset="0"/>
                <a:cs typeface="Arial" pitchFamily="34" charset="0"/>
              </a:rPr>
              <a:t>, ho </a:t>
            </a:r>
            <a:r>
              <a:rPr lang="en-US" sz="2800" dirty="0" err="1">
                <a:latin typeface="Arial" pitchFamily="34" charset="0"/>
                <a:cs typeface="Arial" pitchFamily="34" charset="0"/>
              </a:rPr>
              <a:t>gà</a:t>
            </a:r>
            <a:r>
              <a:rPr lang="en-US" sz="2800" dirty="0">
                <a:latin typeface="Arial" pitchFamily="34" charset="0"/>
                <a:cs typeface="Arial" pitchFamily="34" charset="0"/>
              </a:rPr>
              <a:t>)</a:t>
            </a:r>
          </a:p>
        </p:txBody>
      </p:sp>
    </p:spTree>
    <p:extLst>
      <p:ext uri="{BB962C8B-B14F-4D97-AF65-F5344CB8AC3E}">
        <p14:creationId xmlns:p14="http://schemas.microsoft.com/office/powerpoint/2010/main" val="143733985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A2D4E53-B008-45CA-973C-AACACB96EB21}"/>
              </a:ext>
            </a:extLst>
          </p:cNvPr>
          <p:cNvSpPr>
            <a:spLocks noGrp="1"/>
          </p:cNvSpPr>
          <p:nvPr>
            <p:ph type="title"/>
          </p:nvPr>
        </p:nvSpPr>
        <p:spPr>
          <a:xfrm>
            <a:off x="420160" y="-695325"/>
            <a:ext cx="8596668" cy="3403600"/>
          </a:xfrm>
        </p:spPr>
        <p:txBody>
          <a:bodyPr>
            <a:normAutofit/>
          </a:bodyPr>
          <a:lstStyle/>
          <a:p>
            <a:r>
              <a:rPr lang="en-US" sz="3600" dirty="0" smtClean="0">
                <a:latin typeface="Arial" pitchFamily="34" charset="0"/>
                <a:cs typeface="Arial" pitchFamily="34" charset="0"/>
              </a:rPr>
              <a:t>*</a:t>
            </a:r>
            <a:r>
              <a:rPr lang="en-US" sz="3600" dirty="0" err="1" smtClean="0">
                <a:latin typeface="Arial" pitchFamily="34" charset="0"/>
                <a:cs typeface="Arial" pitchFamily="34" charset="0"/>
              </a:rPr>
              <a:t>Chức</a:t>
            </a:r>
            <a:r>
              <a:rPr lang="en-US" sz="3600" dirty="0" smtClean="0">
                <a:latin typeface="Arial" pitchFamily="34" charset="0"/>
                <a:cs typeface="Arial" pitchFamily="34" charset="0"/>
              </a:rPr>
              <a:t> </a:t>
            </a:r>
            <a:r>
              <a:rPr lang="en-US" sz="3600" dirty="0" err="1">
                <a:latin typeface="Arial" pitchFamily="34" charset="0"/>
                <a:cs typeface="Arial" pitchFamily="34" charset="0"/>
              </a:rPr>
              <a:t>năng</a:t>
            </a:r>
            <a:r>
              <a:rPr lang="en-US" sz="3600" dirty="0">
                <a:latin typeface="Arial" pitchFamily="34" charset="0"/>
                <a:cs typeface="Arial" pitchFamily="34" charset="0"/>
              </a:rPr>
              <a:t> </a:t>
            </a:r>
            <a:r>
              <a:rPr lang="en-US" sz="3600" dirty="0" err="1">
                <a:latin typeface="Arial" pitchFamily="34" charset="0"/>
                <a:cs typeface="Arial" pitchFamily="34" charset="0"/>
              </a:rPr>
              <a:t>của</a:t>
            </a:r>
            <a:r>
              <a:rPr lang="en-US" sz="3600" dirty="0">
                <a:latin typeface="Arial" pitchFamily="34" charset="0"/>
                <a:cs typeface="Arial" pitchFamily="34" charset="0"/>
              </a:rPr>
              <a:t> </a:t>
            </a:r>
            <a:r>
              <a:rPr lang="en-US" sz="3600" dirty="0" err="1">
                <a:latin typeface="Arial" pitchFamily="34" charset="0"/>
                <a:cs typeface="Arial" pitchFamily="34" charset="0"/>
              </a:rPr>
              <a:t>enzym</a:t>
            </a:r>
            <a:endParaRPr lang="en-US" sz="3600" dirty="0">
              <a:latin typeface="Arial" pitchFamily="34" charset="0"/>
              <a:cs typeface="Arial" pitchFamily="34" charset="0"/>
            </a:endParaRPr>
          </a:p>
        </p:txBody>
      </p:sp>
      <p:sp>
        <p:nvSpPr>
          <p:cNvPr id="3" name="Chỗ dành sẵn cho Văn bản 2">
            <a:extLst>
              <a:ext uri="{FF2B5EF4-FFF2-40B4-BE49-F238E27FC236}">
                <a16:creationId xmlns:a16="http://schemas.microsoft.com/office/drawing/2014/main" id="{59C3E6D9-C28E-4BF1-A92D-BD0AD56C1467}"/>
              </a:ext>
            </a:extLst>
          </p:cNvPr>
          <p:cNvSpPr>
            <a:spLocks noGrp="1"/>
          </p:cNvSpPr>
          <p:nvPr>
            <p:ph type="body" idx="1"/>
          </p:nvPr>
        </p:nvSpPr>
        <p:spPr>
          <a:xfrm>
            <a:off x="420160" y="1788459"/>
            <a:ext cx="9447740" cy="4235823"/>
          </a:xfrm>
        </p:spPr>
        <p:txBody>
          <a:bodyPr>
            <a:normAutofit/>
          </a:bodyPr>
          <a:lstStyle/>
          <a:p>
            <a:pPr marL="285750" indent="-285750">
              <a:lnSpc>
                <a:spcPct val="150000"/>
              </a:lnSpc>
              <a:buFontTx/>
              <a:buChar char="-"/>
            </a:pPr>
            <a:r>
              <a:rPr lang="en-US" sz="2800" dirty="0">
                <a:latin typeface="Arial" pitchFamily="34" charset="0"/>
                <a:cs typeface="Arial" pitchFamily="34" charset="0"/>
              </a:rPr>
              <a:t>Lactose </a:t>
            </a:r>
            <a:r>
              <a:rPr lang="en-US" sz="2800" dirty="0" err="1">
                <a:latin typeface="Arial" pitchFamily="34" charset="0"/>
                <a:cs typeface="Arial" pitchFamily="34" charset="0"/>
              </a:rPr>
              <a:t>có</a:t>
            </a:r>
            <a:r>
              <a:rPr lang="en-US" sz="2800" dirty="0">
                <a:latin typeface="Arial" pitchFamily="34" charset="0"/>
                <a:cs typeface="Arial" pitchFamily="34" charset="0"/>
              </a:rPr>
              <a:t> ở </a:t>
            </a:r>
            <a:r>
              <a:rPr lang="en-US" sz="2800" dirty="0" err="1">
                <a:latin typeface="Arial" pitchFamily="34" charset="0"/>
                <a:cs typeface="Arial" pitchFamily="34" charset="0"/>
              </a:rPr>
              <a:t>trẻ</a:t>
            </a:r>
            <a:r>
              <a:rPr lang="en-US" sz="2800" dirty="0">
                <a:latin typeface="Arial" pitchFamily="34" charset="0"/>
                <a:cs typeface="Arial" pitchFamily="34" charset="0"/>
              </a:rPr>
              <a:t> s</a:t>
            </a:r>
            <a:r>
              <a:rPr lang="vi-VN" sz="2800" dirty="0">
                <a:latin typeface="Arial" pitchFamily="34" charset="0"/>
                <a:cs typeface="Arial" pitchFamily="34" charset="0"/>
              </a:rPr>
              <a:t>ơ</a:t>
            </a:r>
            <a:r>
              <a:rPr lang="en-US" sz="2800" dirty="0">
                <a:latin typeface="Arial" pitchFamily="34" charset="0"/>
                <a:cs typeface="Arial" pitchFamily="34" charset="0"/>
              </a:rPr>
              <a:t> </a:t>
            </a:r>
            <a:r>
              <a:rPr lang="en-US" sz="2800" dirty="0" err="1">
                <a:latin typeface="Arial" pitchFamily="34" charset="0"/>
                <a:cs typeface="Arial" pitchFamily="34" charset="0"/>
              </a:rPr>
              <a:t>sinh</a:t>
            </a:r>
            <a:r>
              <a:rPr lang="en-US" sz="2800" dirty="0">
                <a:latin typeface="Arial" pitchFamily="34" charset="0"/>
                <a:cs typeface="Arial" pitchFamily="34" charset="0"/>
              </a:rPr>
              <a:t> </a:t>
            </a:r>
            <a:r>
              <a:rPr lang="en-US" sz="2800" dirty="0" err="1">
                <a:latin typeface="Arial" pitchFamily="34" charset="0"/>
                <a:cs typeface="Arial" pitchFamily="34" charset="0"/>
              </a:rPr>
              <a:t>đủ</a:t>
            </a:r>
            <a:r>
              <a:rPr lang="en-US" sz="2800" dirty="0">
                <a:latin typeface="Arial" pitchFamily="34" charset="0"/>
                <a:cs typeface="Arial" pitchFamily="34" charset="0"/>
              </a:rPr>
              <a:t> </a:t>
            </a:r>
            <a:r>
              <a:rPr lang="en-US" sz="2800" dirty="0" err="1" smtClean="0">
                <a:latin typeface="Arial" pitchFamily="34" charset="0"/>
                <a:cs typeface="Arial" pitchFamily="34" charset="0"/>
              </a:rPr>
              <a:t>tháng</a:t>
            </a:r>
            <a:endParaRPr lang="en-US" sz="2800" dirty="0" smtClean="0">
              <a:latin typeface="Arial" pitchFamily="34" charset="0"/>
              <a:cs typeface="Arial" pitchFamily="34" charset="0"/>
            </a:endParaRPr>
          </a:p>
          <a:p>
            <a:pPr>
              <a:lnSpc>
                <a:spcPct val="150000"/>
              </a:lnSpc>
            </a:pPr>
            <a:endParaRPr lang="en-US" sz="2800" dirty="0">
              <a:latin typeface="Arial" pitchFamily="34" charset="0"/>
              <a:cs typeface="Arial" pitchFamily="34" charset="0"/>
            </a:endParaRPr>
          </a:p>
          <a:p>
            <a:pPr marL="285750" indent="-285750">
              <a:lnSpc>
                <a:spcPct val="150000"/>
              </a:lnSpc>
              <a:buFontTx/>
              <a:buChar char="-"/>
            </a:pPr>
            <a:r>
              <a:rPr lang="en-US" sz="2800" dirty="0">
                <a:latin typeface="Arial" pitchFamily="34" charset="0"/>
                <a:cs typeface="Arial" pitchFamily="34" charset="0"/>
              </a:rPr>
              <a:t>Alpha Glucosidase (saccharose, </a:t>
            </a:r>
            <a:r>
              <a:rPr lang="en-US" sz="2800" dirty="0" err="1">
                <a:latin typeface="Arial" pitchFamily="34" charset="0"/>
                <a:cs typeface="Arial" pitchFamily="34" charset="0"/>
              </a:rPr>
              <a:t>isomaltase</a:t>
            </a:r>
            <a:r>
              <a:rPr lang="en-US" sz="2800" dirty="0">
                <a:latin typeface="Arial" pitchFamily="34" charset="0"/>
                <a:cs typeface="Arial" pitchFamily="34" charset="0"/>
              </a:rPr>
              <a:t>, glucoamylase) </a:t>
            </a:r>
            <a:r>
              <a:rPr lang="en-US" sz="2800" dirty="0" err="1">
                <a:latin typeface="Arial" pitchFamily="34" charset="0"/>
                <a:cs typeface="Arial" pitchFamily="34" charset="0"/>
              </a:rPr>
              <a:t>có</a:t>
            </a:r>
            <a:r>
              <a:rPr lang="en-US" sz="2800" dirty="0">
                <a:latin typeface="Arial" pitchFamily="34" charset="0"/>
                <a:cs typeface="Arial" pitchFamily="34" charset="0"/>
              </a:rPr>
              <a:t> </a:t>
            </a:r>
            <a:r>
              <a:rPr lang="en-US" sz="2800" dirty="0" err="1">
                <a:latin typeface="Arial" pitchFamily="34" charset="0"/>
                <a:cs typeface="Arial" pitchFamily="34" charset="0"/>
              </a:rPr>
              <a:t>ngay</a:t>
            </a:r>
            <a:r>
              <a:rPr lang="en-US" sz="2800" dirty="0">
                <a:latin typeface="Arial" pitchFamily="34" charset="0"/>
                <a:cs typeface="Arial" pitchFamily="34" charset="0"/>
              </a:rPr>
              <a:t> </a:t>
            </a:r>
            <a:r>
              <a:rPr lang="en-US" sz="2800" dirty="0" err="1">
                <a:latin typeface="Arial" pitchFamily="34" charset="0"/>
                <a:cs typeface="Arial" pitchFamily="34" charset="0"/>
              </a:rPr>
              <a:t>từ</a:t>
            </a:r>
            <a:r>
              <a:rPr lang="en-US" sz="2800" dirty="0">
                <a:latin typeface="Arial" pitchFamily="34" charset="0"/>
                <a:cs typeface="Arial" pitchFamily="34" charset="0"/>
              </a:rPr>
              <a:t> </a:t>
            </a:r>
            <a:r>
              <a:rPr lang="en-US" sz="2800" dirty="0" err="1">
                <a:latin typeface="Arial" pitchFamily="34" charset="0"/>
                <a:cs typeface="Arial" pitchFamily="34" charset="0"/>
              </a:rPr>
              <a:t>tháng</a:t>
            </a:r>
            <a:r>
              <a:rPr lang="en-US" sz="2800" dirty="0">
                <a:latin typeface="Arial" pitchFamily="34" charset="0"/>
                <a:cs typeface="Arial" pitchFamily="34" charset="0"/>
              </a:rPr>
              <a:t> </a:t>
            </a:r>
            <a:r>
              <a:rPr lang="en-US" sz="2800" dirty="0" err="1">
                <a:latin typeface="Arial" pitchFamily="34" charset="0"/>
                <a:cs typeface="Arial" pitchFamily="34" charset="0"/>
              </a:rPr>
              <a:t>thứ</a:t>
            </a:r>
            <a:r>
              <a:rPr lang="en-US" sz="2800" dirty="0">
                <a:latin typeface="Arial" pitchFamily="34" charset="0"/>
                <a:cs typeface="Arial" pitchFamily="34" charset="0"/>
              </a:rPr>
              <a:t> 4 </a:t>
            </a:r>
            <a:r>
              <a:rPr lang="en-US" sz="2800" dirty="0" err="1">
                <a:latin typeface="Arial" pitchFamily="34" charset="0"/>
                <a:cs typeface="Arial" pitchFamily="34" charset="0"/>
              </a:rPr>
              <a:t>thời</a:t>
            </a:r>
            <a:r>
              <a:rPr lang="en-US" sz="2800" dirty="0">
                <a:latin typeface="Arial" pitchFamily="34" charset="0"/>
                <a:cs typeface="Arial" pitchFamily="34" charset="0"/>
              </a:rPr>
              <a:t> </a:t>
            </a:r>
            <a:r>
              <a:rPr lang="en-US" sz="2800" dirty="0" err="1">
                <a:latin typeface="Arial" pitchFamily="34" charset="0"/>
                <a:cs typeface="Arial" pitchFamily="34" charset="0"/>
              </a:rPr>
              <a:t>kỳ</a:t>
            </a:r>
            <a:r>
              <a:rPr lang="en-US" sz="2800" dirty="0">
                <a:latin typeface="Arial" pitchFamily="34" charset="0"/>
                <a:cs typeface="Arial" pitchFamily="34" charset="0"/>
              </a:rPr>
              <a:t> </a:t>
            </a:r>
            <a:r>
              <a:rPr lang="en-US" sz="2800" dirty="0" err="1">
                <a:latin typeface="Arial" pitchFamily="34" charset="0"/>
                <a:cs typeface="Arial" pitchFamily="34" charset="0"/>
              </a:rPr>
              <a:t>thai</a:t>
            </a:r>
            <a:r>
              <a:rPr lang="en-US" sz="2800" dirty="0">
                <a:latin typeface="Arial" pitchFamily="34" charset="0"/>
                <a:cs typeface="Arial" pitchFamily="34" charset="0"/>
              </a:rPr>
              <a:t> </a:t>
            </a:r>
            <a:r>
              <a:rPr lang="en-US" sz="2800" dirty="0" err="1">
                <a:latin typeface="Arial" pitchFamily="34" charset="0"/>
                <a:cs typeface="Arial" pitchFamily="34" charset="0"/>
              </a:rPr>
              <a:t>nhi</a:t>
            </a:r>
            <a:r>
              <a:rPr lang="en-US" sz="2800" dirty="0">
                <a:latin typeface="Arial" pitchFamily="34" charset="0"/>
                <a:cs typeface="Arial" pitchFamily="34" charset="0"/>
              </a:rPr>
              <a:t> </a:t>
            </a:r>
            <a:r>
              <a:rPr lang="en-US" sz="2800" dirty="0" err="1">
                <a:latin typeface="Arial" pitchFamily="34" charset="0"/>
                <a:cs typeface="Arial" pitchFamily="34" charset="0"/>
              </a:rPr>
              <a:t>và</a:t>
            </a:r>
            <a:r>
              <a:rPr lang="en-US" sz="2800" dirty="0">
                <a:latin typeface="Arial" pitchFamily="34" charset="0"/>
                <a:cs typeface="Arial" pitchFamily="34" charset="0"/>
              </a:rPr>
              <a:t> </a:t>
            </a:r>
            <a:r>
              <a:rPr lang="en-US" sz="2800" dirty="0" err="1">
                <a:latin typeface="Arial" pitchFamily="34" charset="0"/>
                <a:cs typeface="Arial" pitchFamily="34" charset="0"/>
              </a:rPr>
              <a:t>hoạt</a:t>
            </a:r>
            <a:r>
              <a:rPr lang="en-US" sz="2800" dirty="0">
                <a:latin typeface="Arial" pitchFamily="34" charset="0"/>
                <a:cs typeface="Arial" pitchFamily="34" charset="0"/>
              </a:rPr>
              <a:t> </a:t>
            </a:r>
            <a:r>
              <a:rPr lang="en-US" sz="2800" dirty="0" err="1">
                <a:latin typeface="Arial" pitchFamily="34" charset="0"/>
                <a:cs typeface="Arial" pitchFamily="34" charset="0"/>
              </a:rPr>
              <a:t>tính</a:t>
            </a:r>
            <a:r>
              <a:rPr lang="en-US" sz="2800" dirty="0">
                <a:latin typeface="Arial" pitchFamily="34" charset="0"/>
                <a:cs typeface="Arial" pitchFamily="34" charset="0"/>
              </a:rPr>
              <a:t> </a:t>
            </a:r>
            <a:r>
              <a:rPr lang="en-US" sz="2800" dirty="0" err="1">
                <a:latin typeface="Arial" pitchFamily="34" charset="0"/>
                <a:cs typeface="Arial" pitchFamily="34" charset="0"/>
              </a:rPr>
              <a:t>giống</a:t>
            </a:r>
            <a:r>
              <a:rPr lang="en-US" sz="2800" dirty="0">
                <a:latin typeface="Arial" pitchFamily="34" charset="0"/>
                <a:cs typeface="Arial" pitchFamily="34" charset="0"/>
              </a:rPr>
              <a:t> </a:t>
            </a:r>
            <a:r>
              <a:rPr lang="en-US" sz="2800" dirty="0" err="1">
                <a:latin typeface="Arial" pitchFamily="34" charset="0"/>
                <a:cs typeface="Arial" pitchFamily="34" charset="0"/>
              </a:rPr>
              <a:t>nh</a:t>
            </a:r>
            <a:r>
              <a:rPr lang="vi-VN" sz="2800" dirty="0">
                <a:latin typeface="Arial" pitchFamily="34" charset="0"/>
                <a:cs typeface="Arial" pitchFamily="34" charset="0"/>
              </a:rPr>
              <a:t>ư</a:t>
            </a:r>
            <a:r>
              <a:rPr lang="en-US" sz="2800" dirty="0">
                <a:latin typeface="Arial" pitchFamily="34" charset="0"/>
                <a:cs typeface="Arial" pitchFamily="34" charset="0"/>
              </a:rPr>
              <a:t> ở ng</a:t>
            </a:r>
            <a:r>
              <a:rPr lang="vi-VN" sz="2800" dirty="0">
                <a:latin typeface="Arial" pitchFamily="34" charset="0"/>
                <a:cs typeface="Arial" pitchFamily="34" charset="0"/>
              </a:rPr>
              <a:t>ư</a:t>
            </a:r>
            <a:r>
              <a:rPr lang="en-US" sz="2800" dirty="0" err="1">
                <a:latin typeface="Arial" pitchFamily="34" charset="0"/>
                <a:cs typeface="Arial" pitchFamily="34" charset="0"/>
              </a:rPr>
              <a:t>ời</a:t>
            </a:r>
            <a:r>
              <a:rPr lang="en-US" sz="2800" dirty="0">
                <a:latin typeface="Arial" pitchFamily="34" charset="0"/>
                <a:cs typeface="Arial" pitchFamily="34" charset="0"/>
              </a:rPr>
              <a:t> </a:t>
            </a:r>
            <a:r>
              <a:rPr lang="en-US" sz="2800" dirty="0" err="1">
                <a:latin typeface="Arial" pitchFamily="34" charset="0"/>
                <a:cs typeface="Arial" pitchFamily="34" charset="0"/>
              </a:rPr>
              <a:t>lớn</a:t>
            </a:r>
            <a:r>
              <a:rPr lang="en-US" sz="2800" dirty="0">
                <a:latin typeface="Arial" pitchFamily="34" charset="0"/>
                <a:cs typeface="Arial" pitchFamily="34" charset="0"/>
              </a:rPr>
              <a:t> </a:t>
            </a:r>
            <a:r>
              <a:rPr lang="en-US" sz="2800" dirty="0" err="1">
                <a:latin typeface="Arial" pitchFamily="34" charset="0"/>
                <a:cs typeface="Arial" pitchFamily="34" charset="0"/>
              </a:rPr>
              <a:t>ngay</a:t>
            </a:r>
            <a:r>
              <a:rPr lang="en-US" sz="2800" dirty="0">
                <a:latin typeface="Arial" pitchFamily="34" charset="0"/>
                <a:cs typeface="Arial" pitchFamily="34" charset="0"/>
              </a:rPr>
              <a:t> </a:t>
            </a:r>
            <a:r>
              <a:rPr lang="en-US" sz="2800" dirty="0" err="1">
                <a:latin typeface="Arial" pitchFamily="34" charset="0"/>
                <a:cs typeface="Arial" pitchFamily="34" charset="0"/>
              </a:rPr>
              <a:t>từ</a:t>
            </a:r>
            <a:r>
              <a:rPr lang="en-US" sz="2800" dirty="0">
                <a:latin typeface="Arial" pitchFamily="34" charset="0"/>
                <a:cs typeface="Arial" pitchFamily="34" charset="0"/>
              </a:rPr>
              <a:t> </a:t>
            </a:r>
            <a:r>
              <a:rPr lang="en-US" sz="2800" dirty="0" err="1">
                <a:latin typeface="Arial" pitchFamily="34" charset="0"/>
                <a:cs typeface="Arial" pitchFamily="34" charset="0"/>
              </a:rPr>
              <a:t>khi</a:t>
            </a:r>
            <a:r>
              <a:rPr lang="en-US" sz="2800" dirty="0">
                <a:latin typeface="Arial" pitchFamily="34" charset="0"/>
                <a:cs typeface="Arial" pitchFamily="34" charset="0"/>
              </a:rPr>
              <a:t> </a:t>
            </a:r>
            <a:r>
              <a:rPr lang="en-US" sz="2800" dirty="0" err="1">
                <a:latin typeface="Arial" pitchFamily="34" charset="0"/>
                <a:cs typeface="Arial" pitchFamily="34" charset="0"/>
              </a:rPr>
              <a:t>trẻ</a:t>
            </a:r>
            <a:r>
              <a:rPr lang="en-US" sz="2800" dirty="0">
                <a:latin typeface="Arial" pitchFamily="34" charset="0"/>
                <a:cs typeface="Arial" pitchFamily="34" charset="0"/>
              </a:rPr>
              <a:t> </a:t>
            </a:r>
            <a:r>
              <a:rPr lang="en-US" sz="2800" dirty="0" err="1">
                <a:latin typeface="Arial" pitchFamily="34" charset="0"/>
                <a:cs typeface="Arial" pitchFamily="34" charset="0"/>
              </a:rPr>
              <a:t>mới</a:t>
            </a:r>
            <a:r>
              <a:rPr lang="en-US" sz="2800" dirty="0">
                <a:latin typeface="Arial" pitchFamily="34" charset="0"/>
                <a:cs typeface="Arial" pitchFamily="34" charset="0"/>
              </a:rPr>
              <a:t> </a:t>
            </a:r>
            <a:r>
              <a:rPr lang="en-US" sz="2800" dirty="0" err="1">
                <a:latin typeface="Arial" pitchFamily="34" charset="0"/>
                <a:cs typeface="Arial" pitchFamily="34" charset="0"/>
              </a:rPr>
              <a:t>sinh</a:t>
            </a:r>
            <a:endParaRPr lang="en-US" sz="2800" dirty="0">
              <a:latin typeface="Arial" pitchFamily="34" charset="0"/>
              <a:cs typeface="Arial" pitchFamily="34" charset="0"/>
            </a:endParaRPr>
          </a:p>
          <a:p>
            <a:pPr marL="285750" indent="-285750">
              <a:lnSpc>
                <a:spcPct val="150000"/>
              </a:lnSpc>
              <a:buFontTx/>
              <a:buChar char="-"/>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67168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37635BD-69A4-4785-B328-68E707C9AC67}"/>
              </a:ext>
            </a:extLst>
          </p:cNvPr>
          <p:cNvSpPr>
            <a:spLocks noGrp="1"/>
          </p:cNvSpPr>
          <p:nvPr>
            <p:ph type="title"/>
          </p:nvPr>
        </p:nvSpPr>
        <p:spPr>
          <a:xfrm>
            <a:off x="410635" y="-885162"/>
            <a:ext cx="8596668" cy="3403600"/>
          </a:xfrm>
        </p:spPr>
        <p:txBody>
          <a:bodyPr>
            <a:normAutofit/>
          </a:bodyPr>
          <a:lstStyle/>
          <a:p>
            <a:r>
              <a:rPr lang="en-US" sz="3600" dirty="0" smtClean="0">
                <a:latin typeface="Arial" pitchFamily="34" charset="0"/>
                <a:cs typeface="Arial" pitchFamily="34" charset="0"/>
              </a:rPr>
              <a:t>Vi </a:t>
            </a:r>
            <a:r>
              <a:rPr lang="en-US" sz="3600" dirty="0" err="1" smtClean="0">
                <a:latin typeface="Arial" pitchFamily="34" charset="0"/>
                <a:cs typeface="Arial" pitchFamily="34" charset="0"/>
              </a:rPr>
              <a:t>khuẩ</a:t>
            </a:r>
            <a:r>
              <a:rPr lang="vi-VN" sz="3600" dirty="0" smtClean="0">
                <a:latin typeface="Arial" pitchFamily="34" charset="0"/>
                <a:cs typeface="Arial" pitchFamily="34" charset="0"/>
              </a:rPr>
              <a:t>n</a:t>
            </a:r>
            <a:endParaRPr lang="en-US" sz="3600" dirty="0">
              <a:latin typeface="Arial" pitchFamily="34" charset="0"/>
              <a:cs typeface="Arial" pitchFamily="34" charset="0"/>
            </a:endParaRPr>
          </a:p>
        </p:txBody>
      </p:sp>
      <p:sp>
        <p:nvSpPr>
          <p:cNvPr id="3" name="Chỗ dành sẵn cho Văn bản 2">
            <a:extLst>
              <a:ext uri="{FF2B5EF4-FFF2-40B4-BE49-F238E27FC236}">
                <a16:creationId xmlns:a16="http://schemas.microsoft.com/office/drawing/2014/main" id="{614A6981-DA4C-41E4-AB28-44011182566F}"/>
              </a:ext>
            </a:extLst>
          </p:cNvPr>
          <p:cNvSpPr>
            <a:spLocks noGrp="1"/>
          </p:cNvSpPr>
          <p:nvPr>
            <p:ph type="body" idx="1"/>
          </p:nvPr>
        </p:nvSpPr>
        <p:spPr>
          <a:xfrm>
            <a:off x="410635" y="1400735"/>
            <a:ext cx="8863369" cy="4812637"/>
          </a:xfrm>
        </p:spPr>
        <p:txBody>
          <a:bodyPr>
            <a:normAutofit/>
          </a:bodyPr>
          <a:lstStyle/>
          <a:p>
            <a:pPr marL="457200" indent="-457200">
              <a:lnSpc>
                <a:spcPct val="150000"/>
              </a:lnSpc>
              <a:buFontTx/>
              <a:buChar char="-"/>
            </a:pPr>
            <a:r>
              <a:rPr lang="en-US" sz="2800" dirty="0">
                <a:latin typeface="Arial" pitchFamily="34" charset="0"/>
                <a:cs typeface="Arial" pitchFamily="34" charset="0"/>
              </a:rPr>
              <a:t>10-12h </a:t>
            </a:r>
            <a:r>
              <a:rPr lang="en-US" sz="2800" dirty="0" err="1" smtClean="0">
                <a:latin typeface="Arial" pitchFamily="34" charset="0"/>
                <a:cs typeface="Arial" pitchFamily="34" charset="0"/>
              </a:rPr>
              <a:t>đầu</a:t>
            </a:r>
            <a:r>
              <a:rPr lang="en-US" sz="2800" dirty="0" smtClean="0">
                <a:latin typeface="Arial" pitchFamily="34" charset="0"/>
                <a:cs typeface="Arial" pitchFamily="34" charset="0"/>
              </a:rPr>
              <a:t> </a:t>
            </a:r>
            <a:r>
              <a:rPr lang="en-US" sz="2800" dirty="0" err="1">
                <a:latin typeface="Arial" pitchFamily="34" charset="0"/>
                <a:cs typeface="Arial" pitchFamily="34" charset="0"/>
              </a:rPr>
              <a:t>sau</a:t>
            </a:r>
            <a:r>
              <a:rPr lang="en-US" sz="2800" dirty="0">
                <a:latin typeface="Arial" pitchFamily="34" charset="0"/>
                <a:cs typeface="Arial" pitchFamily="34" charset="0"/>
              </a:rPr>
              <a:t> </a:t>
            </a:r>
            <a:r>
              <a:rPr lang="en-US" sz="2800" dirty="0" err="1">
                <a:latin typeface="Arial" pitchFamily="34" charset="0"/>
                <a:cs typeface="Arial" pitchFamily="34" charset="0"/>
              </a:rPr>
              <a:t>sinh</a:t>
            </a:r>
            <a:r>
              <a:rPr lang="en-US" sz="2800" dirty="0">
                <a:latin typeface="Arial" pitchFamily="34" charset="0"/>
                <a:cs typeface="Arial" pitchFamily="34" charset="0"/>
              </a:rPr>
              <a:t>, </a:t>
            </a:r>
            <a:r>
              <a:rPr lang="en-US" sz="2800" dirty="0" err="1">
                <a:latin typeface="Arial" pitchFamily="34" charset="0"/>
                <a:cs typeface="Arial" pitchFamily="34" charset="0"/>
              </a:rPr>
              <a:t>ruột</a:t>
            </a:r>
            <a:r>
              <a:rPr lang="en-US" sz="2800" dirty="0">
                <a:latin typeface="Arial" pitchFamily="34" charset="0"/>
                <a:cs typeface="Arial" pitchFamily="34" charset="0"/>
              </a:rPr>
              <a:t> </a:t>
            </a:r>
            <a:r>
              <a:rPr lang="en-US" sz="2800" dirty="0" err="1">
                <a:latin typeface="Arial" pitchFamily="34" charset="0"/>
                <a:cs typeface="Arial" pitchFamily="34" charset="0"/>
              </a:rPr>
              <a:t>và</a:t>
            </a:r>
            <a:r>
              <a:rPr lang="en-US" sz="2800" dirty="0">
                <a:latin typeface="Arial" pitchFamily="34" charset="0"/>
                <a:cs typeface="Arial" pitchFamily="34" charset="0"/>
              </a:rPr>
              <a:t> </a:t>
            </a:r>
            <a:r>
              <a:rPr lang="en-US" sz="2800" dirty="0" err="1">
                <a:latin typeface="Arial" pitchFamily="34" charset="0"/>
                <a:cs typeface="Arial" pitchFamily="34" charset="0"/>
              </a:rPr>
              <a:t>dạ</a:t>
            </a:r>
            <a:r>
              <a:rPr lang="en-US" sz="2800" dirty="0">
                <a:latin typeface="Arial" pitchFamily="34" charset="0"/>
                <a:cs typeface="Arial" pitchFamily="34" charset="0"/>
              </a:rPr>
              <a:t> </a:t>
            </a:r>
            <a:r>
              <a:rPr lang="en-US" sz="2800" dirty="0" err="1">
                <a:latin typeface="Arial" pitchFamily="34" charset="0"/>
                <a:cs typeface="Arial" pitchFamily="34" charset="0"/>
              </a:rPr>
              <a:t>dày</a:t>
            </a:r>
            <a:r>
              <a:rPr lang="en-US" sz="2800" dirty="0">
                <a:latin typeface="Arial" pitchFamily="34" charset="0"/>
                <a:cs typeface="Arial" pitchFamily="34" charset="0"/>
              </a:rPr>
              <a:t> </a:t>
            </a:r>
            <a:r>
              <a:rPr lang="en-US" sz="2800" dirty="0" err="1">
                <a:latin typeface="Arial" pitchFamily="34" charset="0"/>
                <a:cs typeface="Arial" pitchFamily="34" charset="0"/>
              </a:rPr>
              <a:t>hầu</a:t>
            </a:r>
            <a:r>
              <a:rPr lang="en-US" sz="2800" dirty="0">
                <a:latin typeface="Arial" pitchFamily="34" charset="0"/>
                <a:cs typeface="Arial" pitchFamily="34" charset="0"/>
              </a:rPr>
              <a:t> </a:t>
            </a:r>
            <a:r>
              <a:rPr lang="en-US" sz="2800" dirty="0" err="1">
                <a:latin typeface="Arial" pitchFamily="34" charset="0"/>
                <a:cs typeface="Arial" pitchFamily="34" charset="0"/>
              </a:rPr>
              <a:t>như</a:t>
            </a:r>
            <a:r>
              <a:rPr lang="en-US" sz="2800" dirty="0">
                <a:latin typeface="Arial" pitchFamily="34" charset="0"/>
                <a:cs typeface="Arial" pitchFamily="34" charset="0"/>
              </a:rPr>
              <a:t> </a:t>
            </a:r>
            <a:r>
              <a:rPr lang="en-US" sz="2800" dirty="0" err="1">
                <a:latin typeface="Arial" pitchFamily="34" charset="0"/>
                <a:cs typeface="Arial" pitchFamily="34" charset="0"/>
              </a:rPr>
              <a:t>không</a:t>
            </a:r>
            <a:r>
              <a:rPr lang="en-US" sz="2800" dirty="0">
                <a:latin typeface="Arial" pitchFamily="34" charset="0"/>
                <a:cs typeface="Arial" pitchFamily="34" charset="0"/>
              </a:rPr>
              <a:t> </a:t>
            </a:r>
            <a:r>
              <a:rPr lang="en-US" sz="2800" dirty="0" err="1">
                <a:latin typeface="Arial" pitchFamily="34" charset="0"/>
                <a:cs typeface="Arial" pitchFamily="34" charset="0"/>
              </a:rPr>
              <a:t>có</a:t>
            </a:r>
            <a:r>
              <a:rPr lang="en-US" sz="2800" dirty="0">
                <a:latin typeface="Arial" pitchFamily="34" charset="0"/>
                <a:cs typeface="Arial" pitchFamily="34" charset="0"/>
              </a:rPr>
              <a:t> vi </a:t>
            </a:r>
            <a:r>
              <a:rPr lang="en-US" sz="2800" dirty="0" err="1">
                <a:latin typeface="Arial" pitchFamily="34" charset="0"/>
                <a:cs typeface="Arial" pitchFamily="34" charset="0"/>
              </a:rPr>
              <a:t>khuẩn</a:t>
            </a:r>
            <a:endParaRPr lang="en-US" sz="2800" dirty="0">
              <a:latin typeface="Arial" pitchFamily="34" charset="0"/>
              <a:cs typeface="Arial" pitchFamily="34" charset="0"/>
            </a:endParaRPr>
          </a:p>
          <a:p>
            <a:pPr marL="457200" indent="-457200">
              <a:lnSpc>
                <a:spcPct val="150000"/>
              </a:lnSpc>
              <a:buFontTx/>
              <a:buChar char="-"/>
            </a:pPr>
            <a:r>
              <a:rPr lang="en-US" sz="2800" dirty="0">
                <a:latin typeface="Arial" pitchFamily="34" charset="0"/>
                <a:cs typeface="Arial" pitchFamily="34" charset="0"/>
              </a:rPr>
              <a:t>Vi </a:t>
            </a:r>
            <a:r>
              <a:rPr lang="en-US" sz="2800" dirty="0" err="1">
                <a:latin typeface="Arial" pitchFamily="34" charset="0"/>
                <a:cs typeface="Arial" pitchFamily="34" charset="0"/>
              </a:rPr>
              <a:t>khuẩn</a:t>
            </a:r>
            <a:r>
              <a:rPr lang="en-US" sz="2800" dirty="0">
                <a:latin typeface="Arial" pitchFamily="34" charset="0"/>
                <a:cs typeface="Arial" pitchFamily="34" charset="0"/>
              </a:rPr>
              <a:t> đ</a:t>
            </a:r>
            <a:r>
              <a:rPr lang="vi-VN" sz="2800" dirty="0">
                <a:latin typeface="Arial" pitchFamily="34" charset="0"/>
                <a:cs typeface="Arial" pitchFamily="34" charset="0"/>
              </a:rPr>
              <a:t>ư</a:t>
            </a:r>
            <a:r>
              <a:rPr lang="en-US" sz="2800" dirty="0" err="1">
                <a:latin typeface="Arial" pitchFamily="34" charset="0"/>
                <a:cs typeface="Arial" pitchFamily="34" charset="0"/>
              </a:rPr>
              <a:t>ờng</a:t>
            </a:r>
            <a:r>
              <a:rPr lang="en-US" sz="2800" dirty="0">
                <a:latin typeface="Arial" pitchFamily="34" charset="0"/>
                <a:cs typeface="Arial" pitchFamily="34" charset="0"/>
              </a:rPr>
              <a:t> </a:t>
            </a:r>
            <a:r>
              <a:rPr lang="en-US" sz="2800" dirty="0" err="1">
                <a:latin typeface="Arial" pitchFamily="34" charset="0"/>
                <a:cs typeface="Arial" pitchFamily="34" charset="0"/>
              </a:rPr>
              <a:t>ruột</a:t>
            </a:r>
            <a:r>
              <a:rPr lang="en-US" sz="2800" dirty="0">
                <a:latin typeface="Arial" pitchFamily="34" charset="0"/>
                <a:cs typeface="Arial" pitchFamily="34" charset="0"/>
              </a:rPr>
              <a:t> </a:t>
            </a:r>
            <a:r>
              <a:rPr lang="en-US" sz="2800" dirty="0" err="1">
                <a:latin typeface="Arial" pitchFamily="34" charset="0"/>
                <a:cs typeface="Arial" pitchFamily="34" charset="0"/>
              </a:rPr>
              <a:t>thay</a:t>
            </a:r>
            <a:r>
              <a:rPr lang="en-US" sz="2800" dirty="0">
                <a:latin typeface="Arial" pitchFamily="34" charset="0"/>
                <a:cs typeface="Arial" pitchFamily="34" charset="0"/>
              </a:rPr>
              <a:t> </a:t>
            </a:r>
            <a:r>
              <a:rPr lang="en-US" sz="2800" dirty="0" err="1">
                <a:latin typeface="Arial" pitchFamily="34" charset="0"/>
                <a:cs typeface="Arial" pitchFamily="34" charset="0"/>
              </a:rPr>
              <a:t>đổi</a:t>
            </a:r>
            <a:r>
              <a:rPr lang="en-US" sz="2800" dirty="0">
                <a:latin typeface="Arial" pitchFamily="34" charset="0"/>
                <a:cs typeface="Arial" pitchFamily="34" charset="0"/>
              </a:rPr>
              <a:t> </a:t>
            </a:r>
            <a:r>
              <a:rPr lang="en-US" sz="2800" dirty="0" err="1">
                <a:latin typeface="Arial" pitchFamily="34" charset="0"/>
                <a:cs typeface="Arial" pitchFamily="34" charset="0"/>
              </a:rPr>
              <a:t>theo</a:t>
            </a:r>
            <a:r>
              <a:rPr lang="en-US" sz="2800" dirty="0">
                <a:latin typeface="Arial" pitchFamily="34" charset="0"/>
                <a:cs typeface="Arial" pitchFamily="34" charset="0"/>
              </a:rPr>
              <a:t> </a:t>
            </a:r>
            <a:r>
              <a:rPr lang="en-US" sz="2800" dirty="0" err="1">
                <a:latin typeface="Arial" pitchFamily="34" charset="0"/>
                <a:cs typeface="Arial" pitchFamily="34" charset="0"/>
              </a:rPr>
              <a:t>chế</a:t>
            </a:r>
            <a:r>
              <a:rPr lang="en-US" sz="2800" dirty="0">
                <a:latin typeface="Arial" pitchFamily="34" charset="0"/>
                <a:cs typeface="Arial" pitchFamily="34" charset="0"/>
              </a:rPr>
              <a:t> </a:t>
            </a:r>
            <a:r>
              <a:rPr lang="en-US" sz="2800" dirty="0" err="1">
                <a:latin typeface="Arial" pitchFamily="34" charset="0"/>
                <a:cs typeface="Arial" pitchFamily="34" charset="0"/>
              </a:rPr>
              <a:t>độ</a:t>
            </a:r>
            <a:r>
              <a:rPr lang="en-US" sz="2800" dirty="0">
                <a:latin typeface="Arial" pitchFamily="34" charset="0"/>
                <a:cs typeface="Arial" pitchFamily="34" charset="0"/>
              </a:rPr>
              <a:t> </a:t>
            </a:r>
            <a:r>
              <a:rPr lang="en-US" sz="2800" dirty="0" err="1">
                <a:latin typeface="Arial" pitchFamily="34" charset="0"/>
                <a:cs typeface="Arial" pitchFamily="34" charset="0"/>
              </a:rPr>
              <a:t>ăn</a:t>
            </a:r>
            <a:r>
              <a:rPr lang="en-US" sz="2800" dirty="0">
                <a:latin typeface="Arial" pitchFamily="34" charset="0"/>
                <a:cs typeface="Arial" pitchFamily="34" charset="0"/>
              </a:rPr>
              <a:t>:</a:t>
            </a:r>
            <a:br>
              <a:rPr lang="en-US" sz="2800" dirty="0">
                <a:latin typeface="Arial" pitchFamily="34" charset="0"/>
                <a:cs typeface="Arial" pitchFamily="34" charset="0"/>
              </a:rPr>
            </a:br>
            <a:r>
              <a:rPr lang="en-US" sz="2800" dirty="0">
                <a:latin typeface="Arial" pitchFamily="34" charset="0"/>
                <a:cs typeface="Arial" pitchFamily="34" charset="0"/>
              </a:rPr>
              <a:t>+ </a:t>
            </a:r>
            <a:r>
              <a:rPr lang="en-US" sz="2800" dirty="0" err="1">
                <a:latin typeface="Arial" pitchFamily="34" charset="0"/>
                <a:cs typeface="Arial" pitchFamily="34" charset="0"/>
              </a:rPr>
              <a:t>Trẻ</a:t>
            </a:r>
            <a:r>
              <a:rPr lang="en-US" sz="2800" dirty="0">
                <a:latin typeface="Arial" pitchFamily="34" charset="0"/>
                <a:cs typeface="Arial" pitchFamily="34" charset="0"/>
              </a:rPr>
              <a:t> </a:t>
            </a:r>
            <a:r>
              <a:rPr lang="en-US" sz="2800" dirty="0" err="1">
                <a:latin typeface="Arial" pitchFamily="34" charset="0"/>
                <a:cs typeface="Arial" pitchFamily="34" charset="0"/>
              </a:rPr>
              <a:t>bú</a:t>
            </a:r>
            <a:r>
              <a:rPr lang="en-US" sz="2800" dirty="0">
                <a:latin typeface="Arial" pitchFamily="34" charset="0"/>
                <a:cs typeface="Arial" pitchFamily="34" charset="0"/>
              </a:rPr>
              <a:t> </a:t>
            </a:r>
            <a:r>
              <a:rPr lang="en-US" sz="2800" dirty="0" err="1">
                <a:latin typeface="Arial" pitchFamily="34" charset="0"/>
                <a:cs typeface="Arial" pitchFamily="34" charset="0"/>
              </a:rPr>
              <a:t>mẹ</a:t>
            </a:r>
            <a:r>
              <a:rPr lang="en-US" sz="2800" dirty="0">
                <a:latin typeface="Arial" pitchFamily="34" charset="0"/>
                <a:cs typeface="Arial" pitchFamily="34" charset="0"/>
              </a:rPr>
              <a:t>: Vi </a:t>
            </a:r>
            <a:r>
              <a:rPr lang="en-US" sz="2800" dirty="0" err="1">
                <a:latin typeface="Arial" pitchFamily="34" charset="0"/>
                <a:cs typeface="Arial" pitchFamily="34" charset="0"/>
              </a:rPr>
              <a:t>khuẩn</a:t>
            </a:r>
            <a:r>
              <a:rPr lang="en-US" sz="2800" dirty="0">
                <a:latin typeface="Arial" pitchFamily="34" charset="0"/>
                <a:cs typeface="Arial" pitchFamily="34" charset="0"/>
              </a:rPr>
              <a:t> </a:t>
            </a:r>
            <a:r>
              <a:rPr lang="en-US" sz="2800" dirty="0" err="1">
                <a:latin typeface="Arial" pitchFamily="34" charset="0"/>
                <a:cs typeface="Arial" pitchFamily="34" charset="0"/>
              </a:rPr>
              <a:t>Bifidus</a:t>
            </a:r>
            <a:r>
              <a:rPr lang="en-US" sz="2800" dirty="0">
                <a:latin typeface="Arial" pitchFamily="34" charset="0"/>
                <a:cs typeface="Arial" pitchFamily="34" charset="0"/>
              </a:rPr>
              <a:t> </a:t>
            </a:r>
            <a:r>
              <a:rPr lang="en-US" sz="2800" dirty="0" err="1">
                <a:latin typeface="Arial" pitchFamily="34" charset="0"/>
                <a:cs typeface="Arial" pitchFamily="34" charset="0"/>
              </a:rPr>
              <a:t>chiếm</a:t>
            </a:r>
            <a:r>
              <a:rPr lang="en-US" sz="2800" dirty="0">
                <a:latin typeface="Arial" pitchFamily="34" charset="0"/>
                <a:cs typeface="Arial" pitchFamily="34" charset="0"/>
              </a:rPr>
              <a:t> </a:t>
            </a:r>
            <a:r>
              <a:rPr lang="vi-VN" sz="2800" dirty="0">
                <a:latin typeface="Arial" pitchFamily="34" charset="0"/>
                <a:cs typeface="Arial" pitchFamily="34" charset="0"/>
              </a:rPr>
              <a:t>ư</a:t>
            </a:r>
            <a:r>
              <a:rPr lang="en-US" sz="2800" dirty="0">
                <a:latin typeface="Arial" pitchFamily="34" charset="0"/>
                <a:cs typeface="Arial" pitchFamily="34" charset="0"/>
              </a:rPr>
              <a:t>u </a:t>
            </a:r>
            <a:r>
              <a:rPr lang="en-US" sz="2800" dirty="0" err="1">
                <a:latin typeface="Arial" pitchFamily="34" charset="0"/>
                <a:cs typeface="Arial" pitchFamily="34" charset="0"/>
              </a:rPr>
              <a:t>thế</a:t>
            </a:r>
            <a:r>
              <a:rPr lang="en-US" sz="2800" dirty="0">
                <a:latin typeface="Arial" pitchFamily="34" charset="0"/>
                <a:cs typeface="Arial" pitchFamily="34" charset="0"/>
              </a:rPr>
              <a:t/>
            </a:r>
            <a:br>
              <a:rPr lang="en-US" sz="2800" dirty="0">
                <a:latin typeface="Arial" pitchFamily="34" charset="0"/>
                <a:cs typeface="Arial" pitchFamily="34" charset="0"/>
              </a:rPr>
            </a:br>
            <a:r>
              <a:rPr lang="en-US" sz="2800" dirty="0">
                <a:latin typeface="Arial" pitchFamily="34" charset="0"/>
                <a:cs typeface="Arial" pitchFamily="34" charset="0"/>
              </a:rPr>
              <a:t>+ </a:t>
            </a:r>
            <a:r>
              <a:rPr lang="en-US" sz="2800" dirty="0" err="1">
                <a:latin typeface="Arial" pitchFamily="34" charset="0"/>
                <a:cs typeface="Arial" pitchFamily="34" charset="0"/>
              </a:rPr>
              <a:t>Trẻ</a:t>
            </a:r>
            <a:r>
              <a:rPr lang="en-US" sz="2800" dirty="0">
                <a:latin typeface="Arial" pitchFamily="34" charset="0"/>
                <a:cs typeface="Arial" pitchFamily="34" charset="0"/>
              </a:rPr>
              <a:t> </a:t>
            </a:r>
            <a:r>
              <a:rPr lang="en-US" sz="2800" dirty="0" err="1">
                <a:latin typeface="Arial" pitchFamily="34" charset="0"/>
                <a:cs typeface="Arial" pitchFamily="34" charset="0"/>
              </a:rPr>
              <a:t>ăn</a:t>
            </a:r>
            <a:r>
              <a:rPr lang="en-US" sz="2800" dirty="0">
                <a:latin typeface="Arial" pitchFamily="34" charset="0"/>
                <a:cs typeface="Arial" pitchFamily="34" charset="0"/>
              </a:rPr>
              <a:t> </a:t>
            </a:r>
            <a:r>
              <a:rPr lang="en-US" sz="2800" dirty="0" err="1">
                <a:latin typeface="Arial" pitchFamily="34" charset="0"/>
                <a:cs typeface="Arial" pitchFamily="34" charset="0"/>
              </a:rPr>
              <a:t>sữa</a:t>
            </a:r>
            <a:r>
              <a:rPr lang="en-US" sz="2800" dirty="0">
                <a:latin typeface="Arial" pitchFamily="34" charset="0"/>
                <a:cs typeface="Arial" pitchFamily="34" charset="0"/>
              </a:rPr>
              <a:t> </a:t>
            </a:r>
            <a:r>
              <a:rPr lang="en-US" sz="2800" dirty="0" err="1">
                <a:latin typeface="Arial" pitchFamily="34" charset="0"/>
                <a:cs typeface="Arial" pitchFamily="34" charset="0"/>
              </a:rPr>
              <a:t>bò</a:t>
            </a:r>
            <a:r>
              <a:rPr lang="en-US" sz="2800" dirty="0">
                <a:latin typeface="Arial" pitchFamily="34" charset="0"/>
                <a:cs typeface="Arial" pitchFamily="34" charset="0"/>
              </a:rPr>
              <a:t>: </a:t>
            </a:r>
            <a:r>
              <a:rPr lang="en-US" sz="2800" dirty="0" err="1">
                <a:latin typeface="Arial" pitchFamily="34" charset="0"/>
                <a:cs typeface="Arial" pitchFamily="34" charset="0"/>
              </a:rPr>
              <a:t>E.Coli</a:t>
            </a:r>
            <a:r>
              <a:rPr lang="en-US" sz="2800" dirty="0">
                <a:latin typeface="Arial" pitchFamily="34" charset="0"/>
                <a:cs typeface="Arial" pitchFamily="34" charset="0"/>
              </a:rPr>
              <a:t>, Gram </a:t>
            </a:r>
            <a:r>
              <a:rPr lang="en-US" sz="2800" dirty="0" err="1">
                <a:latin typeface="Arial" pitchFamily="34" charset="0"/>
                <a:cs typeface="Arial" pitchFamily="34" charset="0"/>
              </a:rPr>
              <a:t>âm</a:t>
            </a:r>
            <a:endParaRPr lang="en-US" sz="2800" dirty="0">
              <a:latin typeface="Arial" pitchFamily="34" charset="0"/>
              <a:cs typeface="Arial" pitchFamily="34" charset="0"/>
            </a:endParaRP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299190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BC82338-9E13-49DE-817B-54AD0245043C}"/>
              </a:ext>
            </a:extLst>
          </p:cNvPr>
          <p:cNvSpPr>
            <a:spLocks noGrp="1"/>
          </p:cNvSpPr>
          <p:nvPr>
            <p:ph type="title"/>
          </p:nvPr>
        </p:nvSpPr>
        <p:spPr>
          <a:xfrm>
            <a:off x="339448" y="-632498"/>
            <a:ext cx="8596668" cy="3403600"/>
          </a:xfrm>
        </p:spPr>
        <p:txBody>
          <a:bodyPr>
            <a:normAutofit/>
          </a:bodyPr>
          <a:lstStyle/>
          <a:p>
            <a:r>
              <a:rPr lang="en-US" sz="3600" dirty="0">
                <a:latin typeface="Arial" pitchFamily="34" charset="0"/>
                <a:cs typeface="Arial" pitchFamily="34" charset="0"/>
              </a:rPr>
              <a:t>Vi </a:t>
            </a:r>
            <a:r>
              <a:rPr lang="en-US" sz="3600" dirty="0" err="1">
                <a:latin typeface="Arial" pitchFamily="34" charset="0"/>
                <a:cs typeface="Arial" pitchFamily="34" charset="0"/>
              </a:rPr>
              <a:t>khuẩn</a:t>
            </a:r>
            <a:endParaRPr lang="en-US" sz="3600" dirty="0">
              <a:latin typeface="Arial" pitchFamily="34" charset="0"/>
              <a:cs typeface="Arial" pitchFamily="34" charset="0"/>
            </a:endParaRPr>
          </a:p>
        </p:txBody>
      </p:sp>
      <p:sp>
        <p:nvSpPr>
          <p:cNvPr id="3" name="Chỗ dành sẵn cho Văn bản 2">
            <a:extLst>
              <a:ext uri="{FF2B5EF4-FFF2-40B4-BE49-F238E27FC236}">
                <a16:creationId xmlns:a16="http://schemas.microsoft.com/office/drawing/2014/main" id="{8C1789F1-7DA8-44EE-AAC5-A9F0C99E3FE4}"/>
              </a:ext>
            </a:extLst>
          </p:cNvPr>
          <p:cNvSpPr>
            <a:spLocks noGrp="1"/>
          </p:cNvSpPr>
          <p:nvPr>
            <p:ph type="body" idx="1"/>
          </p:nvPr>
        </p:nvSpPr>
        <p:spPr>
          <a:xfrm>
            <a:off x="243196" y="1083504"/>
            <a:ext cx="9828740" cy="4578350"/>
          </a:xfrm>
        </p:spPr>
        <p:txBody>
          <a:bodyPr>
            <a:normAutofit/>
          </a:bodyPr>
          <a:lstStyle/>
          <a:p>
            <a:pPr marL="285750" indent="-285750">
              <a:lnSpc>
                <a:spcPct val="150000"/>
              </a:lnSpc>
              <a:buFontTx/>
              <a:buChar char="-"/>
            </a:pPr>
            <a:r>
              <a:rPr lang="en-US" sz="2800" dirty="0" err="1">
                <a:latin typeface="Arial" pitchFamily="34" charset="0"/>
                <a:cs typeface="Arial" pitchFamily="34" charset="0"/>
              </a:rPr>
              <a:t>Tiêu</a:t>
            </a:r>
            <a:r>
              <a:rPr lang="en-US" sz="2800" dirty="0">
                <a:latin typeface="Arial" pitchFamily="34" charset="0"/>
                <a:cs typeface="Arial" pitchFamily="34" charset="0"/>
              </a:rPr>
              <a:t> </a:t>
            </a:r>
            <a:r>
              <a:rPr lang="en-US" sz="2800" dirty="0" err="1">
                <a:latin typeface="Arial" pitchFamily="34" charset="0"/>
                <a:cs typeface="Arial" pitchFamily="34" charset="0"/>
              </a:rPr>
              <a:t>hóa</a:t>
            </a:r>
            <a:r>
              <a:rPr lang="en-US" sz="2800" dirty="0">
                <a:latin typeface="Arial" pitchFamily="34" charset="0"/>
                <a:cs typeface="Arial" pitchFamily="34" charset="0"/>
              </a:rPr>
              <a:t> protein, lipid, đ</a:t>
            </a:r>
            <a:r>
              <a:rPr lang="vi-VN" sz="2800" dirty="0">
                <a:latin typeface="Arial" pitchFamily="34" charset="0"/>
                <a:cs typeface="Arial" pitchFamily="34" charset="0"/>
              </a:rPr>
              <a:t>ư</a:t>
            </a:r>
            <a:r>
              <a:rPr lang="en-US" sz="2800" dirty="0" err="1">
                <a:latin typeface="Arial" pitchFamily="34" charset="0"/>
                <a:cs typeface="Arial" pitchFamily="34" charset="0"/>
              </a:rPr>
              <a:t>ờng</a:t>
            </a:r>
            <a:endParaRPr lang="en-US" sz="2800" dirty="0">
              <a:latin typeface="Arial" pitchFamily="34" charset="0"/>
              <a:cs typeface="Arial" pitchFamily="34" charset="0"/>
            </a:endParaRPr>
          </a:p>
          <a:p>
            <a:pPr marL="285750" indent="-285750">
              <a:lnSpc>
                <a:spcPct val="150000"/>
              </a:lnSpc>
              <a:buFontTx/>
              <a:buChar char="-"/>
            </a:pPr>
            <a:r>
              <a:rPr lang="en-US" sz="2800" dirty="0" err="1">
                <a:latin typeface="Arial" pitchFamily="34" charset="0"/>
                <a:cs typeface="Arial" pitchFamily="34" charset="0"/>
              </a:rPr>
              <a:t>Tổng</a:t>
            </a:r>
            <a:r>
              <a:rPr lang="en-US" sz="2800" dirty="0">
                <a:latin typeface="Arial" pitchFamily="34" charset="0"/>
                <a:cs typeface="Arial" pitchFamily="34" charset="0"/>
              </a:rPr>
              <a:t> </a:t>
            </a:r>
            <a:r>
              <a:rPr lang="en-US" sz="2800" dirty="0" err="1">
                <a:latin typeface="Arial" pitchFamily="34" charset="0"/>
                <a:cs typeface="Arial" pitchFamily="34" charset="0"/>
              </a:rPr>
              <a:t>hợp</a:t>
            </a:r>
            <a:r>
              <a:rPr lang="en-US" sz="2800" dirty="0">
                <a:latin typeface="Arial" pitchFamily="34" charset="0"/>
                <a:cs typeface="Arial" pitchFamily="34" charset="0"/>
              </a:rPr>
              <a:t> vitamin K</a:t>
            </a:r>
          </a:p>
          <a:p>
            <a:pPr marL="285750" indent="-285750">
              <a:lnSpc>
                <a:spcPct val="150000"/>
              </a:lnSpc>
              <a:buFontTx/>
              <a:buChar char="-"/>
            </a:pPr>
            <a:r>
              <a:rPr lang="en-US" sz="2800" dirty="0" err="1">
                <a:latin typeface="Arial" pitchFamily="34" charset="0"/>
                <a:cs typeface="Arial" pitchFamily="34" charset="0"/>
              </a:rPr>
              <a:t>Kích</a:t>
            </a:r>
            <a:r>
              <a:rPr lang="en-US" sz="2800" dirty="0">
                <a:latin typeface="Arial" pitchFamily="34" charset="0"/>
                <a:cs typeface="Arial" pitchFamily="34" charset="0"/>
              </a:rPr>
              <a:t> </a:t>
            </a:r>
            <a:r>
              <a:rPr lang="en-US" sz="2800" dirty="0" err="1">
                <a:latin typeface="Arial" pitchFamily="34" charset="0"/>
                <a:cs typeface="Arial" pitchFamily="34" charset="0"/>
              </a:rPr>
              <a:t>thích</a:t>
            </a:r>
            <a:r>
              <a:rPr lang="en-US" sz="2800" dirty="0">
                <a:latin typeface="Arial" pitchFamily="34" charset="0"/>
                <a:cs typeface="Arial" pitchFamily="34" charset="0"/>
              </a:rPr>
              <a:t> </a:t>
            </a:r>
            <a:r>
              <a:rPr lang="en-US" sz="2800" dirty="0" err="1">
                <a:latin typeface="Arial" pitchFamily="34" charset="0"/>
                <a:cs typeface="Arial" pitchFamily="34" charset="0"/>
              </a:rPr>
              <a:t>đáp</a:t>
            </a:r>
            <a:r>
              <a:rPr lang="en-US" sz="2800" dirty="0">
                <a:latin typeface="Arial" pitchFamily="34" charset="0"/>
                <a:cs typeface="Arial" pitchFamily="34" charset="0"/>
              </a:rPr>
              <a:t> </a:t>
            </a:r>
            <a:r>
              <a:rPr lang="en-US" sz="2800" dirty="0" err="1">
                <a:latin typeface="Arial" pitchFamily="34" charset="0"/>
                <a:cs typeface="Arial" pitchFamily="34" charset="0"/>
              </a:rPr>
              <a:t>ứng</a:t>
            </a:r>
            <a:r>
              <a:rPr lang="en-US" sz="2800" dirty="0">
                <a:latin typeface="Arial" pitchFamily="34" charset="0"/>
                <a:cs typeface="Arial" pitchFamily="34" charset="0"/>
              </a:rPr>
              <a:t> </a:t>
            </a:r>
            <a:r>
              <a:rPr lang="en-US" sz="2800" dirty="0" err="1">
                <a:latin typeface="Arial" pitchFamily="34" charset="0"/>
                <a:cs typeface="Arial" pitchFamily="34" charset="0"/>
              </a:rPr>
              <a:t>miễn</a:t>
            </a:r>
            <a:r>
              <a:rPr lang="en-US" sz="2800" dirty="0">
                <a:latin typeface="Arial" pitchFamily="34" charset="0"/>
                <a:cs typeface="Arial" pitchFamily="34" charset="0"/>
              </a:rPr>
              <a:t> </a:t>
            </a:r>
            <a:r>
              <a:rPr lang="en-US" sz="2800" dirty="0" err="1">
                <a:latin typeface="Arial" pitchFamily="34" charset="0"/>
                <a:cs typeface="Arial" pitchFamily="34" charset="0"/>
              </a:rPr>
              <a:t>dịch</a:t>
            </a:r>
            <a:r>
              <a:rPr lang="en-US" sz="2800" dirty="0">
                <a:latin typeface="Arial" pitchFamily="34" charset="0"/>
                <a:cs typeface="Arial" pitchFamily="34" charset="0"/>
              </a:rPr>
              <a:t> </a:t>
            </a:r>
            <a:r>
              <a:rPr lang="en-US" sz="2800" dirty="0" err="1">
                <a:latin typeface="Arial" pitchFamily="34" charset="0"/>
                <a:cs typeface="Arial" pitchFamily="34" charset="0"/>
              </a:rPr>
              <a:t>của</a:t>
            </a:r>
            <a:r>
              <a:rPr lang="en-US" sz="2800" dirty="0">
                <a:latin typeface="Arial" pitchFamily="34" charset="0"/>
                <a:cs typeface="Arial" pitchFamily="34" charset="0"/>
              </a:rPr>
              <a:t> c</a:t>
            </a:r>
            <a:r>
              <a:rPr lang="vi-VN" sz="2800" dirty="0">
                <a:latin typeface="Arial" pitchFamily="34" charset="0"/>
                <a:cs typeface="Arial" pitchFamily="34" charset="0"/>
              </a:rPr>
              <a:t>ơ</a:t>
            </a:r>
            <a:r>
              <a:rPr lang="en-US" sz="2800" dirty="0">
                <a:latin typeface="Arial" pitchFamily="34" charset="0"/>
                <a:cs typeface="Arial" pitchFamily="34" charset="0"/>
              </a:rPr>
              <a:t> </a:t>
            </a:r>
            <a:r>
              <a:rPr lang="en-US" sz="2800" dirty="0" err="1">
                <a:latin typeface="Arial" pitchFamily="34" charset="0"/>
                <a:cs typeface="Arial" pitchFamily="34" charset="0"/>
              </a:rPr>
              <a:t>thể</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val="37777454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500AEE7-1316-495B-95BC-E54BBA390072}"/>
              </a:ext>
            </a:extLst>
          </p:cNvPr>
          <p:cNvSpPr>
            <a:spLocks noGrp="1"/>
          </p:cNvSpPr>
          <p:nvPr>
            <p:ph type="title"/>
          </p:nvPr>
        </p:nvSpPr>
        <p:spPr>
          <a:xfrm>
            <a:off x="448735" y="-885162"/>
            <a:ext cx="8596668" cy="2552037"/>
          </a:xfrm>
        </p:spPr>
        <p:txBody>
          <a:bodyPr>
            <a:normAutofit/>
          </a:bodyPr>
          <a:lstStyle/>
          <a:p>
            <a:r>
              <a:rPr lang="en-US" sz="3600" dirty="0" err="1">
                <a:latin typeface="Arial" pitchFamily="34" charset="0"/>
                <a:cs typeface="Arial" pitchFamily="34" charset="0"/>
              </a:rPr>
              <a:t>Chức</a:t>
            </a:r>
            <a:r>
              <a:rPr lang="en-US" sz="3600" dirty="0">
                <a:latin typeface="Arial" pitchFamily="34" charset="0"/>
                <a:cs typeface="Arial" pitchFamily="34" charset="0"/>
              </a:rPr>
              <a:t> </a:t>
            </a:r>
            <a:r>
              <a:rPr lang="en-US" sz="3600" dirty="0" err="1">
                <a:latin typeface="Arial" pitchFamily="34" charset="0"/>
                <a:cs typeface="Arial" pitchFamily="34" charset="0"/>
              </a:rPr>
              <a:t>năng</a:t>
            </a:r>
            <a:r>
              <a:rPr lang="en-US" sz="3600" dirty="0">
                <a:latin typeface="Arial" pitchFamily="34" charset="0"/>
                <a:cs typeface="Arial" pitchFamily="34" charset="0"/>
              </a:rPr>
              <a:t> </a:t>
            </a:r>
            <a:r>
              <a:rPr lang="en-US" sz="3600" dirty="0" err="1">
                <a:latin typeface="Arial" pitchFamily="34" charset="0"/>
                <a:cs typeface="Arial" pitchFamily="34" charset="0"/>
              </a:rPr>
              <a:t>của</a:t>
            </a:r>
            <a:r>
              <a:rPr lang="en-US" sz="3600" dirty="0">
                <a:latin typeface="Arial" pitchFamily="34" charset="0"/>
                <a:cs typeface="Arial" pitchFamily="34" charset="0"/>
              </a:rPr>
              <a:t> </a:t>
            </a:r>
            <a:r>
              <a:rPr lang="en-US" sz="3600" dirty="0" err="1">
                <a:latin typeface="Arial" pitchFamily="34" charset="0"/>
                <a:cs typeface="Arial" pitchFamily="34" charset="0"/>
              </a:rPr>
              <a:t>đại</a:t>
            </a:r>
            <a:r>
              <a:rPr lang="en-US" sz="3600" dirty="0">
                <a:latin typeface="Arial" pitchFamily="34" charset="0"/>
                <a:cs typeface="Arial" pitchFamily="34" charset="0"/>
              </a:rPr>
              <a:t> </a:t>
            </a:r>
            <a:r>
              <a:rPr lang="en-US" sz="3600" dirty="0" err="1">
                <a:latin typeface="Arial" pitchFamily="34" charset="0"/>
                <a:cs typeface="Arial" pitchFamily="34" charset="0"/>
              </a:rPr>
              <a:t>tràng</a:t>
            </a:r>
            <a:endParaRPr lang="en-US" sz="3600" dirty="0">
              <a:latin typeface="Arial" pitchFamily="34" charset="0"/>
              <a:cs typeface="Arial" pitchFamily="34" charset="0"/>
            </a:endParaRPr>
          </a:p>
        </p:txBody>
      </p:sp>
      <p:sp>
        <p:nvSpPr>
          <p:cNvPr id="3" name="Chỗ dành sẵn cho Văn bản 2">
            <a:extLst>
              <a:ext uri="{FF2B5EF4-FFF2-40B4-BE49-F238E27FC236}">
                <a16:creationId xmlns:a16="http://schemas.microsoft.com/office/drawing/2014/main" id="{6C10A888-26ED-4246-A1FD-E709B79761E6}"/>
              </a:ext>
            </a:extLst>
          </p:cNvPr>
          <p:cNvSpPr>
            <a:spLocks noGrp="1"/>
          </p:cNvSpPr>
          <p:nvPr>
            <p:ph type="body" idx="1"/>
          </p:nvPr>
        </p:nvSpPr>
        <p:spPr>
          <a:xfrm>
            <a:off x="448735" y="887506"/>
            <a:ext cx="9744136" cy="5970495"/>
          </a:xfrm>
        </p:spPr>
        <p:txBody>
          <a:bodyPr>
            <a:normAutofit/>
          </a:bodyPr>
          <a:lstStyle/>
          <a:p>
            <a:pPr marL="285750" indent="-285750">
              <a:lnSpc>
                <a:spcPct val="150000"/>
              </a:lnSpc>
              <a:buFontTx/>
              <a:buChar char="-"/>
            </a:pPr>
            <a:r>
              <a:rPr lang="en-US" sz="2800" dirty="0" err="1">
                <a:latin typeface="Arial" pitchFamily="34" charset="0"/>
                <a:cs typeface="Arial" pitchFamily="34" charset="0"/>
              </a:rPr>
              <a:t>Đại</a:t>
            </a:r>
            <a:r>
              <a:rPr lang="en-US" sz="2800" dirty="0">
                <a:latin typeface="Arial" pitchFamily="34" charset="0"/>
                <a:cs typeface="Arial" pitchFamily="34" charset="0"/>
              </a:rPr>
              <a:t> </a:t>
            </a:r>
            <a:r>
              <a:rPr lang="en-US" sz="2800" dirty="0" err="1">
                <a:latin typeface="Arial" pitchFamily="34" charset="0"/>
                <a:cs typeface="Arial" pitchFamily="34" charset="0"/>
              </a:rPr>
              <a:t>tràng</a:t>
            </a:r>
            <a:r>
              <a:rPr lang="en-US" sz="2800" dirty="0">
                <a:latin typeface="Arial" pitchFamily="34" charset="0"/>
                <a:cs typeface="Arial" pitchFamily="34" charset="0"/>
              </a:rPr>
              <a:t> </a:t>
            </a:r>
            <a:r>
              <a:rPr lang="en-US" sz="2800" dirty="0" err="1">
                <a:latin typeface="Arial" pitchFamily="34" charset="0"/>
                <a:cs typeface="Arial" pitchFamily="34" charset="0"/>
              </a:rPr>
              <a:t>đóng</a:t>
            </a:r>
            <a:r>
              <a:rPr lang="en-US" sz="2800" dirty="0">
                <a:latin typeface="Arial" pitchFamily="34" charset="0"/>
                <a:cs typeface="Arial" pitchFamily="34" charset="0"/>
              </a:rPr>
              <a:t> </a:t>
            </a:r>
            <a:r>
              <a:rPr lang="en-US" sz="2800" dirty="0" err="1">
                <a:latin typeface="Arial" pitchFamily="34" charset="0"/>
                <a:cs typeface="Arial" pitchFamily="34" charset="0"/>
              </a:rPr>
              <a:t>vai</a:t>
            </a:r>
            <a:r>
              <a:rPr lang="en-US" sz="2800" dirty="0">
                <a:latin typeface="Arial" pitchFamily="34" charset="0"/>
                <a:cs typeface="Arial" pitchFamily="34" charset="0"/>
              </a:rPr>
              <a:t> </a:t>
            </a:r>
            <a:r>
              <a:rPr lang="en-US" sz="2800" dirty="0" err="1">
                <a:latin typeface="Arial" pitchFamily="34" charset="0"/>
                <a:cs typeface="Arial" pitchFamily="34" charset="0"/>
              </a:rPr>
              <a:t>trò</a:t>
            </a:r>
            <a:r>
              <a:rPr lang="en-US" sz="2800" dirty="0">
                <a:latin typeface="Arial" pitchFamily="34" charset="0"/>
                <a:cs typeface="Arial" pitchFamily="34" charset="0"/>
              </a:rPr>
              <a:t> </a:t>
            </a:r>
            <a:r>
              <a:rPr lang="en-US" sz="2800" dirty="0" err="1">
                <a:latin typeface="Arial" pitchFamily="34" charset="0"/>
                <a:cs typeface="Arial" pitchFamily="34" charset="0"/>
              </a:rPr>
              <a:t>quan</a:t>
            </a:r>
            <a:r>
              <a:rPr lang="en-US" sz="2800" dirty="0">
                <a:latin typeface="Arial" pitchFamily="34" charset="0"/>
                <a:cs typeface="Arial" pitchFamily="34" charset="0"/>
              </a:rPr>
              <a:t> </a:t>
            </a:r>
            <a:r>
              <a:rPr lang="en-US" sz="2800" dirty="0" err="1">
                <a:latin typeface="Arial" pitchFamily="34" charset="0"/>
                <a:cs typeface="Arial" pitchFamily="34" charset="0"/>
              </a:rPr>
              <a:t>trọng</a:t>
            </a:r>
            <a:r>
              <a:rPr lang="en-US" sz="2800" dirty="0">
                <a:latin typeface="Arial" pitchFamily="34" charset="0"/>
                <a:cs typeface="Arial" pitchFamily="34" charset="0"/>
              </a:rPr>
              <a:t> </a:t>
            </a:r>
            <a:r>
              <a:rPr lang="en-US" sz="2800" dirty="0" err="1">
                <a:latin typeface="Arial" pitchFamily="34" charset="0"/>
                <a:cs typeface="Arial" pitchFamily="34" charset="0"/>
              </a:rPr>
              <a:t>trong</a:t>
            </a:r>
            <a:r>
              <a:rPr lang="en-US" sz="2800" dirty="0">
                <a:latin typeface="Arial" pitchFamily="34" charset="0"/>
                <a:cs typeface="Arial" pitchFamily="34" charset="0"/>
              </a:rPr>
              <a:t> </a:t>
            </a:r>
            <a:r>
              <a:rPr lang="en-US" sz="2800" dirty="0" err="1">
                <a:latin typeface="Arial" pitchFamily="34" charset="0"/>
                <a:cs typeface="Arial" pitchFamily="34" charset="0"/>
              </a:rPr>
              <a:t>hấp</a:t>
            </a:r>
            <a:r>
              <a:rPr lang="en-US" sz="2800" dirty="0">
                <a:latin typeface="Arial" pitchFamily="34" charset="0"/>
                <a:cs typeface="Arial" pitchFamily="34" charset="0"/>
              </a:rPr>
              <a:t> </a:t>
            </a:r>
            <a:r>
              <a:rPr lang="en-US" sz="2800" dirty="0" err="1">
                <a:latin typeface="Arial" pitchFamily="34" charset="0"/>
                <a:cs typeface="Arial" pitchFamily="34" charset="0"/>
              </a:rPr>
              <a:t>thu</a:t>
            </a:r>
            <a:r>
              <a:rPr lang="en-US" sz="2800" dirty="0">
                <a:latin typeface="Arial" pitchFamily="34" charset="0"/>
                <a:cs typeface="Arial" pitchFamily="34" charset="0"/>
              </a:rPr>
              <a:t> n</a:t>
            </a:r>
            <a:r>
              <a:rPr lang="vi-VN" sz="2800" dirty="0">
                <a:latin typeface="Arial" pitchFamily="34" charset="0"/>
                <a:cs typeface="Arial" pitchFamily="34" charset="0"/>
              </a:rPr>
              <a:t>ư</a:t>
            </a:r>
            <a:r>
              <a:rPr lang="en-US" sz="2800" dirty="0" err="1">
                <a:latin typeface="Arial" pitchFamily="34" charset="0"/>
                <a:cs typeface="Arial" pitchFamily="34" charset="0"/>
              </a:rPr>
              <a:t>ớc</a:t>
            </a:r>
            <a:endParaRPr lang="en-US" sz="2800" dirty="0">
              <a:latin typeface="Arial" pitchFamily="34" charset="0"/>
              <a:cs typeface="Arial" pitchFamily="34" charset="0"/>
            </a:endParaRPr>
          </a:p>
          <a:p>
            <a:pPr marL="285750" indent="-285750">
              <a:lnSpc>
                <a:spcPct val="150000"/>
              </a:lnSpc>
              <a:buFontTx/>
              <a:buChar char="-"/>
            </a:pPr>
            <a:r>
              <a:rPr lang="en-US" sz="2800" dirty="0" err="1">
                <a:latin typeface="Arial" pitchFamily="34" charset="0"/>
                <a:cs typeface="Arial" pitchFamily="34" charset="0"/>
              </a:rPr>
              <a:t>Chức</a:t>
            </a:r>
            <a:r>
              <a:rPr lang="en-US" sz="2800" dirty="0">
                <a:latin typeface="Arial" pitchFamily="34" charset="0"/>
                <a:cs typeface="Arial" pitchFamily="34" charset="0"/>
              </a:rPr>
              <a:t> </a:t>
            </a:r>
            <a:r>
              <a:rPr lang="en-US" sz="2800" dirty="0" err="1">
                <a:latin typeface="Arial" pitchFamily="34" charset="0"/>
                <a:cs typeface="Arial" pitchFamily="34" charset="0"/>
              </a:rPr>
              <a:t>năng</a:t>
            </a:r>
            <a:r>
              <a:rPr lang="en-US" sz="2800" dirty="0">
                <a:latin typeface="Arial" pitchFamily="34" charset="0"/>
                <a:cs typeface="Arial" pitchFamily="34" charset="0"/>
              </a:rPr>
              <a:t> </a:t>
            </a:r>
            <a:r>
              <a:rPr lang="en-US" sz="2800" dirty="0" err="1">
                <a:latin typeface="Arial" pitchFamily="34" charset="0"/>
                <a:cs typeface="Arial" pitchFamily="34" charset="0"/>
              </a:rPr>
              <a:t>tái</a:t>
            </a:r>
            <a:r>
              <a:rPr lang="en-US" sz="2800" dirty="0">
                <a:latin typeface="Arial" pitchFamily="34" charset="0"/>
                <a:cs typeface="Arial" pitchFamily="34" charset="0"/>
              </a:rPr>
              <a:t> </a:t>
            </a:r>
            <a:r>
              <a:rPr lang="en-US" sz="2800" dirty="0" err="1">
                <a:latin typeface="Arial" pitchFamily="34" charset="0"/>
                <a:cs typeface="Arial" pitchFamily="34" charset="0"/>
              </a:rPr>
              <a:t>hấp</a:t>
            </a:r>
            <a:r>
              <a:rPr lang="en-US" sz="2800" dirty="0">
                <a:latin typeface="Arial" pitchFamily="34" charset="0"/>
                <a:cs typeface="Arial" pitchFamily="34" charset="0"/>
              </a:rPr>
              <a:t> </a:t>
            </a:r>
            <a:r>
              <a:rPr lang="en-US" sz="2800" dirty="0" err="1">
                <a:latin typeface="Arial" pitchFamily="34" charset="0"/>
                <a:cs typeface="Arial" pitchFamily="34" charset="0"/>
              </a:rPr>
              <a:t>thu</a:t>
            </a:r>
            <a:r>
              <a:rPr lang="en-US" sz="2800" dirty="0">
                <a:latin typeface="Arial" pitchFamily="34" charset="0"/>
                <a:cs typeface="Arial" pitchFamily="34" charset="0"/>
              </a:rPr>
              <a:t> n</a:t>
            </a:r>
            <a:r>
              <a:rPr lang="vi-VN" sz="2800" dirty="0">
                <a:latin typeface="Arial" pitchFamily="34" charset="0"/>
                <a:cs typeface="Arial" pitchFamily="34" charset="0"/>
              </a:rPr>
              <a:t>ư</a:t>
            </a:r>
            <a:r>
              <a:rPr lang="en-US" sz="2800" dirty="0" err="1">
                <a:latin typeface="Arial" pitchFamily="34" charset="0"/>
                <a:cs typeface="Arial" pitchFamily="34" charset="0"/>
              </a:rPr>
              <a:t>ớc</a:t>
            </a:r>
            <a:r>
              <a:rPr lang="en-US" sz="2800" dirty="0">
                <a:latin typeface="Arial" pitchFamily="34" charset="0"/>
                <a:cs typeface="Arial" pitchFamily="34" charset="0"/>
              </a:rPr>
              <a:t> </a:t>
            </a:r>
            <a:r>
              <a:rPr lang="en-US" sz="2800" dirty="0" err="1">
                <a:latin typeface="Arial" pitchFamily="34" charset="0"/>
                <a:cs typeface="Arial" pitchFamily="34" charset="0"/>
              </a:rPr>
              <a:t>hoàn</a:t>
            </a:r>
            <a:r>
              <a:rPr lang="en-US" sz="2800" dirty="0">
                <a:latin typeface="Arial" pitchFamily="34" charset="0"/>
                <a:cs typeface="Arial" pitchFamily="34" charset="0"/>
              </a:rPr>
              <a:t> </a:t>
            </a:r>
            <a:r>
              <a:rPr lang="en-US" sz="2800" dirty="0" err="1">
                <a:latin typeface="Arial" pitchFamily="34" charset="0"/>
                <a:cs typeface="Arial" pitchFamily="34" charset="0"/>
              </a:rPr>
              <a:t>thiện</a:t>
            </a:r>
            <a:r>
              <a:rPr lang="en-US" sz="2800" dirty="0">
                <a:latin typeface="Arial" pitchFamily="34" charset="0"/>
                <a:cs typeface="Arial" pitchFamily="34" charset="0"/>
              </a:rPr>
              <a:t> </a:t>
            </a:r>
            <a:r>
              <a:rPr lang="en-US" sz="2800" dirty="0" err="1">
                <a:latin typeface="Arial" pitchFamily="34" charset="0"/>
                <a:cs typeface="Arial" pitchFamily="34" charset="0"/>
              </a:rPr>
              <a:t>nh</a:t>
            </a:r>
            <a:r>
              <a:rPr lang="vi-VN" sz="2800" dirty="0">
                <a:latin typeface="Arial" pitchFamily="34" charset="0"/>
                <a:cs typeface="Arial" pitchFamily="34" charset="0"/>
              </a:rPr>
              <a:t>ư</a:t>
            </a:r>
            <a:r>
              <a:rPr lang="en-US" sz="2800" dirty="0">
                <a:latin typeface="Arial" pitchFamily="34" charset="0"/>
                <a:cs typeface="Arial" pitchFamily="34" charset="0"/>
              </a:rPr>
              <a:t> </a:t>
            </a:r>
            <a:r>
              <a:rPr lang="en-US" sz="2800" dirty="0" err="1">
                <a:latin typeface="Arial" pitchFamily="34" charset="0"/>
                <a:cs typeface="Arial" pitchFamily="34" charset="0"/>
              </a:rPr>
              <a:t>của</a:t>
            </a:r>
            <a:r>
              <a:rPr lang="en-US" sz="2800" dirty="0">
                <a:latin typeface="Arial" pitchFamily="34" charset="0"/>
                <a:cs typeface="Arial" pitchFamily="34" charset="0"/>
              </a:rPr>
              <a:t> ng</a:t>
            </a:r>
            <a:r>
              <a:rPr lang="vi-VN" sz="2800" dirty="0">
                <a:latin typeface="Arial" pitchFamily="34" charset="0"/>
                <a:cs typeface="Arial" pitchFamily="34" charset="0"/>
              </a:rPr>
              <a:t>ư</a:t>
            </a:r>
            <a:r>
              <a:rPr lang="en-US" sz="2800" dirty="0" err="1">
                <a:latin typeface="Arial" pitchFamily="34" charset="0"/>
                <a:cs typeface="Arial" pitchFamily="34" charset="0"/>
              </a:rPr>
              <a:t>ời</a:t>
            </a:r>
            <a:r>
              <a:rPr lang="en-US" sz="2800" dirty="0">
                <a:latin typeface="Arial" pitchFamily="34" charset="0"/>
                <a:cs typeface="Arial" pitchFamily="34" charset="0"/>
              </a:rPr>
              <a:t> </a:t>
            </a:r>
            <a:r>
              <a:rPr lang="en-US" sz="2800" dirty="0" err="1">
                <a:latin typeface="Arial" pitchFamily="34" charset="0"/>
                <a:cs typeface="Arial" pitchFamily="34" charset="0"/>
              </a:rPr>
              <a:t>lớn</a:t>
            </a:r>
            <a:r>
              <a:rPr lang="en-US" sz="2800" dirty="0">
                <a:latin typeface="Arial" pitchFamily="34" charset="0"/>
                <a:cs typeface="Arial" pitchFamily="34" charset="0"/>
              </a:rPr>
              <a:t> </a:t>
            </a:r>
            <a:r>
              <a:rPr lang="en-US" sz="2800" dirty="0" err="1">
                <a:latin typeface="Arial" pitchFamily="34" charset="0"/>
                <a:cs typeface="Arial" pitchFamily="34" charset="0"/>
              </a:rPr>
              <a:t>vào</a:t>
            </a:r>
            <a:r>
              <a:rPr lang="en-US" sz="2800" dirty="0">
                <a:latin typeface="Arial" pitchFamily="34" charset="0"/>
                <a:cs typeface="Arial" pitchFamily="34" charset="0"/>
              </a:rPr>
              <a:t> </a:t>
            </a:r>
            <a:r>
              <a:rPr lang="en-US" sz="2800" dirty="0" err="1">
                <a:latin typeface="Arial" pitchFamily="34" charset="0"/>
                <a:cs typeface="Arial" pitchFamily="34" charset="0"/>
              </a:rPr>
              <a:t>cuối</a:t>
            </a:r>
            <a:r>
              <a:rPr lang="en-US" sz="2800" dirty="0">
                <a:latin typeface="Arial" pitchFamily="34" charset="0"/>
                <a:cs typeface="Arial" pitchFamily="34" charset="0"/>
              </a:rPr>
              <a:t> </a:t>
            </a:r>
            <a:r>
              <a:rPr lang="en-US" sz="2800" dirty="0" err="1">
                <a:latin typeface="Arial" pitchFamily="34" charset="0"/>
                <a:cs typeface="Arial" pitchFamily="34" charset="0"/>
              </a:rPr>
              <a:t>năm</a:t>
            </a:r>
            <a:r>
              <a:rPr lang="en-US" sz="2800" dirty="0">
                <a:latin typeface="Arial" pitchFamily="34" charset="0"/>
                <a:cs typeface="Arial" pitchFamily="34" charset="0"/>
              </a:rPr>
              <a:t> </a:t>
            </a:r>
            <a:r>
              <a:rPr lang="en-US" sz="2800" dirty="0" err="1">
                <a:latin typeface="Arial" pitchFamily="34" charset="0"/>
                <a:cs typeface="Arial" pitchFamily="34" charset="0"/>
              </a:rPr>
              <a:t>thứ</a:t>
            </a:r>
            <a:r>
              <a:rPr lang="en-US" sz="2800" dirty="0">
                <a:latin typeface="Arial" pitchFamily="34" charset="0"/>
                <a:cs typeface="Arial" pitchFamily="34" charset="0"/>
              </a:rPr>
              <a:t> </a:t>
            </a:r>
            <a:r>
              <a:rPr lang="en-US" sz="2800" dirty="0" err="1">
                <a:latin typeface="Arial" pitchFamily="34" charset="0"/>
                <a:cs typeface="Arial" pitchFamily="34" charset="0"/>
              </a:rPr>
              <a:t>nhất</a:t>
            </a:r>
            <a:r>
              <a:rPr lang="en-US" sz="2800" dirty="0">
                <a:latin typeface="Arial" pitchFamily="34" charset="0"/>
                <a:cs typeface="Arial" pitchFamily="34" charset="0"/>
              </a:rPr>
              <a:t>, co </a:t>
            </a:r>
            <a:r>
              <a:rPr lang="en-US" sz="2800" dirty="0" err="1">
                <a:latin typeface="Arial" pitchFamily="34" charset="0"/>
                <a:cs typeface="Arial" pitchFamily="34" charset="0"/>
              </a:rPr>
              <a:t>bóp</a:t>
            </a:r>
            <a:r>
              <a:rPr lang="en-US" sz="2800" dirty="0">
                <a:latin typeface="Arial" pitchFamily="34" charset="0"/>
                <a:cs typeface="Arial" pitchFamily="34" charset="0"/>
              </a:rPr>
              <a:t> </a:t>
            </a:r>
            <a:r>
              <a:rPr lang="en-US" sz="2800" dirty="0" err="1">
                <a:latin typeface="Arial" pitchFamily="34" charset="0"/>
                <a:cs typeface="Arial" pitchFamily="34" charset="0"/>
              </a:rPr>
              <a:t>đại</a:t>
            </a:r>
            <a:r>
              <a:rPr lang="en-US" sz="2800" dirty="0">
                <a:latin typeface="Arial" pitchFamily="34" charset="0"/>
                <a:cs typeface="Arial" pitchFamily="34" charset="0"/>
              </a:rPr>
              <a:t> </a:t>
            </a:r>
            <a:r>
              <a:rPr lang="en-US" sz="2800" dirty="0" err="1">
                <a:latin typeface="Arial" pitchFamily="34" charset="0"/>
                <a:cs typeface="Arial" pitchFamily="34" charset="0"/>
              </a:rPr>
              <a:t>tràng</a:t>
            </a:r>
            <a:r>
              <a:rPr lang="en-US" sz="2800" dirty="0">
                <a:latin typeface="Arial" pitchFamily="34" charset="0"/>
                <a:cs typeface="Arial" pitchFamily="34" charset="0"/>
              </a:rPr>
              <a:t> </a:t>
            </a:r>
            <a:r>
              <a:rPr lang="en-US" sz="2800" dirty="0" err="1">
                <a:latin typeface="Arial" pitchFamily="34" charset="0"/>
                <a:cs typeface="Arial" pitchFamily="34" charset="0"/>
              </a:rPr>
              <a:t>vào</a:t>
            </a:r>
            <a:r>
              <a:rPr lang="en-US" sz="2800" dirty="0">
                <a:latin typeface="Arial" pitchFamily="34" charset="0"/>
                <a:cs typeface="Arial" pitchFamily="34" charset="0"/>
              </a:rPr>
              <a:t> </a:t>
            </a:r>
            <a:r>
              <a:rPr lang="en-US" sz="2800" dirty="0" err="1">
                <a:latin typeface="Arial" pitchFamily="34" charset="0"/>
                <a:cs typeface="Arial" pitchFamily="34" charset="0"/>
              </a:rPr>
              <a:t>khoảng</a:t>
            </a:r>
            <a:r>
              <a:rPr lang="en-US" sz="2800" dirty="0">
                <a:latin typeface="Arial" pitchFamily="34" charset="0"/>
                <a:cs typeface="Arial" pitchFamily="34" charset="0"/>
              </a:rPr>
              <a:t> 3 </a:t>
            </a:r>
            <a:r>
              <a:rPr lang="en-US" sz="2800" dirty="0" err="1">
                <a:latin typeface="Arial" pitchFamily="34" charset="0"/>
                <a:cs typeface="Arial" pitchFamily="34" charset="0"/>
              </a:rPr>
              <a:t>nhu</a:t>
            </a:r>
            <a:r>
              <a:rPr lang="en-US" sz="2800" dirty="0">
                <a:latin typeface="Arial" pitchFamily="34" charset="0"/>
                <a:cs typeface="Arial" pitchFamily="34" charset="0"/>
              </a:rPr>
              <a:t> </a:t>
            </a:r>
            <a:r>
              <a:rPr lang="en-US" sz="2800" dirty="0" err="1">
                <a:latin typeface="Arial" pitchFamily="34" charset="0"/>
                <a:cs typeface="Arial" pitchFamily="34" charset="0"/>
              </a:rPr>
              <a:t>động</a:t>
            </a:r>
            <a:r>
              <a:rPr lang="en-US" sz="2800" dirty="0">
                <a:latin typeface="Arial" pitchFamily="34" charset="0"/>
                <a:cs typeface="Arial" pitchFamily="34" charset="0"/>
              </a:rPr>
              <a:t>/</a:t>
            </a:r>
            <a:r>
              <a:rPr lang="en-US" sz="2800" dirty="0" err="1">
                <a:latin typeface="Arial" pitchFamily="34" charset="0"/>
                <a:cs typeface="Arial" pitchFamily="34" charset="0"/>
              </a:rPr>
              <a:t>phút</a:t>
            </a:r>
            <a:r>
              <a:rPr lang="en-US" sz="2800" dirty="0">
                <a:latin typeface="Arial" pitchFamily="34" charset="0"/>
                <a:cs typeface="Arial" pitchFamily="34" charset="0"/>
              </a:rPr>
              <a:t>.</a:t>
            </a:r>
          </a:p>
          <a:p>
            <a:pPr marL="285750" indent="-285750">
              <a:lnSpc>
                <a:spcPct val="150000"/>
              </a:lnSpc>
              <a:buFontTx/>
              <a:buChar char="-"/>
            </a:pPr>
            <a:r>
              <a:rPr lang="en-US" sz="2800" dirty="0">
                <a:latin typeface="Arial" pitchFamily="34" charset="0"/>
                <a:cs typeface="Arial" pitchFamily="34" charset="0"/>
              </a:rPr>
              <a:t>Sau </a:t>
            </a:r>
            <a:r>
              <a:rPr lang="en-US" sz="2800" dirty="0" err="1">
                <a:latin typeface="Arial" pitchFamily="34" charset="0"/>
                <a:cs typeface="Arial" pitchFamily="34" charset="0"/>
              </a:rPr>
              <a:t>khi</a:t>
            </a:r>
            <a:r>
              <a:rPr lang="en-US" sz="2800" dirty="0">
                <a:latin typeface="Arial" pitchFamily="34" charset="0"/>
                <a:cs typeface="Arial" pitchFamily="34" charset="0"/>
              </a:rPr>
              <a:t> </a:t>
            </a:r>
            <a:r>
              <a:rPr lang="en-US" sz="2800" dirty="0" err="1">
                <a:latin typeface="Arial" pitchFamily="34" charset="0"/>
                <a:cs typeface="Arial" pitchFamily="34" charset="0"/>
              </a:rPr>
              <a:t>sinh</a:t>
            </a:r>
            <a:r>
              <a:rPr lang="en-US" sz="2800" dirty="0">
                <a:latin typeface="Arial" pitchFamily="34" charset="0"/>
                <a:cs typeface="Arial" pitchFamily="34" charset="0"/>
              </a:rPr>
              <a:t>, c</a:t>
            </a:r>
            <a:r>
              <a:rPr lang="vi-VN" sz="2800" dirty="0">
                <a:latin typeface="Arial" pitchFamily="34" charset="0"/>
                <a:cs typeface="Arial" pitchFamily="34" charset="0"/>
              </a:rPr>
              <a:t>ơ</a:t>
            </a:r>
            <a:r>
              <a:rPr lang="en-US" sz="2800" dirty="0">
                <a:latin typeface="Arial" pitchFamily="34" charset="0"/>
                <a:cs typeface="Arial" pitchFamily="34" charset="0"/>
              </a:rPr>
              <a:t> </a:t>
            </a:r>
            <a:r>
              <a:rPr lang="en-US" sz="2800" dirty="0" err="1">
                <a:latin typeface="Arial" pitchFamily="34" charset="0"/>
                <a:cs typeface="Arial" pitchFamily="34" charset="0"/>
              </a:rPr>
              <a:t>thắt</a:t>
            </a:r>
            <a:r>
              <a:rPr lang="en-US" sz="2800" dirty="0">
                <a:latin typeface="Arial" pitchFamily="34" charset="0"/>
                <a:cs typeface="Arial" pitchFamily="34" charset="0"/>
              </a:rPr>
              <a:t> </a:t>
            </a:r>
            <a:r>
              <a:rPr lang="en-US" sz="2800" dirty="0" err="1">
                <a:latin typeface="Arial" pitchFamily="34" charset="0"/>
                <a:cs typeface="Arial" pitchFamily="34" charset="0"/>
              </a:rPr>
              <a:t>trong</a:t>
            </a:r>
            <a:r>
              <a:rPr lang="en-US" sz="2800" dirty="0">
                <a:latin typeface="Arial" pitchFamily="34" charset="0"/>
                <a:cs typeface="Arial" pitchFamily="34" charset="0"/>
              </a:rPr>
              <a:t> </a:t>
            </a:r>
            <a:r>
              <a:rPr lang="en-US" sz="2800" dirty="0" err="1">
                <a:latin typeface="Arial" pitchFamily="34" charset="0"/>
                <a:cs typeface="Arial" pitchFamily="34" charset="0"/>
              </a:rPr>
              <a:t>và</a:t>
            </a:r>
            <a:r>
              <a:rPr lang="en-US" sz="2800" dirty="0">
                <a:latin typeface="Arial" pitchFamily="34" charset="0"/>
                <a:cs typeface="Arial" pitchFamily="34" charset="0"/>
              </a:rPr>
              <a:t> </a:t>
            </a:r>
            <a:r>
              <a:rPr lang="en-US" sz="2800" dirty="0" err="1">
                <a:latin typeface="Arial" pitchFamily="34" charset="0"/>
                <a:cs typeface="Arial" pitchFamily="34" charset="0"/>
              </a:rPr>
              <a:t>ngoài</a:t>
            </a:r>
            <a:r>
              <a:rPr lang="en-US" sz="2800" dirty="0">
                <a:latin typeface="Arial" pitchFamily="34" charset="0"/>
                <a:cs typeface="Arial" pitchFamily="34" charset="0"/>
              </a:rPr>
              <a:t> </a:t>
            </a:r>
            <a:r>
              <a:rPr lang="en-US" sz="2800" dirty="0" err="1">
                <a:latin typeface="Arial" pitchFamily="34" charset="0"/>
                <a:cs typeface="Arial" pitchFamily="34" charset="0"/>
              </a:rPr>
              <a:t>hậu</a:t>
            </a:r>
            <a:r>
              <a:rPr lang="en-US" sz="2800" dirty="0">
                <a:latin typeface="Arial" pitchFamily="34" charset="0"/>
                <a:cs typeface="Arial" pitchFamily="34" charset="0"/>
              </a:rPr>
              <a:t> </a:t>
            </a:r>
            <a:r>
              <a:rPr lang="en-US" sz="2800" dirty="0" err="1">
                <a:latin typeface="Arial" pitchFamily="34" charset="0"/>
                <a:cs typeface="Arial" pitchFamily="34" charset="0"/>
              </a:rPr>
              <a:t>môn</a:t>
            </a:r>
            <a:r>
              <a:rPr lang="en-US" sz="2800" dirty="0">
                <a:latin typeface="Arial" pitchFamily="34" charset="0"/>
                <a:cs typeface="Arial" pitchFamily="34" charset="0"/>
              </a:rPr>
              <a:t> </a:t>
            </a:r>
            <a:r>
              <a:rPr lang="en-US" sz="2800" dirty="0" err="1">
                <a:latin typeface="Arial" pitchFamily="34" charset="0"/>
                <a:cs typeface="Arial" pitchFamily="34" charset="0"/>
              </a:rPr>
              <a:t>đã</a:t>
            </a:r>
            <a:r>
              <a:rPr lang="en-US" sz="2800" dirty="0">
                <a:latin typeface="Arial" pitchFamily="34" charset="0"/>
                <a:cs typeface="Arial" pitchFamily="34" charset="0"/>
              </a:rPr>
              <a:t> </a:t>
            </a:r>
            <a:r>
              <a:rPr lang="en-US" sz="2800" dirty="0" err="1">
                <a:latin typeface="Arial" pitchFamily="34" charset="0"/>
                <a:cs typeface="Arial" pitchFamily="34" charset="0"/>
              </a:rPr>
              <a:t>biệt</a:t>
            </a:r>
            <a:r>
              <a:rPr lang="en-US" sz="2800" dirty="0">
                <a:latin typeface="Arial" pitchFamily="34" charset="0"/>
                <a:cs typeface="Arial" pitchFamily="34" charset="0"/>
              </a:rPr>
              <a:t> </a:t>
            </a:r>
            <a:r>
              <a:rPr lang="en-US" sz="2800" dirty="0" err="1">
                <a:latin typeface="Arial" pitchFamily="34" charset="0"/>
                <a:cs typeface="Arial" pitchFamily="34" charset="0"/>
              </a:rPr>
              <a:t>hóa</a:t>
            </a:r>
            <a:r>
              <a:rPr lang="en-US" sz="2800" dirty="0">
                <a:latin typeface="Arial" pitchFamily="34" charset="0"/>
                <a:cs typeface="Arial" pitchFamily="34" charset="0"/>
              </a:rPr>
              <a:t>, </a:t>
            </a:r>
            <a:r>
              <a:rPr lang="en-US" sz="2800" dirty="0" err="1">
                <a:latin typeface="Arial" pitchFamily="34" charset="0"/>
                <a:cs typeface="Arial" pitchFamily="34" charset="0"/>
              </a:rPr>
              <a:t>phản</a:t>
            </a:r>
            <a:r>
              <a:rPr lang="en-US" sz="2800" dirty="0">
                <a:latin typeface="Arial" pitchFamily="34" charset="0"/>
                <a:cs typeface="Arial" pitchFamily="34" charset="0"/>
              </a:rPr>
              <a:t> </a:t>
            </a:r>
            <a:r>
              <a:rPr lang="en-US" sz="2800" dirty="0" err="1">
                <a:latin typeface="Arial" pitchFamily="34" charset="0"/>
                <a:cs typeface="Arial" pitchFamily="34" charset="0"/>
              </a:rPr>
              <a:t>xạ</a:t>
            </a:r>
            <a:r>
              <a:rPr lang="en-US" sz="2800" dirty="0">
                <a:latin typeface="Arial" pitchFamily="34" charset="0"/>
                <a:cs typeface="Arial" pitchFamily="34" charset="0"/>
              </a:rPr>
              <a:t> </a:t>
            </a:r>
            <a:r>
              <a:rPr lang="en-US" sz="2800" dirty="0" err="1">
                <a:latin typeface="Arial" pitchFamily="34" charset="0"/>
                <a:cs typeface="Arial" pitchFamily="34" charset="0"/>
              </a:rPr>
              <a:t>đại</a:t>
            </a:r>
            <a:r>
              <a:rPr lang="en-US" sz="2800" dirty="0">
                <a:latin typeface="Arial" pitchFamily="34" charset="0"/>
                <a:cs typeface="Arial" pitchFamily="34" charset="0"/>
              </a:rPr>
              <a:t> </a:t>
            </a:r>
            <a:r>
              <a:rPr lang="en-US" sz="2800" dirty="0" err="1">
                <a:latin typeface="Arial" pitchFamily="34" charset="0"/>
                <a:cs typeface="Arial" pitchFamily="34" charset="0"/>
              </a:rPr>
              <a:t>tiện</a:t>
            </a:r>
            <a:r>
              <a:rPr lang="en-US" sz="2800" dirty="0">
                <a:latin typeface="Arial" pitchFamily="34" charset="0"/>
                <a:cs typeface="Arial" pitchFamily="34" charset="0"/>
              </a:rPr>
              <a:t> </a:t>
            </a:r>
            <a:r>
              <a:rPr lang="en-US" sz="2800" dirty="0" err="1">
                <a:latin typeface="Arial" pitchFamily="34" charset="0"/>
                <a:cs typeface="Arial" pitchFamily="34" charset="0"/>
              </a:rPr>
              <a:t>đã</a:t>
            </a:r>
            <a:r>
              <a:rPr lang="en-US" sz="2800" dirty="0">
                <a:latin typeface="Arial" pitchFamily="34" charset="0"/>
                <a:cs typeface="Arial" pitchFamily="34" charset="0"/>
              </a:rPr>
              <a:t> </a:t>
            </a:r>
            <a:r>
              <a:rPr lang="en-US" sz="2800" dirty="0" err="1">
                <a:latin typeface="Arial" pitchFamily="34" charset="0"/>
                <a:cs typeface="Arial" pitchFamily="34" charset="0"/>
              </a:rPr>
              <a:t>hoàn</a:t>
            </a:r>
            <a:r>
              <a:rPr lang="en-US" sz="2800" dirty="0">
                <a:latin typeface="Arial" pitchFamily="34" charset="0"/>
                <a:cs typeface="Arial" pitchFamily="34" charset="0"/>
              </a:rPr>
              <a:t> </a:t>
            </a:r>
            <a:r>
              <a:rPr lang="en-US" sz="2800" dirty="0" err="1">
                <a:latin typeface="Arial" pitchFamily="34" charset="0"/>
                <a:cs typeface="Arial" pitchFamily="34" charset="0"/>
              </a:rPr>
              <a:t>thiện</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val="10162483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2128B84-7A53-49C4-9819-2D15D3D80DF3}"/>
              </a:ext>
            </a:extLst>
          </p:cNvPr>
          <p:cNvSpPr>
            <a:spLocks noGrp="1"/>
          </p:cNvSpPr>
          <p:nvPr>
            <p:ph type="title"/>
          </p:nvPr>
        </p:nvSpPr>
        <p:spPr>
          <a:xfrm>
            <a:off x="401110" y="-885162"/>
            <a:ext cx="8596668" cy="3403600"/>
          </a:xfrm>
        </p:spPr>
        <p:txBody>
          <a:bodyPr>
            <a:normAutofit/>
          </a:bodyPr>
          <a:lstStyle/>
          <a:p>
            <a:r>
              <a:rPr lang="en-US" sz="3600" dirty="0" err="1">
                <a:latin typeface="Arial" pitchFamily="34" charset="0"/>
                <a:cs typeface="Arial" pitchFamily="34" charset="0"/>
              </a:rPr>
              <a:t>Lồng</a:t>
            </a:r>
            <a:r>
              <a:rPr lang="en-US" sz="3600" dirty="0">
                <a:latin typeface="Arial" pitchFamily="34" charset="0"/>
                <a:cs typeface="Arial" pitchFamily="34" charset="0"/>
              </a:rPr>
              <a:t> </a:t>
            </a:r>
            <a:r>
              <a:rPr lang="en-US" sz="3600" dirty="0" err="1">
                <a:latin typeface="Arial" pitchFamily="34" charset="0"/>
                <a:cs typeface="Arial" pitchFamily="34" charset="0"/>
              </a:rPr>
              <a:t>ruột</a:t>
            </a:r>
            <a:endParaRPr lang="en-US" sz="3600" dirty="0">
              <a:latin typeface="Arial" pitchFamily="34" charset="0"/>
              <a:cs typeface="Arial" pitchFamily="34" charset="0"/>
            </a:endParaRPr>
          </a:p>
        </p:txBody>
      </p:sp>
      <p:sp>
        <p:nvSpPr>
          <p:cNvPr id="3" name="Chỗ dành sẵn cho Văn bản 2">
            <a:extLst>
              <a:ext uri="{FF2B5EF4-FFF2-40B4-BE49-F238E27FC236}">
                <a16:creationId xmlns:a16="http://schemas.microsoft.com/office/drawing/2014/main" id="{B1CF7D3A-4DAB-409D-9BD5-15E6C07E0BA2}"/>
              </a:ext>
            </a:extLst>
          </p:cNvPr>
          <p:cNvSpPr>
            <a:spLocks noGrp="1"/>
          </p:cNvSpPr>
          <p:nvPr>
            <p:ph type="body" idx="1"/>
          </p:nvPr>
        </p:nvSpPr>
        <p:spPr>
          <a:xfrm>
            <a:off x="430745" y="704850"/>
            <a:ext cx="9381065" cy="4857750"/>
          </a:xfrm>
        </p:spPr>
        <p:txBody>
          <a:bodyPr>
            <a:normAutofit/>
          </a:bodyPr>
          <a:lstStyle/>
          <a:p>
            <a:pPr marL="285750" indent="-285750">
              <a:buFontTx/>
              <a:buChar char="-"/>
            </a:pPr>
            <a:r>
              <a:rPr lang="en-US" sz="3200" dirty="0" err="1">
                <a:latin typeface="Times New Roman" panose="02020603050405020304" pitchFamily="18" charset="0"/>
                <a:cs typeface="Times New Roman" panose="02020603050405020304" pitchFamily="18" charset="0"/>
              </a:rPr>
              <a:t>Bệnh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nghiêm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trọng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liên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quan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đến</a:t>
            </a:r>
            <a:r>
              <a:rPr lang="en-US" sz="3200" dirty="0">
                <a:latin typeface="Times New Roman" panose="02020603050405020304" pitchFamily="18" charset="0"/>
                <a:cs typeface="Times New Roman" panose="02020603050405020304" pitchFamily="18" charset="0"/>
              </a:rPr>
              <a:t> đ</a:t>
            </a:r>
            <a:r>
              <a:rPr lang="vi-VN" sz="3200" dirty="0">
                <a:latin typeface="Times New Roman" panose="02020603050405020304" pitchFamily="18" charset="0"/>
                <a:cs typeface="Times New Roman" panose="02020603050405020304" pitchFamily="18" charset="0"/>
              </a:rPr>
              <a:t>ư</a:t>
            </a:r>
            <a:r>
              <a:rPr lang="en-US" sz="3200" dirty="0" err="1">
                <a:latin typeface="Times New Roman" panose="02020603050405020304" pitchFamily="18" charset="0"/>
                <a:cs typeface="Times New Roman" panose="02020603050405020304" pitchFamily="18" charset="0"/>
              </a:rPr>
              <a:t>ờng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ruột</a:t>
            </a:r>
            <a:endParaRPr lang="en-US" sz="3200" dirty="0">
              <a:latin typeface="Times New Roman" panose="02020603050405020304" pitchFamily="18" charset="0"/>
              <a:cs typeface="Times New Roman" panose="02020603050405020304" pitchFamily="18" charset="0"/>
            </a:endParaRPr>
          </a:p>
          <a:p>
            <a:pPr marL="285750" indent="-285750">
              <a:buFontTx/>
              <a:buChar char="-"/>
            </a:pP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hiện</a:t>
            </a:r>
            <a:r>
              <a:rPr lang="en-US" sz="3200" dirty="0">
                <a:latin typeface="Times New Roman" panose="02020603050405020304" pitchFamily="18" charset="0"/>
                <a:cs typeface="Times New Roman" panose="02020603050405020304" pitchFamily="18" charset="0"/>
              </a:rPr>
              <a:t> t</a:t>
            </a:r>
            <a:r>
              <a:rPr lang="vi-VN" sz="3200" dirty="0">
                <a:latin typeface="Times New Roman" panose="02020603050405020304" pitchFamily="18" charset="0"/>
                <a:cs typeface="Times New Roman" panose="02020603050405020304" pitchFamily="18" charset="0"/>
              </a:rPr>
              <a:t>ư</a:t>
            </a:r>
            <a:r>
              <a:rPr lang="en-US" sz="3200" dirty="0" err="1">
                <a:latin typeface="Times New Roman" panose="02020603050405020304" pitchFamily="18" charset="0"/>
                <a:cs typeface="Times New Roman" panose="02020603050405020304" pitchFamily="18" charset="0"/>
              </a:rPr>
              <a:t>ợng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đoạn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ruột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phía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trên</a:t>
            </a:r>
            <a:r>
              <a:rPr lang="en-US" sz="3200" dirty="0">
                <a:latin typeface="Times New Roman" panose="02020603050405020304" pitchFamily="18" charset="0"/>
                <a:cs typeface="Times New Roman" panose="02020603050405020304" pitchFamily="18" charset="0"/>
              </a:rPr>
              <a:t> di </a:t>
            </a:r>
            <a:r>
              <a:rPr lang="en-US" sz="3200" dirty="0" err="1">
                <a:latin typeface="Times New Roman" panose="02020603050405020304" pitchFamily="18" charset="0"/>
                <a:cs typeface="Times New Roman" panose="02020603050405020304" pitchFamily="18" charset="0"/>
              </a:rPr>
              <a:t>chuyển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chui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long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đoạn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ruột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phía</a:t>
            </a:r>
            <a:r>
              <a:rPr lang="en-US" sz="3200" dirty="0">
                <a:latin typeface="Times New Roman" panose="02020603050405020304" pitchFamily="18" charset="0"/>
                <a:cs typeface="Times New Roman" panose="02020603050405020304" pitchFamily="18" charset="0"/>
              </a:rPr>
              <a:t> d</a:t>
            </a:r>
            <a:r>
              <a:rPr lang="vi-VN" sz="3200" dirty="0">
                <a:latin typeface="Times New Roman" panose="02020603050405020304" pitchFamily="18" charset="0"/>
                <a:cs typeface="Times New Roman" panose="02020603050405020304" pitchFamily="18" charset="0"/>
              </a:rPr>
              <a:t>ư</a:t>
            </a:r>
            <a:r>
              <a:rPr lang="en-US" sz="3200" dirty="0" err="1">
                <a:latin typeface="Times New Roman" panose="02020603050405020304" pitchFamily="18" charset="0"/>
                <a:cs typeface="Times New Roman" panose="02020603050405020304" pitchFamily="18" charset="0"/>
              </a:rPr>
              <a:t>ới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hoặc</a:t>
            </a:r>
            <a:r>
              <a:rPr lang="en-US" sz="3200" dirty="0">
                <a:latin typeface="Times New Roman" panose="02020603050405020304" pitchFamily="18" charset="0"/>
                <a:cs typeface="Times New Roman" panose="02020603050405020304" pitchFamily="18" charset="0"/>
              </a:rPr>
              <a:t> ng</a:t>
            </a:r>
            <a:r>
              <a:rPr lang="vi-VN" sz="3200" dirty="0">
                <a:latin typeface="Times New Roman" panose="02020603050405020304" pitchFamily="18" charset="0"/>
                <a:cs typeface="Times New Roman" panose="02020603050405020304" pitchFamily="18" charset="0"/>
              </a:rPr>
              <a:t>ư</a:t>
            </a:r>
            <a:r>
              <a:rPr lang="en-US" sz="3200" dirty="0" err="1">
                <a:latin typeface="Times New Roman" panose="02020603050405020304" pitchFamily="18" charset="0"/>
                <a:cs typeface="Times New Roman" panose="02020603050405020304" pitchFamily="18" charset="0"/>
              </a:rPr>
              <a:t>ợc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lại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làm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tắc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nghẽn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sự</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lưu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thông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ruột</a:t>
            </a:r>
            <a:endParaRPr lang="en-US" sz="3200" dirty="0">
              <a:latin typeface="Times New Roman" panose="02020603050405020304" pitchFamily="18" charset="0"/>
              <a:cs typeface="Times New Roman" panose="02020603050405020304" pitchFamily="18" charset="0"/>
            </a:endParaRPr>
          </a:p>
          <a:p>
            <a:pPr marL="285750" indent="-285750">
              <a:buFontTx/>
              <a:buChar char="-"/>
            </a:pPr>
            <a:endParaRPr lang="en-US" sz="3200" dirty="0">
              <a:latin typeface="Times New Roman" panose="02020603050405020304" pitchFamily="18" charset="0"/>
              <a:cs typeface="Times New Roman" panose="02020603050405020304" pitchFamily="18" charset="0"/>
            </a:endParaRPr>
          </a:p>
        </p:txBody>
      </p:sp>
      <p:pic>
        <p:nvPicPr>
          <p:cNvPr id="7" name="Hình ảnh 6">
            <a:extLst>
              <a:ext uri="{FF2B5EF4-FFF2-40B4-BE49-F238E27FC236}">
                <a16:creationId xmlns:a16="http://schemas.microsoft.com/office/drawing/2014/main" id="{F97B0A49-D60B-4E36-8522-5B2DEE5B5D95}"/>
              </a:ext>
            </a:extLst>
          </p:cNvPr>
          <p:cNvPicPr>
            <a:picLocks noChangeAspect="1"/>
          </p:cNvPicPr>
          <p:nvPr/>
        </p:nvPicPr>
        <p:blipFill rotWithShape="1">
          <a:blip r:embed="rId2"/>
          <a:srcRect t="27222" b="39445"/>
          <a:stretch/>
        </p:blipFill>
        <p:spPr>
          <a:xfrm>
            <a:off x="302069" y="1147130"/>
            <a:ext cx="9994455" cy="5922640"/>
          </a:xfrm>
          <a:prstGeom prst="rect">
            <a:avLst/>
          </a:prstGeom>
        </p:spPr>
      </p:pic>
    </p:spTree>
    <p:extLst>
      <p:ext uri="{BB962C8B-B14F-4D97-AF65-F5344CB8AC3E}">
        <p14:creationId xmlns:p14="http://schemas.microsoft.com/office/powerpoint/2010/main" val="27386062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3C41564-9D75-4898-9DAE-CC1F836DD023}"/>
              </a:ext>
            </a:extLst>
          </p:cNvPr>
          <p:cNvSpPr>
            <a:spLocks noGrp="1"/>
          </p:cNvSpPr>
          <p:nvPr>
            <p:ph type="title"/>
          </p:nvPr>
        </p:nvSpPr>
        <p:spPr>
          <a:xfrm>
            <a:off x="667809" y="-133350"/>
            <a:ext cx="8596668" cy="3403600"/>
          </a:xfrm>
        </p:spPr>
        <p:txBody>
          <a:bodyPr>
            <a:normAutofit/>
          </a:bodyPr>
          <a:lstStyle/>
          <a:p>
            <a:r>
              <a:rPr lang="en-US" sz="3600" dirty="0" err="1">
                <a:latin typeface="Arial" panose="020B0604020202020204" pitchFamily="34" charset="0"/>
                <a:cs typeface="Arial" panose="020B0604020202020204" pitchFamily="34" charset="0"/>
              </a:rPr>
              <a:t>Lồng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ruột</a:t>
            </a:r>
            <a:endParaRPr lang="en-US" sz="3600" dirty="0">
              <a:latin typeface="Arial" panose="020B0604020202020204" pitchFamily="34" charset="0"/>
              <a:cs typeface="Arial" panose="020B0604020202020204" pitchFamily="34" charset="0"/>
            </a:endParaRPr>
          </a:p>
        </p:txBody>
      </p:sp>
      <p:sp>
        <p:nvSpPr>
          <p:cNvPr id="3" name="Chỗ dành sẵn cho Văn bản 2">
            <a:extLst>
              <a:ext uri="{FF2B5EF4-FFF2-40B4-BE49-F238E27FC236}">
                <a16:creationId xmlns:a16="http://schemas.microsoft.com/office/drawing/2014/main" id="{726D1B4A-7E03-4E54-852D-D44D58B270FD}"/>
              </a:ext>
            </a:extLst>
          </p:cNvPr>
          <p:cNvSpPr>
            <a:spLocks noGrp="1"/>
          </p:cNvSpPr>
          <p:nvPr>
            <p:ph type="body" idx="1"/>
          </p:nvPr>
        </p:nvSpPr>
        <p:spPr>
          <a:xfrm>
            <a:off x="667809" y="2124075"/>
            <a:ext cx="8740603" cy="4260187"/>
          </a:xfrm>
        </p:spPr>
        <p:txBody>
          <a:bodyPr>
            <a:normAutofit/>
          </a:bodyPr>
          <a:lstStyle/>
          <a:p>
            <a:pPr marL="285750" indent="-285750">
              <a:lnSpc>
                <a:spcPct val="150000"/>
              </a:lnSpc>
              <a:buFontTx/>
              <a:buChar char="-"/>
            </a:pPr>
            <a:r>
              <a:rPr lang="en-US" sz="2800" dirty="0" err="1">
                <a:latin typeface="Arial" panose="020B0604020202020204" pitchFamily="34" charset="0"/>
                <a:cs typeface="Arial" panose="020B0604020202020204" pitchFamily="34" charset="0"/>
              </a:rPr>
              <a:t>Bệnh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lý</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nghiêm</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trọng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liên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quan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đến</a:t>
            </a:r>
            <a:r>
              <a:rPr lang="en-US" sz="2800" dirty="0">
                <a:latin typeface="Arial" panose="020B0604020202020204" pitchFamily="34" charset="0"/>
                <a:cs typeface="Arial" panose="020B0604020202020204" pitchFamily="34" charset="0"/>
              </a:rPr>
              <a:t> đ</a:t>
            </a:r>
            <a:r>
              <a:rPr lang="vi-VN" sz="2800" dirty="0">
                <a:latin typeface="Arial" panose="020B0604020202020204" pitchFamily="34" charset="0"/>
                <a:cs typeface="Arial" panose="020B0604020202020204" pitchFamily="34" charset="0"/>
              </a:rPr>
              <a:t>ư</a:t>
            </a:r>
            <a:r>
              <a:rPr lang="en-US" sz="2800" dirty="0" err="1">
                <a:latin typeface="Arial" panose="020B0604020202020204" pitchFamily="34" charset="0"/>
                <a:cs typeface="Arial" panose="020B0604020202020204" pitchFamily="34" charset="0"/>
              </a:rPr>
              <a:t>ờng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ruột</a:t>
            </a:r>
            <a:endParaRPr lang="en-US" sz="2800" dirty="0">
              <a:latin typeface="Arial" panose="020B0604020202020204" pitchFamily="34" charset="0"/>
              <a:cs typeface="Arial" panose="020B0604020202020204" pitchFamily="34" charset="0"/>
            </a:endParaRPr>
          </a:p>
          <a:p>
            <a:pPr marL="285750" indent="-285750">
              <a:lnSpc>
                <a:spcPct val="150000"/>
              </a:lnSpc>
              <a:buFontTx/>
              <a:buChar char="-"/>
            </a:pPr>
            <a:r>
              <a:rPr lang="en-US" sz="2800" dirty="0" err="1">
                <a:latin typeface="Arial" panose="020B0604020202020204" pitchFamily="34" charset="0"/>
                <a:cs typeface="Arial" panose="020B0604020202020204" pitchFamily="34" charset="0"/>
              </a:rPr>
              <a:t>Là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hiện</a:t>
            </a:r>
            <a:r>
              <a:rPr lang="en-US" sz="2800" dirty="0">
                <a:latin typeface="Arial" panose="020B0604020202020204" pitchFamily="34" charset="0"/>
                <a:cs typeface="Arial" panose="020B0604020202020204" pitchFamily="34" charset="0"/>
              </a:rPr>
              <a:t> t</a:t>
            </a:r>
            <a:r>
              <a:rPr lang="vi-VN" sz="2800" dirty="0">
                <a:latin typeface="Arial" panose="020B0604020202020204" pitchFamily="34" charset="0"/>
                <a:cs typeface="Arial" panose="020B0604020202020204" pitchFamily="34" charset="0"/>
              </a:rPr>
              <a:t>ư</a:t>
            </a:r>
            <a:r>
              <a:rPr lang="en-US" sz="2800" dirty="0" err="1">
                <a:latin typeface="Arial" panose="020B0604020202020204" pitchFamily="34" charset="0"/>
                <a:cs typeface="Arial" panose="020B0604020202020204" pitchFamily="34" charset="0"/>
              </a:rPr>
              <a:t>ợng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một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đoạn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ruột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phía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trên</a:t>
            </a:r>
            <a:r>
              <a:rPr lang="en-US" sz="2800" dirty="0">
                <a:latin typeface="Arial" panose="020B0604020202020204" pitchFamily="34" charset="0"/>
                <a:cs typeface="Arial" panose="020B0604020202020204" pitchFamily="34" charset="0"/>
              </a:rPr>
              <a:t> di </a:t>
            </a:r>
            <a:r>
              <a:rPr lang="en-US" sz="2800" dirty="0" err="1">
                <a:latin typeface="Arial" panose="020B0604020202020204" pitchFamily="34" charset="0"/>
                <a:cs typeface="Arial" panose="020B0604020202020204" pitchFamily="34" charset="0"/>
              </a:rPr>
              <a:t>chuyển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chui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vào</a:t>
            </a:r>
            <a:r>
              <a:rPr lang="en-US" sz="2800" dirty="0">
                <a:latin typeface="Arial" panose="020B0604020202020204" pitchFamily="34" charset="0"/>
                <a:cs typeface="Arial" panose="020B0604020202020204" pitchFamily="34" charset="0"/>
              </a:rPr>
              <a:t> long </a:t>
            </a:r>
            <a:r>
              <a:rPr lang="en-US" sz="2800" dirty="0" err="1">
                <a:latin typeface="Arial" panose="020B0604020202020204" pitchFamily="34" charset="0"/>
                <a:cs typeface="Arial" panose="020B0604020202020204" pitchFamily="34" charset="0"/>
              </a:rPr>
              <a:t>của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đoạn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ruột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phía</a:t>
            </a:r>
            <a:r>
              <a:rPr lang="en-US" sz="2800" dirty="0">
                <a:latin typeface="Arial" panose="020B0604020202020204" pitchFamily="34" charset="0"/>
                <a:cs typeface="Arial" panose="020B0604020202020204" pitchFamily="34" charset="0"/>
              </a:rPr>
              <a:t> d</a:t>
            </a:r>
            <a:r>
              <a:rPr lang="vi-VN" sz="2800" dirty="0">
                <a:latin typeface="Arial" panose="020B0604020202020204" pitchFamily="34" charset="0"/>
                <a:cs typeface="Arial" panose="020B0604020202020204" pitchFamily="34" charset="0"/>
              </a:rPr>
              <a:t>ư</a:t>
            </a:r>
            <a:r>
              <a:rPr lang="en-US" sz="2800" dirty="0" err="1">
                <a:latin typeface="Arial" panose="020B0604020202020204" pitchFamily="34" charset="0"/>
                <a:cs typeface="Arial" panose="020B0604020202020204" pitchFamily="34" charset="0"/>
              </a:rPr>
              <a:t>ới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hoặc</a:t>
            </a:r>
            <a:r>
              <a:rPr lang="en-US" sz="2800" dirty="0">
                <a:latin typeface="Arial" panose="020B0604020202020204" pitchFamily="34" charset="0"/>
                <a:cs typeface="Arial" panose="020B0604020202020204" pitchFamily="34" charset="0"/>
              </a:rPr>
              <a:t> ng</a:t>
            </a:r>
            <a:r>
              <a:rPr lang="vi-VN" sz="2800" dirty="0">
                <a:latin typeface="Arial" panose="020B0604020202020204" pitchFamily="34" charset="0"/>
                <a:cs typeface="Arial" panose="020B0604020202020204" pitchFamily="34" charset="0"/>
              </a:rPr>
              <a:t>ư</a:t>
            </a:r>
            <a:r>
              <a:rPr lang="en-US" sz="2800" dirty="0" err="1">
                <a:latin typeface="Arial" panose="020B0604020202020204" pitchFamily="34" charset="0"/>
                <a:cs typeface="Arial" panose="020B0604020202020204" pitchFamily="34" charset="0"/>
              </a:rPr>
              <a:t>ợc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lại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làm</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tắc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nghẽn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sự</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lưu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thông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của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ruột</a:t>
            </a:r>
            <a:endParaRPr lang="en-US" sz="2800" dirty="0">
              <a:latin typeface="Arial" panose="020B0604020202020204" pitchFamily="34" charset="0"/>
              <a:cs typeface="Arial" panose="020B0604020202020204" pitchFamily="34" charset="0"/>
            </a:endParaRPr>
          </a:p>
          <a:p>
            <a:pPr marL="285750" indent="-285750">
              <a:lnSpc>
                <a:spcPct val="150000"/>
              </a:lnSpc>
              <a:buFontTx/>
              <a:buChar char="-"/>
            </a:pPr>
            <a:endParaRPr lang="en-US" sz="2800" dirty="0">
              <a:latin typeface="Arial" panose="020B0604020202020204" pitchFamily="34" charset="0"/>
              <a:cs typeface="Arial" panose="020B0604020202020204" pitchFamily="34" charset="0"/>
            </a:endParaRPr>
          </a:p>
          <a:p>
            <a:endParaRPr lang="en-US" sz="3200" dirty="0"/>
          </a:p>
        </p:txBody>
      </p:sp>
    </p:spTree>
    <p:extLst>
      <p:ext uri="{BB962C8B-B14F-4D97-AF65-F5344CB8AC3E}">
        <p14:creationId xmlns:p14="http://schemas.microsoft.com/office/powerpoint/2010/main" val="137325449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60D4299-31C4-45D9-8514-7EA7F114D262}"/>
              </a:ext>
            </a:extLst>
          </p:cNvPr>
          <p:cNvSpPr>
            <a:spLocks noGrp="1"/>
          </p:cNvSpPr>
          <p:nvPr>
            <p:ph type="title"/>
          </p:nvPr>
        </p:nvSpPr>
        <p:spPr>
          <a:xfrm>
            <a:off x="677335" y="269875"/>
            <a:ext cx="8596668" cy="1827866"/>
          </a:xfrm>
        </p:spPr>
        <p:txBody>
          <a:bodyPr>
            <a:normAutofit/>
          </a:bodyPr>
          <a:lstStyle/>
          <a:p>
            <a:r>
              <a:rPr lang="en-US" sz="3600" dirty="0" err="1">
                <a:latin typeface="Arial" panose="020B0604020202020204" pitchFamily="34" charset="0"/>
                <a:cs typeface="Arial" panose="020B0604020202020204" pitchFamily="34" charset="0"/>
              </a:rPr>
              <a:t>Lồng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ruột</a:t>
            </a:r>
            <a:endParaRPr lang="en-US" sz="3600" dirty="0">
              <a:latin typeface="Arial" panose="020B0604020202020204" pitchFamily="34" charset="0"/>
              <a:cs typeface="Arial" panose="020B0604020202020204" pitchFamily="34" charset="0"/>
            </a:endParaRPr>
          </a:p>
        </p:txBody>
      </p:sp>
      <p:sp>
        <p:nvSpPr>
          <p:cNvPr id="3" name="Chỗ dành sẵn cho Văn bản 2">
            <a:extLst>
              <a:ext uri="{FF2B5EF4-FFF2-40B4-BE49-F238E27FC236}">
                <a16:creationId xmlns:a16="http://schemas.microsoft.com/office/drawing/2014/main" id="{A11A77C0-52AC-4021-91BC-4F46C534F062}"/>
              </a:ext>
            </a:extLst>
          </p:cNvPr>
          <p:cNvSpPr>
            <a:spLocks noGrp="1"/>
          </p:cNvSpPr>
          <p:nvPr>
            <p:ph type="body" idx="1"/>
          </p:nvPr>
        </p:nvSpPr>
        <p:spPr>
          <a:xfrm>
            <a:off x="677335" y="685800"/>
            <a:ext cx="8596668" cy="5355562"/>
          </a:xfrm>
        </p:spPr>
        <p:txBody>
          <a:bodyPr>
            <a:normAutofit/>
          </a:bodyPr>
          <a:lstStyle/>
          <a:p>
            <a:pPr marL="285750" indent="-285750">
              <a:lnSpc>
                <a:spcPct val="150000"/>
              </a:lnSpc>
              <a:buFontTx/>
              <a:buChar char="-"/>
            </a:pPr>
            <a:r>
              <a:rPr lang="en-US" sz="2800" dirty="0">
                <a:latin typeface="Arial" panose="020B0604020202020204" pitchFamily="34" charset="0"/>
                <a:cs typeface="Arial" panose="020B0604020202020204" pitchFamily="34" charset="0"/>
              </a:rPr>
              <a:t>Th</a:t>
            </a:r>
            <a:r>
              <a:rPr lang="vi-VN" sz="2800" dirty="0">
                <a:latin typeface="Arial" panose="020B0604020202020204" pitchFamily="34" charset="0"/>
                <a:cs typeface="Arial" panose="020B0604020202020204" pitchFamily="34" charset="0"/>
              </a:rPr>
              <a:t>ư</a:t>
            </a:r>
            <a:r>
              <a:rPr lang="en-US" sz="2800" dirty="0" err="1">
                <a:latin typeface="Arial" panose="020B0604020202020204" pitchFamily="34" charset="0"/>
                <a:cs typeface="Arial" panose="020B0604020202020204" pitchFamily="34" charset="0"/>
              </a:rPr>
              <a:t>ờng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xảy</a:t>
            </a:r>
            <a:r>
              <a:rPr lang="en-US" sz="2800" dirty="0">
                <a:latin typeface="Arial" panose="020B0604020202020204" pitchFamily="34" charset="0"/>
                <a:cs typeface="Arial" panose="020B0604020202020204" pitchFamily="34" charset="0"/>
              </a:rPr>
              <a:t> ra 1/1000-4/1000 </a:t>
            </a:r>
            <a:r>
              <a:rPr lang="en-US" sz="2800" dirty="0" err="1">
                <a:latin typeface="Arial" panose="020B0604020202020204" pitchFamily="34" charset="0"/>
                <a:cs typeface="Arial" panose="020B0604020202020204" pitchFamily="34" charset="0"/>
              </a:rPr>
              <a:t>trẻ</a:t>
            </a:r>
            <a:r>
              <a:rPr lang="en-US" sz="2800" dirty="0">
                <a:latin typeface="Arial" panose="020B0604020202020204" pitchFamily="34" charset="0"/>
                <a:cs typeface="Arial" panose="020B0604020202020204" pitchFamily="34" charset="0"/>
              </a:rPr>
              <a:t> s</a:t>
            </a:r>
            <a:r>
              <a:rPr lang="vi-VN" sz="2800" dirty="0">
                <a:latin typeface="Arial" panose="020B0604020202020204" pitchFamily="34" charset="0"/>
                <a:cs typeface="Arial" panose="020B0604020202020204" pitchFamily="34" charset="0"/>
              </a:rPr>
              <a:t>ơ</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sinh</a:t>
            </a:r>
            <a:endParaRPr lang="en-US" sz="2800" dirty="0">
              <a:latin typeface="Arial" panose="020B0604020202020204" pitchFamily="34" charset="0"/>
              <a:cs typeface="Arial" panose="020B0604020202020204" pitchFamily="34" charset="0"/>
            </a:endParaRPr>
          </a:p>
          <a:p>
            <a:pPr marL="285750" indent="-285750">
              <a:lnSpc>
                <a:spcPct val="150000"/>
              </a:lnSpc>
              <a:buFontTx/>
              <a:buChar char="-"/>
            </a:pPr>
            <a:r>
              <a:rPr lang="en-US" sz="2800" dirty="0">
                <a:latin typeface="Arial" panose="020B0604020202020204" pitchFamily="34" charset="0"/>
                <a:cs typeface="Arial" panose="020B0604020202020204" pitchFamily="34" charset="0"/>
              </a:rPr>
              <a:t>Hay </a:t>
            </a:r>
            <a:r>
              <a:rPr lang="en-US" sz="2800" dirty="0" err="1">
                <a:latin typeface="Arial" panose="020B0604020202020204" pitchFamily="34" charset="0"/>
                <a:cs typeface="Arial" panose="020B0604020202020204" pitchFamily="34" charset="0"/>
              </a:rPr>
              <a:t>gặp</a:t>
            </a:r>
            <a:r>
              <a:rPr lang="en-US" sz="2800" dirty="0">
                <a:latin typeface="Arial" panose="020B0604020202020204" pitchFamily="34" charset="0"/>
                <a:cs typeface="Arial" panose="020B0604020202020204" pitchFamily="34" charset="0"/>
              </a:rPr>
              <a:t> ở </a:t>
            </a:r>
            <a:r>
              <a:rPr lang="en-US" sz="2800" dirty="0" err="1">
                <a:latin typeface="Arial" panose="020B0604020202020204" pitchFamily="34" charset="0"/>
                <a:cs typeface="Arial" panose="020B0604020202020204" pitchFamily="34" charset="0"/>
              </a:rPr>
              <a:t>trẻ</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từ</a:t>
            </a:r>
            <a:r>
              <a:rPr lang="en-US" sz="2800" dirty="0">
                <a:latin typeface="Arial" panose="020B0604020202020204" pitchFamily="34" charset="0"/>
                <a:cs typeface="Arial" panose="020B0604020202020204" pitchFamily="34" charset="0"/>
              </a:rPr>
              <a:t> 5-9 </a:t>
            </a:r>
            <a:r>
              <a:rPr lang="en-US" sz="2800" dirty="0" err="1">
                <a:latin typeface="Arial" panose="020B0604020202020204" pitchFamily="34" charset="0"/>
                <a:cs typeface="Arial" panose="020B0604020202020204" pitchFamily="34" charset="0"/>
              </a:rPr>
              <a:t>tháng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tuổi</a:t>
            </a:r>
            <a:endParaRPr lang="en-US" sz="2800" dirty="0">
              <a:latin typeface="Arial" panose="020B0604020202020204" pitchFamily="34" charset="0"/>
              <a:cs typeface="Arial" panose="020B0604020202020204" pitchFamily="34" charset="0"/>
            </a:endParaRPr>
          </a:p>
          <a:p>
            <a:pPr marL="285750" indent="-285750">
              <a:lnSpc>
                <a:spcPct val="150000"/>
              </a:lnSpc>
              <a:buFontTx/>
              <a:buChar char="-"/>
            </a:pPr>
            <a:r>
              <a:rPr lang="en-US" sz="2800" dirty="0" err="1">
                <a:latin typeface="Arial" panose="020B0604020202020204" pitchFamily="34" charset="0"/>
                <a:cs typeface="Arial" panose="020B0604020202020204" pitchFamily="34" charset="0"/>
              </a:rPr>
              <a:t>Tỷ</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lệ</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mắc</a:t>
            </a:r>
            <a:r>
              <a:rPr lang="en-US" sz="2800" dirty="0">
                <a:latin typeface="Arial" panose="020B0604020202020204" pitchFamily="34" charset="0"/>
                <a:cs typeface="Arial" panose="020B0604020202020204" pitchFamily="34" charset="0"/>
              </a:rPr>
              <a:t> ở </a:t>
            </a:r>
            <a:r>
              <a:rPr lang="en-US" sz="2800" dirty="0" err="1">
                <a:latin typeface="Arial" panose="020B0604020202020204" pitchFamily="34" charset="0"/>
                <a:cs typeface="Arial" panose="020B0604020202020204" pitchFamily="34" charset="0"/>
              </a:rPr>
              <a:t>trẻ</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nam</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nhiều</a:t>
            </a:r>
            <a:r>
              <a:rPr lang="en-US" sz="2800" dirty="0">
                <a:latin typeface="Arial" panose="020B0604020202020204" pitchFamily="34" charset="0"/>
                <a:cs typeface="Arial" panose="020B0604020202020204" pitchFamily="34" charset="0"/>
              </a:rPr>
              <a:t> h</a:t>
            </a:r>
            <a:r>
              <a:rPr lang="vi-VN" sz="2800" dirty="0">
                <a:latin typeface="Arial" panose="020B0604020202020204" pitchFamily="34" charset="0"/>
                <a:cs typeface="Arial" panose="020B0604020202020204" pitchFamily="34" charset="0"/>
              </a:rPr>
              <a:t>ơ</a:t>
            </a:r>
            <a:r>
              <a:rPr lang="en-US" sz="2800" dirty="0">
                <a:latin typeface="Arial" panose="020B0604020202020204" pitchFamily="34" charset="0"/>
                <a:cs typeface="Arial" panose="020B0604020202020204" pitchFamily="34" charset="0"/>
              </a:rPr>
              <a:t>n </a:t>
            </a:r>
            <a:r>
              <a:rPr lang="en-US" sz="2800" dirty="0" err="1">
                <a:latin typeface="Arial" panose="020B0604020202020204" pitchFamily="34" charset="0"/>
                <a:cs typeface="Arial" panose="020B0604020202020204" pitchFamily="34" charset="0"/>
              </a:rPr>
              <a:t>trẻ</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nữ</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598112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ệnh-lồng-ruột.jpg"/>
          <p:cNvPicPr>
            <a:picLocks noChangeAspect="1"/>
          </p:cNvPicPr>
          <p:nvPr/>
        </p:nvPicPr>
        <p:blipFill>
          <a:blip r:embed="rId2"/>
          <a:stretch>
            <a:fillRect/>
          </a:stretch>
        </p:blipFill>
        <p:spPr>
          <a:xfrm>
            <a:off x="1612232" y="228600"/>
            <a:ext cx="6352673" cy="6352673"/>
          </a:xfrm>
          <a:prstGeom prst="rect">
            <a:avLst/>
          </a:prstGeom>
        </p:spPr>
      </p:pic>
    </p:spTree>
    <p:extLst>
      <p:ext uri="{BB962C8B-B14F-4D97-AF65-F5344CB8AC3E}">
        <p14:creationId xmlns:p14="http://schemas.microsoft.com/office/powerpoint/2010/main" val="315988915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43B1FDF-7E75-4395-9A8E-15323B4FD736}"/>
              </a:ext>
            </a:extLst>
          </p:cNvPr>
          <p:cNvSpPr>
            <a:spLocks noGrp="1"/>
          </p:cNvSpPr>
          <p:nvPr>
            <p:ph type="title"/>
          </p:nvPr>
        </p:nvSpPr>
        <p:spPr>
          <a:xfrm>
            <a:off x="583205" y="112059"/>
            <a:ext cx="8596668" cy="829235"/>
          </a:xfrm>
        </p:spPr>
        <p:txBody>
          <a:bodyPr>
            <a:normAutofit/>
          </a:bodyPr>
          <a:lstStyle/>
          <a:p>
            <a:r>
              <a:rPr lang="en-US" sz="4000" dirty="0" smtClean="0">
                <a:solidFill>
                  <a:schemeClr val="tx1"/>
                </a:solidFill>
                <a:latin typeface="Arial" pitchFamily="34" charset="0"/>
                <a:cs typeface="Arial" pitchFamily="34" charset="0"/>
              </a:rPr>
              <a:t>5. </a:t>
            </a:r>
            <a:r>
              <a:rPr lang="en-US" sz="4000" dirty="0" err="1" smtClean="0">
                <a:solidFill>
                  <a:schemeClr val="tx1"/>
                </a:solidFill>
                <a:latin typeface="Arial" pitchFamily="34" charset="0"/>
                <a:cs typeface="Arial" pitchFamily="34" charset="0"/>
              </a:rPr>
              <a:t>Tụy</a:t>
            </a:r>
            <a:r>
              <a:rPr lang="en-US" sz="4000" dirty="0" smtClean="0">
                <a:solidFill>
                  <a:schemeClr val="tx1"/>
                </a:solidFill>
                <a:latin typeface="Arial" pitchFamily="34" charset="0"/>
                <a:cs typeface="Arial" pitchFamily="34" charset="0"/>
              </a:rPr>
              <a:t> </a:t>
            </a:r>
            <a:r>
              <a:rPr lang="en-US" sz="4000" dirty="0" err="1" smtClean="0">
                <a:solidFill>
                  <a:schemeClr val="tx1"/>
                </a:solidFill>
                <a:latin typeface="Arial" pitchFamily="34" charset="0"/>
                <a:cs typeface="Arial" pitchFamily="34" charset="0"/>
              </a:rPr>
              <a:t>tạng</a:t>
            </a:r>
            <a:r>
              <a:rPr lang="en-US" sz="4000" dirty="0" smtClean="0">
                <a:solidFill>
                  <a:schemeClr val="tx1"/>
                </a:solidFill>
                <a:latin typeface="Arial" pitchFamily="34" charset="0"/>
                <a:cs typeface="Arial" pitchFamily="34" charset="0"/>
              </a:rPr>
              <a:t>:</a:t>
            </a:r>
            <a:endParaRPr lang="en-US" sz="4000" dirty="0">
              <a:solidFill>
                <a:schemeClr val="tx1"/>
              </a:solidFill>
              <a:latin typeface="Arial" pitchFamily="34" charset="0"/>
              <a:cs typeface="Arial" pitchFamily="34" charset="0"/>
            </a:endParaRP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523129" y="0"/>
            <a:ext cx="6037730" cy="6863342"/>
          </a:xfrm>
        </p:spPr>
      </p:pic>
    </p:spTree>
    <p:extLst>
      <p:ext uri="{BB962C8B-B14F-4D97-AF65-F5344CB8AC3E}">
        <p14:creationId xmlns:p14="http://schemas.microsoft.com/office/powerpoint/2010/main" val="71224014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9D5502D-190E-4E39-9215-BE82784F3E1E}"/>
              </a:ext>
            </a:extLst>
          </p:cNvPr>
          <p:cNvSpPr>
            <a:spLocks noGrp="1"/>
          </p:cNvSpPr>
          <p:nvPr>
            <p:ph type="title"/>
          </p:nvPr>
        </p:nvSpPr>
        <p:spPr>
          <a:xfrm>
            <a:off x="677335" y="-381000"/>
            <a:ext cx="8596668" cy="3403600"/>
          </a:xfrm>
        </p:spPr>
        <p:txBody>
          <a:bodyPr>
            <a:normAutofit/>
          </a:bodyPr>
          <a:lstStyle/>
          <a:p>
            <a:r>
              <a:rPr lang="en-US" sz="3600" dirty="0" smtClean="0">
                <a:latin typeface="Arial" pitchFamily="34" charset="0"/>
                <a:cs typeface="Arial" pitchFamily="34" charset="0"/>
              </a:rPr>
              <a:t>*</a:t>
            </a:r>
            <a:r>
              <a:rPr lang="en-US" sz="3600" dirty="0" err="1" smtClean="0">
                <a:latin typeface="Arial" pitchFamily="34" charset="0"/>
                <a:cs typeface="Arial" pitchFamily="34" charset="0"/>
              </a:rPr>
              <a:t>Giải</a:t>
            </a:r>
            <a:r>
              <a:rPr lang="en-US" sz="3600" dirty="0" smtClean="0">
                <a:latin typeface="Arial" pitchFamily="34" charset="0"/>
                <a:cs typeface="Arial" pitchFamily="34" charset="0"/>
              </a:rPr>
              <a:t> </a:t>
            </a:r>
            <a:r>
              <a:rPr lang="en-US" sz="3600" dirty="0" err="1">
                <a:latin typeface="Arial" pitchFamily="34" charset="0"/>
                <a:cs typeface="Arial" pitchFamily="34" charset="0"/>
              </a:rPr>
              <a:t>phẫu</a:t>
            </a:r>
            <a:r>
              <a:rPr lang="en-US" sz="3600" dirty="0">
                <a:latin typeface="Arial" pitchFamily="34" charset="0"/>
                <a:cs typeface="Arial" pitchFamily="34" charset="0"/>
              </a:rPr>
              <a:t> </a:t>
            </a:r>
            <a:r>
              <a:rPr lang="en-US" sz="3600" dirty="0" err="1">
                <a:latin typeface="Arial" pitchFamily="34" charset="0"/>
                <a:cs typeface="Arial" pitchFamily="34" charset="0"/>
              </a:rPr>
              <a:t>tụy</a:t>
            </a:r>
            <a:r>
              <a:rPr lang="en-US" sz="3600" dirty="0">
                <a:latin typeface="Arial" pitchFamily="34" charset="0"/>
                <a:cs typeface="Arial" pitchFamily="34" charset="0"/>
              </a:rPr>
              <a:t> </a:t>
            </a:r>
            <a:r>
              <a:rPr lang="en-US" sz="3600" dirty="0" err="1">
                <a:latin typeface="Arial" pitchFamily="34" charset="0"/>
                <a:cs typeface="Arial" pitchFamily="34" charset="0"/>
              </a:rPr>
              <a:t>tạng</a:t>
            </a:r>
            <a:endParaRPr lang="en-US" sz="3600" dirty="0">
              <a:latin typeface="Arial" pitchFamily="34" charset="0"/>
              <a:cs typeface="Arial" pitchFamily="34" charset="0"/>
            </a:endParaRPr>
          </a:p>
        </p:txBody>
      </p:sp>
      <p:sp>
        <p:nvSpPr>
          <p:cNvPr id="3" name="Chỗ dành sẵn cho Văn bản 2">
            <a:extLst>
              <a:ext uri="{FF2B5EF4-FFF2-40B4-BE49-F238E27FC236}">
                <a16:creationId xmlns:a16="http://schemas.microsoft.com/office/drawing/2014/main" id="{6EF3CF6A-DE6E-4403-A19E-02E813D417FC}"/>
              </a:ext>
            </a:extLst>
          </p:cNvPr>
          <p:cNvSpPr>
            <a:spLocks noGrp="1"/>
          </p:cNvSpPr>
          <p:nvPr>
            <p:ph type="body" idx="1"/>
          </p:nvPr>
        </p:nvSpPr>
        <p:spPr>
          <a:xfrm>
            <a:off x="677334" y="2057400"/>
            <a:ext cx="8977653" cy="4136362"/>
          </a:xfrm>
        </p:spPr>
        <p:txBody>
          <a:bodyPr>
            <a:normAutofit fontScale="92500"/>
          </a:bodyPr>
          <a:lstStyle/>
          <a:p>
            <a:pPr marL="285750" indent="-285750">
              <a:lnSpc>
                <a:spcPct val="150000"/>
              </a:lnSpc>
              <a:buFontTx/>
              <a:buChar char="-"/>
            </a:pPr>
            <a:r>
              <a:rPr lang="en-US" sz="2800" dirty="0" err="1">
                <a:latin typeface="Arial" pitchFamily="34" charset="0"/>
                <a:cs typeface="Arial" pitchFamily="34" charset="0"/>
              </a:rPr>
              <a:t>Kích</a:t>
            </a:r>
            <a:r>
              <a:rPr lang="en-US" sz="2800" dirty="0">
                <a:latin typeface="Arial" pitchFamily="34" charset="0"/>
                <a:cs typeface="Arial" pitchFamily="34" charset="0"/>
              </a:rPr>
              <a:t> </a:t>
            </a:r>
            <a:r>
              <a:rPr lang="en-US" sz="2800" dirty="0" err="1">
                <a:latin typeface="Arial" pitchFamily="34" charset="0"/>
                <a:cs typeface="Arial" pitchFamily="34" charset="0"/>
              </a:rPr>
              <a:t>th</a:t>
            </a:r>
            <a:r>
              <a:rPr lang="vi-VN" sz="2800" dirty="0">
                <a:latin typeface="Arial" pitchFamily="34" charset="0"/>
                <a:cs typeface="Arial" pitchFamily="34" charset="0"/>
              </a:rPr>
              <a:t>ư</a:t>
            </a:r>
            <a:r>
              <a:rPr lang="en-US" sz="2800" dirty="0" err="1">
                <a:latin typeface="Arial" pitchFamily="34" charset="0"/>
                <a:cs typeface="Arial" pitchFamily="34" charset="0"/>
              </a:rPr>
              <a:t>ớc</a:t>
            </a:r>
            <a:r>
              <a:rPr lang="en-US" sz="2800" dirty="0">
                <a:latin typeface="Arial" pitchFamily="34" charset="0"/>
                <a:cs typeface="Arial" pitchFamily="34" charset="0"/>
              </a:rPr>
              <a:t> </a:t>
            </a:r>
            <a:r>
              <a:rPr lang="en-US" sz="2800" dirty="0" err="1">
                <a:latin typeface="Arial" pitchFamily="34" charset="0"/>
                <a:cs typeface="Arial" pitchFamily="34" charset="0"/>
              </a:rPr>
              <a:t>tụy</a:t>
            </a:r>
            <a:r>
              <a:rPr lang="en-US" sz="2800" dirty="0">
                <a:latin typeface="Arial" pitchFamily="34" charset="0"/>
                <a:cs typeface="Arial" pitchFamily="34" charset="0"/>
              </a:rPr>
              <a:t> </a:t>
            </a:r>
            <a:r>
              <a:rPr lang="en-US" sz="2800" dirty="0" err="1">
                <a:latin typeface="Arial" pitchFamily="34" charset="0"/>
                <a:cs typeface="Arial" pitchFamily="34" charset="0"/>
              </a:rPr>
              <a:t>trẻ</a:t>
            </a:r>
            <a:r>
              <a:rPr lang="en-US" sz="2800" dirty="0">
                <a:latin typeface="Arial" pitchFamily="34" charset="0"/>
                <a:cs typeface="Arial" pitchFamily="34" charset="0"/>
              </a:rPr>
              <a:t> s</a:t>
            </a:r>
            <a:r>
              <a:rPr lang="vi-VN" sz="2800" dirty="0">
                <a:latin typeface="Arial" pitchFamily="34" charset="0"/>
                <a:cs typeface="Arial" pitchFamily="34" charset="0"/>
              </a:rPr>
              <a:t>ơ</a:t>
            </a:r>
            <a:r>
              <a:rPr lang="en-US" sz="2800" dirty="0">
                <a:latin typeface="Arial" pitchFamily="34" charset="0"/>
                <a:cs typeface="Arial" pitchFamily="34" charset="0"/>
              </a:rPr>
              <a:t> </a:t>
            </a:r>
            <a:r>
              <a:rPr lang="en-US" sz="2800" dirty="0" err="1">
                <a:latin typeface="Arial" pitchFamily="34" charset="0"/>
                <a:cs typeface="Arial" pitchFamily="34" charset="0"/>
              </a:rPr>
              <a:t>sinh</a:t>
            </a:r>
            <a:r>
              <a:rPr lang="en-US" sz="2800" dirty="0">
                <a:latin typeface="Arial" pitchFamily="34" charset="0"/>
                <a:cs typeface="Arial" pitchFamily="34" charset="0"/>
              </a:rPr>
              <a:t> </a:t>
            </a:r>
            <a:r>
              <a:rPr lang="en-US" sz="2800" dirty="0" err="1">
                <a:latin typeface="Arial" pitchFamily="34" charset="0"/>
                <a:cs typeface="Arial" pitchFamily="34" charset="0"/>
              </a:rPr>
              <a:t>nhỏ</a:t>
            </a:r>
            <a:r>
              <a:rPr lang="en-US" sz="2800" dirty="0">
                <a:latin typeface="Arial" pitchFamily="34" charset="0"/>
                <a:cs typeface="Arial" pitchFamily="34" charset="0"/>
              </a:rPr>
              <a:t> h</a:t>
            </a:r>
            <a:r>
              <a:rPr lang="vi-VN" sz="2800" dirty="0">
                <a:latin typeface="Arial" pitchFamily="34" charset="0"/>
                <a:cs typeface="Arial" pitchFamily="34" charset="0"/>
              </a:rPr>
              <a:t>ơ</a:t>
            </a:r>
            <a:r>
              <a:rPr lang="en-US" sz="2800" dirty="0">
                <a:latin typeface="Arial" pitchFamily="34" charset="0"/>
                <a:cs typeface="Arial" pitchFamily="34" charset="0"/>
              </a:rPr>
              <a:t>n ng</a:t>
            </a:r>
            <a:r>
              <a:rPr lang="vi-VN" sz="2800" dirty="0">
                <a:latin typeface="Arial" pitchFamily="34" charset="0"/>
                <a:cs typeface="Arial" pitchFamily="34" charset="0"/>
              </a:rPr>
              <a:t>ư</a:t>
            </a:r>
            <a:r>
              <a:rPr lang="en-US" sz="2800" dirty="0" err="1">
                <a:latin typeface="Arial" pitchFamily="34" charset="0"/>
                <a:cs typeface="Arial" pitchFamily="34" charset="0"/>
              </a:rPr>
              <a:t>ời</a:t>
            </a:r>
            <a:r>
              <a:rPr lang="en-US" sz="2800" dirty="0">
                <a:latin typeface="Arial" pitchFamily="34" charset="0"/>
                <a:cs typeface="Arial" pitchFamily="34" charset="0"/>
              </a:rPr>
              <a:t> </a:t>
            </a:r>
            <a:r>
              <a:rPr lang="en-US" sz="2800" dirty="0" err="1">
                <a:latin typeface="Arial" pitchFamily="34" charset="0"/>
                <a:cs typeface="Arial" pitchFamily="34" charset="0"/>
              </a:rPr>
              <a:t>lớn</a:t>
            </a:r>
            <a:r>
              <a:rPr lang="en-US" sz="2800" dirty="0">
                <a:latin typeface="Arial" pitchFamily="34" charset="0"/>
                <a:cs typeface="Arial" pitchFamily="34" charset="0"/>
              </a:rPr>
              <a:t> 25-30 </a:t>
            </a:r>
            <a:r>
              <a:rPr lang="en-US" sz="2800" dirty="0" err="1">
                <a:latin typeface="Arial" pitchFamily="34" charset="0"/>
                <a:cs typeface="Arial" pitchFamily="34" charset="0"/>
              </a:rPr>
              <a:t>lần</a:t>
            </a:r>
            <a:endParaRPr lang="en-US" sz="2800" dirty="0">
              <a:latin typeface="Arial" pitchFamily="34" charset="0"/>
              <a:cs typeface="Arial" pitchFamily="34" charset="0"/>
            </a:endParaRPr>
          </a:p>
          <a:p>
            <a:pPr marL="285750" indent="-285750">
              <a:lnSpc>
                <a:spcPct val="150000"/>
              </a:lnSpc>
              <a:buFontTx/>
              <a:buChar char="-"/>
            </a:pPr>
            <a:r>
              <a:rPr lang="en-US" sz="2800" dirty="0" err="1">
                <a:latin typeface="Arial" pitchFamily="34" charset="0"/>
                <a:cs typeface="Arial" pitchFamily="34" charset="0"/>
              </a:rPr>
              <a:t>Trọng</a:t>
            </a:r>
            <a:r>
              <a:rPr lang="en-US" sz="2800" dirty="0">
                <a:latin typeface="Arial" pitchFamily="34" charset="0"/>
                <a:cs typeface="Arial" pitchFamily="34" charset="0"/>
              </a:rPr>
              <a:t> l</a:t>
            </a:r>
            <a:r>
              <a:rPr lang="vi-VN" sz="2800" dirty="0">
                <a:latin typeface="Arial" pitchFamily="34" charset="0"/>
                <a:cs typeface="Arial" pitchFamily="34" charset="0"/>
              </a:rPr>
              <a:t>ư</a:t>
            </a:r>
            <a:r>
              <a:rPr lang="en-US" sz="2800" dirty="0" err="1">
                <a:latin typeface="Arial" pitchFamily="34" charset="0"/>
                <a:cs typeface="Arial" pitchFamily="34" charset="0"/>
              </a:rPr>
              <a:t>ợng</a:t>
            </a:r>
            <a:r>
              <a:rPr lang="en-US" sz="2800" dirty="0">
                <a:latin typeface="Arial" pitchFamily="34" charset="0"/>
                <a:cs typeface="Arial" pitchFamily="34" charset="0"/>
              </a:rPr>
              <a:t>:</a:t>
            </a:r>
          </a:p>
          <a:p>
            <a:pPr>
              <a:lnSpc>
                <a:spcPct val="150000"/>
              </a:lnSpc>
            </a:pPr>
            <a:r>
              <a:rPr lang="en-US" sz="2800" dirty="0">
                <a:latin typeface="Arial" pitchFamily="34" charset="0"/>
                <a:cs typeface="Arial" pitchFamily="34" charset="0"/>
              </a:rPr>
              <a:t>             </a:t>
            </a:r>
            <a:r>
              <a:rPr lang="en-US" sz="2800" dirty="0" err="1">
                <a:latin typeface="Arial" pitchFamily="34" charset="0"/>
                <a:cs typeface="Arial" pitchFamily="34" charset="0"/>
              </a:rPr>
              <a:t>Trẻ</a:t>
            </a:r>
            <a:r>
              <a:rPr lang="en-US" sz="2800" dirty="0">
                <a:latin typeface="Arial" pitchFamily="34" charset="0"/>
                <a:cs typeface="Arial" pitchFamily="34" charset="0"/>
              </a:rPr>
              <a:t> s</a:t>
            </a:r>
            <a:r>
              <a:rPr lang="vi-VN" sz="2800" dirty="0">
                <a:latin typeface="Arial" pitchFamily="34" charset="0"/>
                <a:cs typeface="Arial" pitchFamily="34" charset="0"/>
              </a:rPr>
              <a:t>ơ</a:t>
            </a:r>
            <a:r>
              <a:rPr lang="en-US" sz="2800" dirty="0">
                <a:latin typeface="Arial" pitchFamily="34" charset="0"/>
                <a:cs typeface="Arial" pitchFamily="34" charset="0"/>
              </a:rPr>
              <a:t> </a:t>
            </a:r>
            <a:r>
              <a:rPr lang="en-US" sz="2800" dirty="0" err="1">
                <a:latin typeface="Arial" pitchFamily="34" charset="0"/>
                <a:cs typeface="Arial" pitchFamily="34" charset="0"/>
              </a:rPr>
              <a:t>sinh</a:t>
            </a:r>
            <a:r>
              <a:rPr lang="en-US" sz="2800" dirty="0">
                <a:latin typeface="Arial" pitchFamily="34" charset="0"/>
                <a:cs typeface="Arial" pitchFamily="34" charset="0"/>
              </a:rPr>
              <a:t>: 20-40g</a:t>
            </a:r>
          </a:p>
          <a:p>
            <a:pPr>
              <a:lnSpc>
                <a:spcPct val="150000"/>
              </a:lnSpc>
            </a:pPr>
            <a:r>
              <a:rPr lang="en-US" sz="2800" dirty="0">
                <a:latin typeface="Arial" pitchFamily="34" charset="0"/>
                <a:cs typeface="Arial" pitchFamily="34" charset="0"/>
              </a:rPr>
              <a:t>             </a:t>
            </a:r>
            <a:r>
              <a:rPr lang="en-US" sz="2800" dirty="0" err="1">
                <a:latin typeface="Arial" pitchFamily="34" charset="0"/>
                <a:cs typeface="Arial" pitchFamily="34" charset="0"/>
              </a:rPr>
              <a:t>Trẻ</a:t>
            </a:r>
            <a:r>
              <a:rPr lang="en-US" sz="2800" dirty="0">
                <a:latin typeface="Arial" pitchFamily="34" charset="0"/>
                <a:cs typeface="Arial" pitchFamily="34" charset="0"/>
              </a:rPr>
              <a:t> 10 </a:t>
            </a:r>
            <a:r>
              <a:rPr lang="en-US" sz="2800" dirty="0" err="1">
                <a:latin typeface="Arial" pitchFamily="34" charset="0"/>
                <a:cs typeface="Arial" pitchFamily="34" charset="0"/>
              </a:rPr>
              <a:t>tuổi</a:t>
            </a:r>
            <a:r>
              <a:rPr lang="en-US" sz="2800" dirty="0">
                <a:latin typeface="Arial" pitchFamily="34" charset="0"/>
                <a:cs typeface="Arial" pitchFamily="34" charset="0"/>
              </a:rPr>
              <a:t>: 30-36g</a:t>
            </a:r>
          </a:p>
          <a:p>
            <a:pPr>
              <a:lnSpc>
                <a:spcPct val="150000"/>
              </a:lnSpc>
            </a:pPr>
            <a:r>
              <a:rPr lang="en-US" sz="2800" dirty="0">
                <a:latin typeface="Arial" pitchFamily="34" charset="0"/>
                <a:cs typeface="Arial" pitchFamily="34" charset="0"/>
              </a:rPr>
              <a:t>             </a:t>
            </a:r>
            <a:r>
              <a:rPr lang="en-US" sz="2800" dirty="0" err="1">
                <a:latin typeface="Arial" pitchFamily="34" charset="0"/>
                <a:cs typeface="Arial" pitchFamily="34" charset="0"/>
              </a:rPr>
              <a:t>Trẻ</a:t>
            </a:r>
            <a:r>
              <a:rPr lang="en-US" sz="2800" dirty="0">
                <a:latin typeface="Arial" pitchFamily="34" charset="0"/>
                <a:cs typeface="Arial" pitchFamily="34" charset="0"/>
              </a:rPr>
              <a:t> 15 </a:t>
            </a:r>
            <a:r>
              <a:rPr lang="en-US" sz="2800" dirty="0" err="1">
                <a:latin typeface="Arial" pitchFamily="34" charset="0"/>
                <a:cs typeface="Arial" pitchFamily="34" charset="0"/>
              </a:rPr>
              <a:t>tuổi</a:t>
            </a:r>
            <a:r>
              <a:rPr lang="en-US" sz="2800" dirty="0">
                <a:latin typeface="Arial" pitchFamily="34" charset="0"/>
                <a:cs typeface="Arial" pitchFamily="34" charset="0"/>
              </a:rPr>
              <a:t>: 50g</a:t>
            </a:r>
          </a:p>
          <a:p>
            <a:pPr marL="285750" indent="-285750">
              <a:buFontTx/>
              <a:buChar char="-"/>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063745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46D3699-35A0-4928-81D4-8CCB371E5DE0}"/>
              </a:ext>
            </a:extLst>
          </p:cNvPr>
          <p:cNvSpPr>
            <a:spLocks noGrp="1"/>
          </p:cNvSpPr>
          <p:nvPr>
            <p:ph type="title"/>
          </p:nvPr>
        </p:nvSpPr>
        <p:spPr>
          <a:xfrm>
            <a:off x="677335" y="-685800"/>
            <a:ext cx="8596668" cy="2479676"/>
          </a:xfrm>
        </p:spPr>
        <p:txBody>
          <a:bodyPr>
            <a:normAutofit/>
          </a:bodyPr>
          <a:lstStyle/>
          <a:p>
            <a:r>
              <a:rPr lang="en-US" sz="3600" dirty="0" smtClean="0">
                <a:latin typeface="Arial" pitchFamily="34" charset="0"/>
                <a:cs typeface="Arial" pitchFamily="34" charset="0"/>
              </a:rPr>
              <a:t>*</a:t>
            </a:r>
            <a:r>
              <a:rPr lang="en-US" sz="3600" dirty="0" err="1" smtClean="0">
                <a:latin typeface="Arial" pitchFamily="34" charset="0"/>
                <a:cs typeface="Arial" pitchFamily="34" charset="0"/>
              </a:rPr>
              <a:t>Chức</a:t>
            </a:r>
            <a:r>
              <a:rPr lang="en-US" sz="3600" dirty="0" smtClean="0">
                <a:latin typeface="Arial" pitchFamily="34" charset="0"/>
                <a:cs typeface="Arial" pitchFamily="34" charset="0"/>
              </a:rPr>
              <a:t> </a:t>
            </a:r>
            <a:r>
              <a:rPr lang="en-US" sz="3600" dirty="0" err="1">
                <a:latin typeface="Arial" pitchFamily="34" charset="0"/>
                <a:cs typeface="Arial" pitchFamily="34" charset="0"/>
              </a:rPr>
              <a:t>năng</a:t>
            </a:r>
            <a:r>
              <a:rPr lang="en-US" sz="3600" dirty="0">
                <a:latin typeface="Arial" pitchFamily="34" charset="0"/>
                <a:cs typeface="Arial" pitchFamily="34" charset="0"/>
              </a:rPr>
              <a:t> </a:t>
            </a:r>
            <a:r>
              <a:rPr lang="en-US" sz="3600" dirty="0" err="1">
                <a:latin typeface="Arial" pitchFamily="34" charset="0"/>
                <a:cs typeface="Arial" pitchFamily="34" charset="0"/>
              </a:rPr>
              <a:t>tụy</a:t>
            </a:r>
            <a:r>
              <a:rPr lang="en-US" sz="3600" dirty="0">
                <a:latin typeface="Arial" pitchFamily="34" charset="0"/>
                <a:cs typeface="Arial" pitchFamily="34" charset="0"/>
              </a:rPr>
              <a:t> </a:t>
            </a:r>
            <a:r>
              <a:rPr lang="en-US" sz="3600" dirty="0" err="1">
                <a:latin typeface="Arial" pitchFamily="34" charset="0"/>
                <a:cs typeface="Arial" pitchFamily="34" charset="0"/>
              </a:rPr>
              <a:t>tạng</a:t>
            </a:r>
            <a:endParaRPr lang="en-US" sz="3600" dirty="0">
              <a:latin typeface="Arial" pitchFamily="34" charset="0"/>
              <a:cs typeface="Arial" pitchFamily="34" charset="0"/>
            </a:endParaRPr>
          </a:p>
        </p:txBody>
      </p:sp>
      <p:sp>
        <p:nvSpPr>
          <p:cNvPr id="3" name="Chỗ dành sẵn cho Văn bản 2">
            <a:extLst>
              <a:ext uri="{FF2B5EF4-FFF2-40B4-BE49-F238E27FC236}">
                <a16:creationId xmlns:a16="http://schemas.microsoft.com/office/drawing/2014/main" id="{5F3AE61A-9189-48AB-9C3C-68AC5306E90D}"/>
              </a:ext>
            </a:extLst>
          </p:cNvPr>
          <p:cNvSpPr>
            <a:spLocks noGrp="1"/>
          </p:cNvSpPr>
          <p:nvPr>
            <p:ph type="body" idx="1"/>
          </p:nvPr>
        </p:nvSpPr>
        <p:spPr>
          <a:xfrm>
            <a:off x="677335" y="739588"/>
            <a:ext cx="9434853" cy="6118412"/>
          </a:xfrm>
        </p:spPr>
        <p:txBody>
          <a:bodyPr>
            <a:noAutofit/>
          </a:bodyPr>
          <a:lstStyle/>
          <a:p>
            <a:r>
              <a:rPr lang="en-US" sz="2800" dirty="0" err="1">
                <a:latin typeface="Arial" pitchFamily="34" charset="0"/>
                <a:cs typeface="Arial" pitchFamily="34" charset="0"/>
              </a:rPr>
              <a:t>Chức</a:t>
            </a:r>
            <a:r>
              <a:rPr lang="en-US" sz="2800" dirty="0">
                <a:latin typeface="Arial" pitchFamily="34" charset="0"/>
                <a:cs typeface="Arial" pitchFamily="34" charset="0"/>
              </a:rPr>
              <a:t> </a:t>
            </a:r>
            <a:r>
              <a:rPr lang="en-US" sz="2800" dirty="0" err="1">
                <a:latin typeface="Arial" pitchFamily="34" charset="0"/>
                <a:cs typeface="Arial" pitchFamily="34" charset="0"/>
              </a:rPr>
              <a:t>năng</a:t>
            </a:r>
            <a:r>
              <a:rPr lang="en-US" sz="2800" dirty="0">
                <a:latin typeface="Arial" pitchFamily="34" charset="0"/>
                <a:cs typeface="Arial" pitchFamily="34" charset="0"/>
              </a:rPr>
              <a:t> </a:t>
            </a:r>
            <a:r>
              <a:rPr lang="en-US" sz="2800" dirty="0" err="1">
                <a:latin typeface="Arial" pitchFamily="34" charset="0"/>
                <a:cs typeface="Arial" pitchFamily="34" charset="0"/>
              </a:rPr>
              <a:t>tiêu</a:t>
            </a:r>
            <a:r>
              <a:rPr lang="en-US" sz="2800" dirty="0">
                <a:latin typeface="Arial" pitchFamily="34" charset="0"/>
                <a:cs typeface="Arial" pitchFamily="34" charset="0"/>
              </a:rPr>
              <a:t> </a:t>
            </a:r>
            <a:r>
              <a:rPr lang="en-US" sz="2800" dirty="0" err="1">
                <a:latin typeface="Arial" pitchFamily="34" charset="0"/>
                <a:cs typeface="Arial" pitchFamily="34" charset="0"/>
              </a:rPr>
              <a:t>hóa</a:t>
            </a:r>
            <a:r>
              <a:rPr lang="en-US" sz="2800" dirty="0">
                <a:latin typeface="Arial" pitchFamily="34" charset="0"/>
                <a:cs typeface="Arial" pitchFamily="34" charset="0"/>
              </a:rPr>
              <a:t> </a:t>
            </a:r>
            <a:r>
              <a:rPr lang="en-US" sz="2800" dirty="0" err="1">
                <a:latin typeface="Arial" pitchFamily="34" charset="0"/>
                <a:cs typeface="Arial" pitchFamily="34" charset="0"/>
              </a:rPr>
              <a:t>của</a:t>
            </a:r>
            <a:r>
              <a:rPr lang="en-US" sz="2800" dirty="0">
                <a:latin typeface="Arial" pitchFamily="34" charset="0"/>
                <a:cs typeface="Arial" pitchFamily="34" charset="0"/>
              </a:rPr>
              <a:t> </a:t>
            </a:r>
            <a:r>
              <a:rPr lang="en-US" sz="2800" dirty="0" err="1">
                <a:latin typeface="Arial" pitchFamily="34" charset="0"/>
                <a:cs typeface="Arial" pitchFamily="34" charset="0"/>
              </a:rPr>
              <a:t>dịch</a:t>
            </a:r>
            <a:r>
              <a:rPr lang="en-US" sz="2800" dirty="0">
                <a:latin typeface="Arial" pitchFamily="34" charset="0"/>
                <a:cs typeface="Arial" pitchFamily="34" charset="0"/>
              </a:rPr>
              <a:t> </a:t>
            </a:r>
            <a:r>
              <a:rPr lang="en-US" sz="2800" dirty="0" err="1">
                <a:latin typeface="Arial" pitchFamily="34" charset="0"/>
                <a:cs typeface="Arial" pitchFamily="34" charset="0"/>
              </a:rPr>
              <a:t>tụy</a:t>
            </a:r>
            <a:r>
              <a:rPr lang="en-US" sz="2800" dirty="0">
                <a:latin typeface="Arial" pitchFamily="34" charset="0"/>
                <a:cs typeface="Arial" pitchFamily="34" charset="0"/>
              </a:rPr>
              <a:t> </a:t>
            </a:r>
            <a:r>
              <a:rPr lang="en-US" sz="2800" dirty="0" err="1">
                <a:latin typeface="Arial" pitchFamily="34" charset="0"/>
                <a:cs typeface="Arial" pitchFamily="34" charset="0"/>
              </a:rPr>
              <a:t>ch</a:t>
            </a:r>
            <a:r>
              <a:rPr lang="vi-VN" sz="2800" dirty="0">
                <a:latin typeface="Arial" pitchFamily="34" charset="0"/>
                <a:cs typeface="Arial" pitchFamily="34" charset="0"/>
              </a:rPr>
              <a:t>ư</a:t>
            </a:r>
            <a:r>
              <a:rPr lang="en-US" sz="2800" dirty="0">
                <a:latin typeface="Arial" pitchFamily="34" charset="0"/>
                <a:cs typeface="Arial" pitchFamily="34" charset="0"/>
              </a:rPr>
              <a:t>a </a:t>
            </a:r>
            <a:r>
              <a:rPr lang="en-US" sz="2800" dirty="0" err="1">
                <a:latin typeface="Arial" pitchFamily="34" charset="0"/>
                <a:cs typeface="Arial" pitchFamily="34" charset="0"/>
              </a:rPr>
              <a:t>hoàn</a:t>
            </a:r>
            <a:r>
              <a:rPr lang="en-US" sz="2800" dirty="0">
                <a:latin typeface="Arial" pitchFamily="34" charset="0"/>
                <a:cs typeface="Arial" pitchFamily="34" charset="0"/>
              </a:rPr>
              <a:t> </a:t>
            </a:r>
            <a:r>
              <a:rPr lang="en-US" sz="2800" dirty="0" err="1">
                <a:latin typeface="Arial" pitchFamily="34" charset="0"/>
                <a:cs typeface="Arial" pitchFamily="34" charset="0"/>
              </a:rPr>
              <a:t>thiện</a:t>
            </a:r>
            <a:r>
              <a:rPr lang="en-US" sz="2800" dirty="0">
                <a:latin typeface="Arial" pitchFamily="34" charset="0"/>
                <a:cs typeface="Arial" pitchFamily="34" charset="0"/>
              </a:rPr>
              <a:t> </a:t>
            </a:r>
            <a:r>
              <a:rPr lang="en-US" sz="2800" dirty="0" err="1">
                <a:latin typeface="Arial" pitchFamily="34" charset="0"/>
                <a:cs typeface="Arial" pitchFamily="34" charset="0"/>
              </a:rPr>
              <a:t>trong</a:t>
            </a:r>
            <a:r>
              <a:rPr lang="en-US" sz="2800" dirty="0">
                <a:latin typeface="Arial" pitchFamily="34" charset="0"/>
                <a:cs typeface="Arial" pitchFamily="34" charset="0"/>
              </a:rPr>
              <a:t> 6 </a:t>
            </a:r>
            <a:r>
              <a:rPr lang="en-US" sz="2800" dirty="0" err="1">
                <a:latin typeface="Arial" pitchFamily="34" charset="0"/>
                <a:cs typeface="Arial" pitchFamily="34" charset="0"/>
              </a:rPr>
              <a:t>tháng</a:t>
            </a:r>
            <a:r>
              <a:rPr lang="en-US" sz="2800" dirty="0">
                <a:latin typeface="Arial" pitchFamily="34" charset="0"/>
                <a:cs typeface="Arial" pitchFamily="34" charset="0"/>
              </a:rPr>
              <a:t> </a:t>
            </a:r>
            <a:r>
              <a:rPr lang="en-US" sz="2800" dirty="0" err="1">
                <a:latin typeface="Arial" pitchFamily="34" charset="0"/>
                <a:cs typeface="Arial" pitchFamily="34" charset="0"/>
              </a:rPr>
              <a:t>đầu</a:t>
            </a:r>
            <a:r>
              <a:rPr lang="en-US" sz="2800" dirty="0">
                <a:latin typeface="Arial" pitchFamily="34" charset="0"/>
                <a:cs typeface="Arial" pitchFamily="34" charset="0"/>
              </a:rPr>
              <a:t> </a:t>
            </a:r>
            <a:r>
              <a:rPr lang="en-US" sz="2800" dirty="0" err="1">
                <a:latin typeface="Arial" pitchFamily="34" charset="0"/>
                <a:cs typeface="Arial" pitchFamily="34" charset="0"/>
              </a:rPr>
              <a:t>tiên</a:t>
            </a:r>
            <a:r>
              <a:rPr lang="en-US" sz="2800" dirty="0">
                <a:latin typeface="Arial" pitchFamily="34" charset="0"/>
                <a:cs typeface="Arial" pitchFamily="34" charset="0"/>
              </a:rPr>
              <a:t>:</a:t>
            </a:r>
          </a:p>
          <a:p>
            <a:pPr marL="285750" indent="-285750">
              <a:buFontTx/>
              <a:buChar char="-"/>
            </a:pPr>
            <a:r>
              <a:rPr lang="en-US" sz="2800" dirty="0" err="1">
                <a:latin typeface="Arial" pitchFamily="34" charset="0"/>
                <a:cs typeface="Arial" pitchFamily="34" charset="0"/>
              </a:rPr>
              <a:t>Hoạt</a:t>
            </a:r>
            <a:r>
              <a:rPr lang="en-US" sz="2800" dirty="0">
                <a:latin typeface="Arial" pitchFamily="34" charset="0"/>
                <a:cs typeface="Arial" pitchFamily="34" charset="0"/>
              </a:rPr>
              <a:t> </a:t>
            </a:r>
            <a:r>
              <a:rPr lang="en-US" sz="2800" dirty="0" err="1">
                <a:latin typeface="Arial" pitchFamily="34" charset="0"/>
                <a:cs typeface="Arial" pitchFamily="34" charset="0"/>
              </a:rPr>
              <a:t>động</a:t>
            </a:r>
            <a:r>
              <a:rPr lang="en-US" sz="2800" dirty="0">
                <a:latin typeface="Arial" pitchFamily="34" charset="0"/>
                <a:cs typeface="Arial" pitchFamily="34" charset="0"/>
              </a:rPr>
              <a:t> </a:t>
            </a:r>
            <a:r>
              <a:rPr lang="en-US" sz="2800" dirty="0" err="1">
                <a:latin typeface="Arial" pitchFamily="34" charset="0"/>
                <a:cs typeface="Arial" pitchFamily="34" charset="0"/>
              </a:rPr>
              <a:t>của</a:t>
            </a:r>
            <a:r>
              <a:rPr lang="en-US" sz="2800" dirty="0">
                <a:latin typeface="Arial" pitchFamily="34" charset="0"/>
                <a:cs typeface="Arial" pitchFamily="34" charset="0"/>
              </a:rPr>
              <a:t> </a:t>
            </a:r>
            <a:r>
              <a:rPr lang="en-US" sz="2800" dirty="0" err="1">
                <a:latin typeface="Arial" pitchFamily="34" charset="0"/>
                <a:cs typeface="Arial" pitchFamily="34" charset="0"/>
              </a:rPr>
              <a:t>enzym</a:t>
            </a:r>
            <a:r>
              <a:rPr lang="en-US" sz="2800" dirty="0">
                <a:latin typeface="Arial" pitchFamily="34" charset="0"/>
                <a:cs typeface="Arial" pitchFamily="34" charset="0"/>
              </a:rPr>
              <a:t> amylase </a:t>
            </a:r>
            <a:r>
              <a:rPr lang="en-US" sz="2800" dirty="0" err="1">
                <a:latin typeface="Arial" pitchFamily="34" charset="0"/>
                <a:cs typeface="Arial" pitchFamily="34" charset="0"/>
              </a:rPr>
              <a:t>tụy</a:t>
            </a:r>
            <a:r>
              <a:rPr lang="en-US" sz="2800" dirty="0">
                <a:latin typeface="Arial" pitchFamily="34" charset="0"/>
                <a:cs typeface="Arial" pitchFamily="34" charset="0"/>
              </a:rPr>
              <a:t> </a:t>
            </a:r>
            <a:r>
              <a:rPr lang="en-US" sz="2800" dirty="0" err="1">
                <a:latin typeface="Arial" pitchFamily="34" charset="0"/>
                <a:cs typeface="Arial" pitchFamily="34" charset="0"/>
              </a:rPr>
              <a:t>hầu</a:t>
            </a:r>
            <a:r>
              <a:rPr lang="en-US" sz="2800" dirty="0">
                <a:latin typeface="Arial" pitchFamily="34" charset="0"/>
                <a:cs typeface="Arial" pitchFamily="34" charset="0"/>
              </a:rPr>
              <a:t> </a:t>
            </a:r>
            <a:r>
              <a:rPr lang="en-US" sz="2800" dirty="0" err="1">
                <a:latin typeface="Arial" pitchFamily="34" charset="0"/>
                <a:cs typeface="Arial" pitchFamily="34" charset="0"/>
              </a:rPr>
              <a:t>nh</a:t>
            </a:r>
            <a:r>
              <a:rPr lang="vi-VN" sz="2800" dirty="0">
                <a:latin typeface="Arial" pitchFamily="34" charset="0"/>
                <a:cs typeface="Arial" pitchFamily="34" charset="0"/>
              </a:rPr>
              <a:t>ư</a:t>
            </a:r>
            <a:r>
              <a:rPr lang="en-US" sz="2800" dirty="0">
                <a:latin typeface="Arial" pitchFamily="34" charset="0"/>
                <a:cs typeface="Arial" pitchFamily="34" charset="0"/>
              </a:rPr>
              <a:t> </a:t>
            </a:r>
            <a:r>
              <a:rPr lang="en-US" sz="2800" dirty="0" err="1">
                <a:latin typeface="Arial" pitchFamily="34" charset="0"/>
                <a:cs typeface="Arial" pitchFamily="34" charset="0"/>
              </a:rPr>
              <a:t>không</a:t>
            </a:r>
            <a:r>
              <a:rPr lang="en-US" sz="2800" dirty="0">
                <a:latin typeface="Arial" pitchFamily="34" charset="0"/>
                <a:cs typeface="Arial" pitchFamily="34" charset="0"/>
              </a:rPr>
              <a:t> </a:t>
            </a:r>
            <a:r>
              <a:rPr lang="en-US" sz="2800" dirty="0" err="1">
                <a:latin typeface="Arial" pitchFamily="34" charset="0"/>
                <a:cs typeface="Arial" pitchFamily="34" charset="0"/>
              </a:rPr>
              <a:t>có</a:t>
            </a:r>
            <a:r>
              <a:rPr lang="en-US" sz="2800" dirty="0">
                <a:latin typeface="Arial" pitchFamily="34" charset="0"/>
                <a:cs typeface="Arial" pitchFamily="34" charset="0"/>
              </a:rPr>
              <a:t> </a:t>
            </a:r>
            <a:r>
              <a:rPr lang="en-US" sz="2800" dirty="0" err="1">
                <a:latin typeface="Arial" pitchFamily="34" charset="0"/>
                <a:cs typeface="Arial" pitchFamily="34" charset="0"/>
              </a:rPr>
              <a:t>lúc</a:t>
            </a:r>
            <a:r>
              <a:rPr lang="en-US" sz="2800" dirty="0">
                <a:latin typeface="Arial" pitchFamily="34" charset="0"/>
                <a:cs typeface="Arial" pitchFamily="34" charset="0"/>
              </a:rPr>
              <a:t> s</a:t>
            </a:r>
            <a:r>
              <a:rPr lang="vi-VN" sz="2800" dirty="0">
                <a:latin typeface="Arial" pitchFamily="34" charset="0"/>
                <a:cs typeface="Arial" pitchFamily="34" charset="0"/>
              </a:rPr>
              <a:t>ơ</a:t>
            </a:r>
            <a:r>
              <a:rPr lang="en-US" sz="2800" dirty="0">
                <a:latin typeface="Arial" pitchFamily="34" charset="0"/>
                <a:cs typeface="Arial" pitchFamily="34" charset="0"/>
              </a:rPr>
              <a:t> </a:t>
            </a:r>
            <a:r>
              <a:rPr lang="en-US" sz="2800" dirty="0" err="1">
                <a:latin typeface="Arial" pitchFamily="34" charset="0"/>
                <a:cs typeface="Arial" pitchFamily="34" charset="0"/>
              </a:rPr>
              <a:t>sinh</a:t>
            </a:r>
            <a:r>
              <a:rPr lang="en-US" sz="2800" dirty="0">
                <a:latin typeface="Arial" pitchFamily="34" charset="0"/>
                <a:cs typeface="Arial" pitchFamily="34" charset="0"/>
              </a:rPr>
              <a:t>, </a:t>
            </a:r>
            <a:r>
              <a:rPr lang="en-US" sz="2800" dirty="0" err="1">
                <a:latin typeface="Arial" pitchFamily="34" charset="0"/>
                <a:cs typeface="Arial" pitchFamily="34" charset="0"/>
              </a:rPr>
              <a:t>sau</a:t>
            </a:r>
            <a:r>
              <a:rPr lang="en-US" sz="2800" dirty="0">
                <a:latin typeface="Arial" pitchFamily="34" charset="0"/>
                <a:cs typeface="Arial" pitchFamily="34" charset="0"/>
              </a:rPr>
              <a:t> 3 </a:t>
            </a:r>
            <a:r>
              <a:rPr lang="en-US" sz="2800" dirty="0" err="1">
                <a:latin typeface="Arial" pitchFamily="34" charset="0"/>
                <a:cs typeface="Arial" pitchFamily="34" charset="0"/>
              </a:rPr>
              <a:t>tuổi</a:t>
            </a:r>
            <a:r>
              <a:rPr lang="en-US" sz="2800" dirty="0">
                <a:latin typeface="Arial" pitchFamily="34" charset="0"/>
                <a:cs typeface="Arial" pitchFamily="34" charset="0"/>
              </a:rPr>
              <a:t> </a:t>
            </a:r>
            <a:r>
              <a:rPr lang="en-US" sz="2800" dirty="0" err="1">
                <a:latin typeface="Arial" pitchFamily="34" charset="0"/>
                <a:cs typeface="Arial" pitchFamily="34" charset="0"/>
              </a:rPr>
              <a:t>bài</a:t>
            </a:r>
            <a:r>
              <a:rPr lang="en-US" sz="2800" dirty="0">
                <a:latin typeface="Arial" pitchFamily="34" charset="0"/>
                <a:cs typeface="Arial" pitchFamily="34" charset="0"/>
              </a:rPr>
              <a:t> </a:t>
            </a:r>
            <a:r>
              <a:rPr lang="en-US" sz="2800" dirty="0" err="1">
                <a:latin typeface="Arial" pitchFamily="34" charset="0"/>
                <a:cs typeface="Arial" pitchFamily="34" charset="0"/>
              </a:rPr>
              <a:t>tiết</a:t>
            </a:r>
            <a:r>
              <a:rPr lang="en-US" sz="2800" dirty="0">
                <a:latin typeface="Arial" pitchFamily="34" charset="0"/>
                <a:cs typeface="Arial" pitchFamily="34" charset="0"/>
              </a:rPr>
              <a:t> amylase </a:t>
            </a:r>
            <a:r>
              <a:rPr lang="en-US" sz="2800" dirty="0" err="1">
                <a:latin typeface="Arial" pitchFamily="34" charset="0"/>
                <a:cs typeface="Arial" pitchFamily="34" charset="0"/>
              </a:rPr>
              <a:t>mới</a:t>
            </a:r>
            <a:r>
              <a:rPr lang="en-US" sz="2800" dirty="0">
                <a:latin typeface="Arial" pitchFamily="34" charset="0"/>
                <a:cs typeface="Arial" pitchFamily="34" charset="0"/>
              </a:rPr>
              <a:t> </a:t>
            </a:r>
            <a:r>
              <a:rPr lang="en-US" sz="2800" dirty="0" err="1">
                <a:latin typeface="Arial" pitchFamily="34" charset="0"/>
                <a:cs typeface="Arial" pitchFamily="34" charset="0"/>
              </a:rPr>
              <a:t>đạt</a:t>
            </a:r>
            <a:r>
              <a:rPr lang="en-US" sz="2800" dirty="0">
                <a:latin typeface="Arial" pitchFamily="34" charset="0"/>
                <a:cs typeface="Arial" pitchFamily="34" charset="0"/>
              </a:rPr>
              <a:t> </a:t>
            </a:r>
            <a:r>
              <a:rPr lang="en-US" sz="2800" dirty="0" err="1">
                <a:latin typeface="Arial" pitchFamily="34" charset="0"/>
                <a:cs typeface="Arial" pitchFamily="34" charset="0"/>
              </a:rPr>
              <a:t>nồng</a:t>
            </a:r>
            <a:r>
              <a:rPr lang="en-US" sz="2800" dirty="0">
                <a:latin typeface="Arial" pitchFamily="34" charset="0"/>
                <a:cs typeface="Arial" pitchFamily="34" charset="0"/>
              </a:rPr>
              <a:t> </a:t>
            </a:r>
            <a:r>
              <a:rPr lang="en-US" sz="2800" dirty="0" err="1">
                <a:latin typeface="Arial" pitchFamily="34" charset="0"/>
                <a:cs typeface="Arial" pitchFamily="34" charset="0"/>
              </a:rPr>
              <a:t>độ</a:t>
            </a:r>
            <a:r>
              <a:rPr lang="en-US" sz="2800" dirty="0">
                <a:latin typeface="Arial" pitchFamily="34" charset="0"/>
                <a:cs typeface="Arial" pitchFamily="34" charset="0"/>
              </a:rPr>
              <a:t> </a:t>
            </a:r>
            <a:r>
              <a:rPr lang="en-US" sz="2800" dirty="0" err="1">
                <a:latin typeface="Arial" pitchFamily="34" charset="0"/>
                <a:cs typeface="Arial" pitchFamily="34" charset="0"/>
              </a:rPr>
              <a:t>nh</a:t>
            </a:r>
            <a:r>
              <a:rPr lang="vi-VN" sz="2800" dirty="0">
                <a:latin typeface="Arial" pitchFamily="34" charset="0"/>
                <a:cs typeface="Arial" pitchFamily="34" charset="0"/>
              </a:rPr>
              <a:t>ư</a:t>
            </a:r>
            <a:r>
              <a:rPr lang="en-US" sz="2800" dirty="0">
                <a:latin typeface="Arial" pitchFamily="34" charset="0"/>
                <a:cs typeface="Arial" pitchFamily="34" charset="0"/>
              </a:rPr>
              <a:t> ở ng</a:t>
            </a:r>
            <a:r>
              <a:rPr lang="vi-VN" sz="2800" dirty="0">
                <a:latin typeface="Arial" pitchFamily="34" charset="0"/>
                <a:cs typeface="Arial" pitchFamily="34" charset="0"/>
              </a:rPr>
              <a:t>ư</a:t>
            </a:r>
            <a:r>
              <a:rPr lang="en-US" sz="2800" dirty="0" err="1">
                <a:latin typeface="Arial" pitchFamily="34" charset="0"/>
                <a:cs typeface="Arial" pitchFamily="34" charset="0"/>
              </a:rPr>
              <a:t>ời</a:t>
            </a:r>
            <a:r>
              <a:rPr lang="en-US" sz="2800" dirty="0">
                <a:latin typeface="Arial" pitchFamily="34" charset="0"/>
                <a:cs typeface="Arial" pitchFamily="34" charset="0"/>
              </a:rPr>
              <a:t> </a:t>
            </a:r>
            <a:r>
              <a:rPr lang="en-US" sz="2800" dirty="0" err="1">
                <a:latin typeface="Arial" pitchFamily="34" charset="0"/>
                <a:cs typeface="Arial" pitchFamily="34" charset="0"/>
              </a:rPr>
              <a:t>trưởng</a:t>
            </a:r>
            <a:r>
              <a:rPr lang="en-US" sz="2800" dirty="0">
                <a:latin typeface="Arial" pitchFamily="34" charset="0"/>
                <a:cs typeface="Arial" pitchFamily="34" charset="0"/>
              </a:rPr>
              <a:t> </a:t>
            </a:r>
            <a:r>
              <a:rPr lang="en-US" sz="2800" dirty="0" err="1">
                <a:latin typeface="Arial" pitchFamily="34" charset="0"/>
                <a:cs typeface="Arial" pitchFamily="34" charset="0"/>
              </a:rPr>
              <a:t>thành</a:t>
            </a:r>
            <a:endParaRPr lang="en-US" sz="2800" dirty="0">
              <a:latin typeface="Arial" pitchFamily="34" charset="0"/>
              <a:cs typeface="Arial" pitchFamily="34" charset="0"/>
            </a:endParaRPr>
          </a:p>
          <a:p>
            <a:pPr marL="285750" indent="-285750">
              <a:buFontTx/>
              <a:buChar char="-"/>
            </a:pPr>
            <a:r>
              <a:rPr lang="en-US" sz="2800" dirty="0" err="1">
                <a:latin typeface="Arial" pitchFamily="34" charset="0"/>
                <a:cs typeface="Arial" pitchFamily="34" charset="0"/>
              </a:rPr>
              <a:t>Enzym</a:t>
            </a:r>
            <a:r>
              <a:rPr lang="en-US" sz="2800" dirty="0">
                <a:latin typeface="Arial" pitchFamily="34" charset="0"/>
                <a:cs typeface="Arial" pitchFamily="34" charset="0"/>
              </a:rPr>
              <a:t> Lipase </a:t>
            </a:r>
            <a:r>
              <a:rPr lang="en-US" sz="2800" dirty="0" err="1">
                <a:latin typeface="Arial" pitchFamily="34" charset="0"/>
                <a:cs typeface="Arial" pitchFamily="34" charset="0"/>
              </a:rPr>
              <a:t>đã</a:t>
            </a:r>
            <a:r>
              <a:rPr lang="en-US" sz="2800" dirty="0">
                <a:latin typeface="Arial" pitchFamily="34" charset="0"/>
                <a:cs typeface="Arial" pitchFamily="34" charset="0"/>
              </a:rPr>
              <a:t> </a:t>
            </a:r>
            <a:r>
              <a:rPr lang="en-US" sz="2800" dirty="0" err="1">
                <a:latin typeface="Arial" pitchFamily="34" charset="0"/>
                <a:cs typeface="Arial" pitchFamily="34" charset="0"/>
              </a:rPr>
              <a:t>có</a:t>
            </a:r>
            <a:r>
              <a:rPr lang="en-US" sz="2800" dirty="0">
                <a:latin typeface="Arial" pitchFamily="34" charset="0"/>
                <a:cs typeface="Arial" pitchFamily="34" charset="0"/>
              </a:rPr>
              <a:t> ở </a:t>
            </a:r>
            <a:r>
              <a:rPr lang="en-US" sz="2800" dirty="0" err="1">
                <a:latin typeface="Arial" pitchFamily="34" charset="0"/>
                <a:cs typeface="Arial" pitchFamily="34" charset="0"/>
              </a:rPr>
              <a:t>những</a:t>
            </a:r>
            <a:r>
              <a:rPr lang="en-US" sz="2800" dirty="0">
                <a:latin typeface="Arial" pitchFamily="34" charset="0"/>
                <a:cs typeface="Arial" pitchFamily="34" charset="0"/>
              </a:rPr>
              <a:t> </a:t>
            </a:r>
            <a:r>
              <a:rPr lang="en-US" sz="2800" dirty="0" err="1">
                <a:latin typeface="Arial" pitchFamily="34" charset="0"/>
                <a:cs typeface="Arial" pitchFamily="34" charset="0"/>
              </a:rPr>
              <a:t>ngày</a:t>
            </a:r>
            <a:r>
              <a:rPr lang="en-US" sz="2800" dirty="0">
                <a:latin typeface="Arial" pitchFamily="34" charset="0"/>
                <a:cs typeface="Arial" pitchFamily="34" charset="0"/>
              </a:rPr>
              <a:t> </a:t>
            </a:r>
            <a:r>
              <a:rPr lang="en-US" sz="2800" dirty="0" err="1">
                <a:latin typeface="Arial" pitchFamily="34" charset="0"/>
                <a:cs typeface="Arial" pitchFamily="34" charset="0"/>
              </a:rPr>
              <a:t>đầu</a:t>
            </a:r>
            <a:r>
              <a:rPr lang="en-US" sz="2800" dirty="0">
                <a:latin typeface="Arial" pitchFamily="34" charset="0"/>
                <a:cs typeface="Arial" pitchFamily="34" charset="0"/>
              </a:rPr>
              <a:t> </a:t>
            </a:r>
            <a:r>
              <a:rPr lang="en-US" sz="2800" dirty="0" err="1">
                <a:latin typeface="Arial" pitchFamily="34" charset="0"/>
                <a:cs typeface="Arial" pitchFamily="34" charset="0"/>
              </a:rPr>
              <a:t>nh</a:t>
            </a:r>
            <a:r>
              <a:rPr lang="vi-VN" sz="2800" dirty="0">
                <a:latin typeface="Arial" pitchFamily="34" charset="0"/>
                <a:cs typeface="Arial" pitchFamily="34" charset="0"/>
              </a:rPr>
              <a:t>ư</a:t>
            </a:r>
            <a:r>
              <a:rPr lang="en-US" sz="2800" dirty="0">
                <a:latin typeface="Arial" pitchFamily="34" charset="0"/>
                <a:cs typeface="Arial" pitchFamily="34" charset="0"/>
              </a:rPr>
              <a:t>ng </a:t>
            </a:r>
            <a:r>
              <a:rPr lang="en-US" sz="2800" dirty="0" err="1">
                <a:latin typeface="Arial" pitchFamily="34" charset="0"/>
                <a:cs typeface="Arial" pitchFamily="34" charset="0"/>
              </a:rPr>
              <a:t>số</a:t>
            </a:r>
            <a:r>
              <a:rPr lang="en-US" sz="2800" dirty="0">
                <a:latin typeface="Arial" pitchFamily="34" charset="0"/>
                <a:cs typeface="Arial" pitchFamily="34" charset="0"/>
              </a:rPr>
              <a:t> l</a:t>
            </a:r>
            <a:r>
              <a:rPr lang="vi-VN" sz="2800" dirty="0">
                <a:latin typeface="Arial" pitchFamily="34" charset="0"/>
                <a:cs typeface="Arial" pitchFamily="34" charset="0"/>
              </a:rPr>
              <a:t>ư</a:t>
            </a:r>
            <a:r>
              <a:rPr lang="en-US" sz="2800" dirty="0" err="1">
                <a:latin typeface="Arial" pitchFamily="34" charset="0"/>
                <a:cs typeface="Arial" pitchFamily="34" charset="0"/>
              </a:rPr>
              <a:t>ợng</a:t>
            </a:r>
            <a:r>
              <a:rPr lang="en-US" sz="2800" dirty="0">
                <a:latin typeface="Arial" pitchFamily="34" charset="0"/>
                <a:cs typeface="Arial" pitchFamily="34" charset="0"/>
              </a:rPr>
              <a:t> </a:t>
            </a:r>
            <a:r>
              <a:rPr lang="en-US" sz="2800" dirty="0" err="1">
                <a:latin typeface="Arial" pitchFamily="34" charset="0"/>
                <a:cs typeface="Arial" pitchFamily="34" charset="0"/>
              </a:rPr>
              <a:t>ít</a:t>
            </a:r>
            <a:r>
              <a:rPr lang="en-US" sz="2800" dirty="0">
                <a:latin typeface="Arial" pitchFamily="34" charset="0"/>
                <a:cs typeface="Arial" pitchFamily="34" charset="0"/>
              </a:rPr>
              <a:t> </a:t>
            </a:r>
            <a:r>
              <a:rPr lang="en-US" sz="2800" dirty="0" err="1">
                <a:latin typeface="Arial" pitchFamily="34" charset="0"/>
                <a:cs typeface="Arial" pitchFamily="34" charset="0"/>
              </a:rPr>
              <a:t>hơn</a:t>
            </a:r>
            <a:r>
              <a:rPr lang="en-US" sz="2800" dirty="0">
                <a:latin typeface="Arial" pitchFamily="34" charset="0"/>
                <a:cs typeface="Arial" pitchFamily="34" charset="0"/>
              </a:rPr>
              <a:t> ở ng</a:t>
            </a:r>
            <a:r>
              <a:rPr lang="vi-VN" sz="2800" dirty="0">
                <a:latin typeface="Arial" pitchFamily="34" charset="0"/>
                <a:cs typeface="Arial" pitchFamily="34" charset="0"/>
              </a:rPr>
              <a:t>ư</a:t>
            </a:r>
            <a:r>
              <a:rPr lang="en-US" sz="2800" dirty="0" err="1">
                <a:latin typeface="Arial" pitchFamily="34" charset="0"/>
                <a:cs typeface="Arial" pitchFamily="34" charset="0"/>
              </a:rPr>
              <a:t>ời</a:t>
            </a:r>
            <a:r>
              <a:rPr lang="en-US" sz="2800" dirty="0">
                <a:latin typeface="Arial" pitchFamily="34" charset="0"/>
                <a:cs typeface="Arial" pitchFamily="34" charset="0"/>
              </a:rPr>
              <a:t> </a:t>
            </a:r>
            <a:r>
              <a:rPr lang="en-US" sz="2800" dirty="0" err="1">
                <a:latin typeface="Arial" pitchFamily="34" charset="0"/>
                <a:cs typeface="Arial" pitchFamily="34" charset="0"/>
              </a:rPr>
              <a:t>lớn</a:t>
            </a:r>
            <a:endParaRPr lang="en-US" sz="2800" dirty="0">
              <a:latin typeface="Arial" pitchFamily="34" charset="0"/>
              <a:cs typeface="Arial" pitchFamily="34" charset="0"/>
            </a:endParaRPr>
          </a:p>
          <a:p>
            <a:pPr marL="285750" indent="-285750">
              <a:buFontTx/>
              <a:buChar char="-"/>
            </a:pPr>
            <a:r>
              <a:rPr lang="en-US" sz="2800" dirty="0" err="1">
                <a:latin typeface="Arial" pitchFamily="34" charset="0"/>
                <a:cs typeface="Arial" pitchFamily="34" charset="0"/>
              </a:rPr>
              <a:t>Nồng</a:t>
            </a:r>
            <a:r>
              <a:rPr lang="en-US" sz="2800" dirty="0">
                <a:latin typeface="Arial" pitchFamily="34" charset="0"/>
                <a:cs typeface="Arial" pitchFamily="34" charset="0"/>
              </a:rPr>
              <a:t> </a:t>
            </a:r>
            <a:r>
              <a:rPr lang="en-US" sz="2800" dirty="0" err="1">
                <a:latin typeface="Arial" pitchFamily="34" charset="0"/>
                <a:cs typeface="Arial" pitchFamily="34" charset="0"/>
              </a:rPr>
              <a:t>độ</a:t>
            </a:r>
            <a:r>
              <a:rPr lang="en-US" sz="2800" dirty="0">
                <a:latin typeface="Arial" pitchFamily="34" charset="0"/>
                <a:cs typeface="Arial" pitchFamily="34" charset="0"/>
              </a:rPr>
              <a:t> trypsin ở </a:t>
            </a:r>
            <a:r>
              <a:rPr lang="en-US" sz="2800" dirty="0" err="1">
                <a:latin typeface="Arial" pitchFamily="34" charset="0"/>
                <a:cs typeface="Arial" pitchFamily="34" charset="0"/>
              </a:rPr>
              <a:t>trẻ</a:t>
            </a:r>
            <a:r>
              <a:rPr lang="en-US" sz="2800" dirty="0">
                <a:latin typeface="Arial" pitchFamily="34" charset="0"/>
                <a:cs typeface="Arial" pitchFamily="34" charset="0"/>
              </a:rPr>
              <a:t> s</a:t>
            </a:r>
            <a:r>
              <a:rPr lang="vi-VN" sz="2800" dirty="0">
                <a:latin typeface="Arial" pitchFamily="34" charset="0"/>
                <a:cs typeface="Arial" pitchFamily="34" charset="0"/>
              </a:rPr>
              <a:t>ơ</a:t>
            </a:r>
            <a:r>
              <a:rPr lang="en-US" sz="2800" dirty="0">
                <a:latin typeface="Arial" pitchFamily="34" charset="0"/>
                <a:cs typeface="Arial" pitchFamily="34" charset="0"/>
              </a:rPr>
              <a:t> </a:t>
            </a:r>
            <a:r>
              <a:rPr lang="en-US" sz="2800" dirty="0" err="1">
                <a:latin typeface="Arial" pitchFamily="34" charset="0"/>
                <a:cs typeface="Arial" pitchFamily="34" charset="0"/>
              </a:rPr>
              <a:t>sinh</a:t>
            </a:r>
            <a:r>
              <a:rPr lang="en-US" sz="2800" dirty="0">
                <a:latin typeface="Arial" pitchFamily="34" charset="0"/>
                <a:cs typeface="Arial" pitchFamily="34" charset="0"/>
              </a:rPr>
              <a:t> </a:t>
            </a:r>
            <a:r>
              <a:rPr lang="en-US" sz="2800" dirty="0" err="1">
                <a:latin typeface="Arial" pitchFamily="34" charset="0"/>
                <a:cs typeface="Arial" pitchFamily="34" charset="0"/>
              </a:rPr>
              <a:t>thấp</a:t>
            </a:r>
            <a:r>
              <a:rPr lang="en-US" sz="2800" dirty="0">
                <a:latin typeface="Arial" pitchFamily="34" charset="0"/>
                <a:cs typeface="Arial" pitchFamily="34" charset="0"/>
              </a:rPr>
              <a:t> </a:t>
            </a:r>
            <a:r>
              <a:rPr lang="en-US" sz="2800" dirty="0" err="1">
                <a:latin typeface="Arial" pitchFamily="34" charset="0"/>
                <a:cs typeface="Arial" pitchFamily="34" charset="0"/>
              </a:rPr>
              <a:t>chỉ</a:t>
            </a:r>
            <a:r>
              <a:rPr lang="en-US" sz="2800" dirty="0">
                <a:latin typeface="Arial" pitchFamily="34" charset="0"/>
                <a:cs typeface="Arial" pitchFamily="34" charset="0"/>
              </a:rPr>
              <a:t> </a:t>
            </a:r>
            <a:r>
              <a:rPr lang="en-US" sz="2800" dirty="0" err="1">
                <a:latin typeface="Arial" pitchFamily="34" charset="0"/>
                <a:cs typeface="Arial" pitchFamily="34" charset="0"/>
              </a:rPr>
              <a:t>bằng</a:t>
            </a:r>
            <a:r>
              <a:rPr lang="en-US" sz="2800" dirty="0">
                <a:latin typeface="Arial" pitchFamily="34" charset="0"/>
                <a:cs typeface="Arial" pitchFamily="34" charset="0"/>
              </a:rPr>
              <a:t> 1/10 </a:t>
            </a:r>
            <a:r>
              <a:rPr lang="en-US" sz="2800" dirty="0" err="1">
                <a:latin typeface="Arial" pitchFamily="34" charset="0"/>
                <a:cs typeface="Arial" pitchFamily="34" charset="0"/>
              </a:rPr>
              <a:t>nồng</a:t>
            </a:r>
            <a:r>
              <a:rPr lang="en-US" sz="2800" dirty="0">
                <a:latin typeface="Arial" pitchFamily="34" charset="0"/>
                <a:cs typeface="Arial" pitchFamily="34" charset="0"/>
              </a:rPr>
              <a:t> </a:t>
            </a:r>
            <a:r>
              <a:rPr lang="en-US" sz="2800" dirty="0" err="1">
                <a:latin typeface="Arial" pitchFamily="34" charset="0"/>
                <a:cs typeface="Arial" pitchFamily="34" charset="0"/>
              </a:rPr>
              <a:t>độ</a:t>
            </a:r>
            <a:r>
              <a:rPr lang="en-US" sz="2800" dirty="0">
                <a:latin typeface="Arial" pitchFamily="34" charset="0"/>
                <a:cs typeface="Arial" pitchFamily="34" charset="0"/>
              </a:rPr>
              <a:t> trypsin ở </a:t>
            </a:r>
            <a:r>
              <a:rPr lang="en-US" sz="2800" dirty="0" err="1">
                <a:latin typeface="Arial" pitchFamily="34" charset="0"/>
                <a:cs typeface="Arial" pitchFamily="34" charset="0"/>
              </a:rPr>
              <a:t>trẻ</a:t>
            </a:r>
            <a:r>
              <a:rPr lang="en-US" sz="2800" dirty="0">
                <a:latin typeface="Arial" pitchFamily="34" charset="0"/>
                <a:cs typeface="Arial" pitchFamily="34" charset="0"/>
              </a:rPr>
              <a:t> 1 </a:t>
            </a:r>
            <a:r>
              <a:rPr lang="en-US" sz="2800" dirty="0" err="1">
                <a:latin typeface="Arial" pitchFamily="34" charset="0"/>
                <a:cs typeface="Arial" pitchFamily="34" charset="0"/>
              </a:rPr>
              <a:t>tuổi</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val="398037466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996F0B9-509D-4539-A2BD-25D4B903B97A}"/>
              </a:ext>
            </a:extLst>
          </p:cNvPr>
          <p:cNvSpPr>
            <a:spLocks noGrp="1"/>
          </p:cNvSpPr>
          <p:nvPr>
            <p:ph type="title"/>
          </p:nvPr>
        </p:nvSpPr>
        <p:spPr>
          <a:xfrm>
            <a:off x="617177" y="745457"/>
            <a:ext cx="8596668" cy="1796037"/>
          </a:xfrm>
        </p:spPr>
        <p:txBody>
          <a:bodyPr>
            <a:normAutofit/>
          </a:bodyPr>
          <a:lstStyle/>
          <a:p>
            <a:r>
              <a:rPr lang="en-US" sz="3600" dirty="0" err="1">
                <a:latin typeface="Arial" pitchFamily="34" charset="0"/>
                <a:cs typeface="Arial" pitchFamily="34" charset="0"/>
              </a:rPr>
              <a:t>Viêm</a:t>
            </a:r>
            <a:r>
              <a:rPr lang="en-US" sz="3600" dirty="0">
                <a:latin typeface="Arial" pitchFamily="34" charset="0"/>
                <a:cs typeface="Arial" pitchFamily="34" charset="0"/>
              </a:rPr>
              <a:t> </a:t>
            </a:r>
            <a:r>
              <a:rPr lang="en-US" sz="3600" dirty="0" err="1">
                <a:latin typeface="Arial" pitchFamily="34" charset="0"/>
                <a:cs typeface="Arial" pitchFamily="34" charset="0"/>
              </a:rPr>
              <a:t>tụy</a:t>
            </a:r>
            <a:r>
              <a:rPr lang="en-US" sz="3600" dirty="0">
                <a:latin typeface="Arial" pitchFamily="34" charset="0"/>
                <a:cs typeface="Arial" pitchFamily="34" charset="0"/>
              </a:rPr>
              <a:t> </a:t>
            </a:r>
            <a:r>
              <a:rPr lang="en-US" sz="3600" dirty="0" err="1">
                <a:latin typeface="Arial" pitchFamily="34" charset="0"/>
                <a:cs typeface="Arial" pitchFamily="34" charset="0"/>
              </a:rPr>
              <a:t>cấp</a:t>
            </a:r>
            <a:r>
              <a:rPr lang="en-US" sz="3600" dirty="0">
                <a:latin typeface="Arial" pitchFamily="34" charset="0"/>
                <a:cs typeface="Arial" pitchFamily="34" charset="0"/>
              </a:rPr>
              <a:t> ở </a:t>
            </a:r>
            <a:r>
              <a:rPr lang="en-US" sz="3600" dirty="0" err="1">
                <a:latin typeface="Arial" pitchFamily="34" charset="0"/>
                <a:cs typeface="Arial" pitchFamily="34" charset="0"/>
              </a:rPr>
              <a:t>trẻ</a:t>
            </a:r>
            <a:r>
              <a:rPr lang="en-US" sz="3600" dirty="0">
                <a:latin typeface="Arial" pitchFamily="34" charset="0"/>
                <a:cs typeface="Arial" pitchFamily="34" charset="0"/>
              </a:rPr>
              <a:t> </a:t>
            </a:r>
            <a:r>
              <a:rPr lang="en-US" sz="3600" dirty="0" err="1">
                <a:latin typeface="Arial" pitchFamily="34" charset="0"/>
                <a:cs typeface="Arial" pitchFamily="34" charset="0"/>
              </a:rPr>
              <a:t>em</a:t>
            </a:r>
            <a:endParaRPr lang="en-US" sz="3600" dirty="0">
              <a:latin typeface="Arial" pitchFamily="34" charset="0"/>
              <a:cs typeface="Arial" pitchFamily="34" charset="0"/>
            </a:endParaRPr>
          </a:p>
        </p:txBody>
      </p:sp>
      <p:sp>
        <p:nvSpPr>
          <p:cNvPr id="3" name="Chỗ dành sẵn cho Văn bản 2">
            <a:extLst>
              <a:ext uri="{FF2B5EF4-FFF2-40B4-BE49-F238E27FC236}">
                <a16:creationId xmlns:a16="http://schemas.microsoft.com/office/drawing/2014/main" id="{5F524F70-7A70-4ACF-9A75-FB63EECC661F}"/>
              </a:ext>
            </a:extLst>
          </p:cNvPr>
          <p:cNvSpPr>
            <a:spLocks noGrp="1"/>
          </p:cNvSpPr>
          <p:nvPr>
            <p:ph type="body" idx="1"/>
          </p:nvPr>
        </p:nvSpPr>
        <p:spPr>
          <a:xfrm>
            <a:off x="617177" y="1142999"/>
            <a:ext cx="8596668" cy="4479262"/>
          </a:xfrm>
        </p:spPr>
        <p:txBody>
          <a:bodyPr>
            <a:normAutofit/>
          </a:bodyPr>
          <a:lstStyle/>
          <a:p>
            <a:pPr>
              <a:lnSpc>
                <a:spcPct val="150000"/>
              </a:lnSpc>
            </a:pPr>
            <a:r>
              <a:rPr lang="en-US" sz="2800" dirty="0" err="1">
                <a:latin typeface="Arial" pitchFamily="34" charset="0"/>
                <a:cs typeface="Arial" pitchFamily="34" charset="0"/>
              </a:rPr>
              <a:t>Bệnh</a:t>
            </a:r>
            <a:r>
              <a:rPr lang="en-US" sz="2800" dirty="0">
                <a:latin typeface="Arial" pitchFamily="34" charset="0"/>
                <a:cs typeface="Arial" pitchFamily="34" charset="0"/>
              </a:rPr>
              <a:t> </a:t>
            </a:r>
            <a:r>
              <a:rPr lang="en-US" sz="2800" dirty="0" err="1">
                <a:latin typeface="Arial" pitchFamily="34" charset="0"/>
                <a:cs typeface="Arial" pitchFamily="34" charset="0"/>
              </a:rPr>
              <a:t>nặng</a:t>
            </a:r>
            <a:r>
              <a:rPr lang="en-US" sz="2800" dirty="0">
                <a:latin typeface="Arial" pitchFamily="34" charset="0"/>
                <a:cs typeface="Arial" pitchFamily="34" charset="0"/>
              </a:rPr>
              <a:t> do </a:t>
            </a:r>
            <a:r>
              <a:rPr lang="en-US" sz="2800" dirty="0" err="1">
                <a:latin typeface="Arial" pitchFamily="34" charset="0"/>
                <a:cs typeface="Arial" pitchFamily="34" charset="0"/>
              </a:rPr>
              <a:t>chính</a:t>
            </a:r>
            <a:r>
              <a:rPr lang="en-US" sz="2800" dirty="0">
                <a:latin typeface="Arial" pitchFamily="34" charset="0"/>
                <a:cs typeface="Arial" pitchFamily="34" charset="0"/>
              </a:rPr>
              <a:t> </a:t>
            </a:r>
            <a:r>
              <a:rPr lang="en-US" sz="2800" dirty="0" err="1">
                <a:latin typeface="Arial" pitchFamily="34" charset="0"/>
                <a:cs typeface="Arial" pitchFamily="34" charset="0"/>
              </a:rPr>
              <a:t>các</a:t>
            </a:r>
            <a:r>
              <a:rPr lang="en-US" sz="2800" dirty="0">
                <a:latin typeface="Arial" pitchFamily="34" charset="0"/>
                <a:cs typeface="Arial" pitchFamily="34" charset="0"/>
              </a:rPr>
              <a:t> men </a:t>
            </a:r>
            <a:r>
              <a:rPr lang="en-US" sz="2800" dirty="0" err="1">
                <a:latin typeface="Arial" pitchFamily="34" charset="0"/>
                <a:cs typeface="Arial" pitchFamily="34" charset="0"/>
              </a:rPr>
              <a:t>tụy</a:t>
            </a:r>
            <a:r>
              <a:rPr lang="en-US" sz="2800" dirty="0">
                <a:latin typeface="Arial" pitchFamily="34" charset="0"/>
                <a:cs typeface="Arial" pitchFamily="34" charset="0"/>
              </a:rPr>
              <a:t> </a:t>
            </a:r>
            <a:r>
              <a:rPr lang="en-US" sz="2800" dirty="0" smtClean="0">
                <a:latin typeface="Arial" pitchFamily="34" charset="0"/>
                <a:cs typeface="Arial" pitchFamily="34" charset="0"/>
              </a:rPr>
              <a:t>t</a:t>
            </a:r>
            <a:r>
              <a:rPr lang="vi-VN" sz="2800" dirty="0" smtClean="0">
                <a:latin typeface="Arial" pitchFamily="34" charset="0"/>
                <a:cs typeface="Arial" pitchFamily="34" charset="0"/>
              </a:rPr>
              <a:t>ăng</a:t>
            </a:r>
            <a:r>
              <a:rPr lang="en-US" sz="2800" dirty="0" smtClean="0">
                <a:latin typeface="Arial" pitchFamily="34" charset="0"/>
                <a:cs typeface="Arial" pitchFamily="34" charset="0"/>
              </a:rPr>
              <a:t> </a:t>
            </a:r>
            <a:r>
              <a:rPr lang="en-US" sz="2800" dirty="0">
                <a:latin typeface="Arial" pitchFamily="34" charset="0"/>
                <a:cs typeface="Arial" pitchFamily="34" charset="0"/>
              </a:rPr>
              <a:t>c</a:t>
            </a:r>
            <a:r>
              <a:rPr lang="vi-VN" sz="2800" dirty="0">
                <a:latin typeface="Arial" pitchFamily="34" charset="0"/>
                <a:cs typeface="Arial" pitchFamily="34" charset="0"/>
              </a:rPr>
              <a:t>ư</a:t>
            </a:r>
            <a:r>
              <a:rPr lang="en-US" sz="2800" dirty="0" err="1">
                <a:latin typeface="Arial" pitchFamily="34" charset="0"/>
                <a:cs typeface="Arial" pitchFamily="34" charset="0"/>
              </a:rPr>
              <a:t>ờng</a:t>
            </a:r>
            <a:r>
              <a:rPr lang="en-US" sz="2800" dirty="0">
                <a:latin typeface="Arial" pitchFamily="34" charset="0"/>
                <a:cs typeface="Arial" pitchFamily="34" charset="0"/>
              </a:rPr>
              <a:t> </a:t>
            </a:r>
            <a:r>
              <a:rPr lang="en-US" sz="2800" dirty="0" err="1">
                <a:latin typeface="Arial" pitchFamily="34" charset="0"/>
                <a:cs typeface="Arial" pitchFamily="34" charset="0"/>
              </a:rPr>
              <a:t>hoạt</a:t>
            </a:r>
            <a:r>
              <a:rPr lang="en-US" sz="2800" dirty="0">
                <a:latin typeface="Arial" pitchFamily="34" charset="0"/>
                <a:cs typeface="Arial" pitchFamily="34" charset="0"/>
              </a:rPr>
              <a:t> </a:t>
            </a:r>
            <a:r>
              <a:rPr lang="en-US" sz="2800" dirty="0" err="1">
                <a:latin typeface="Arial" pitchFamily="34" charset="0"/>
                <a:cs typeface="Arial" pitchFamily="34" charset="0"/>
              </a:rPr>
              <a:t>động</a:t>
            </a:r>
            <a:r>
              <a:rPr lang="en-US" sz="2800" dirty="0">
                <a:latin typeface="Arial" pitchFamily="34" charset="0"/>
                <a:cs typeface="Arial" pitchFamily="34" charset="0"/>
              </a:rPr>
              <a:t> </a:t>
            </a:r>
            <a:r>
              <a:rPr lang="en-US" sz="2800" dirty="0" err="1">
                <a:latin typeface="Arial" pitchFamily="34" charset="0"/>
                <a:cs typeface="Arial" pitchFamily="34" charset="0"/>
              </a:rPr>
              <a:t>làm</a:t>
            </a:r>
            <a:r>
              <a:rPr lang="en-US" sz="2800" dirty="0">
                <a:latin typeface="Arial" pitchFamily="34" charset="0"/>
                <a:cs typeface="Arial" pitchFamily="34" charset="0"/>
              </a:rPr>
              <a:t> </a:t>
            </a:r>
            <a:r>
              <a:rPr lang="en-US" sz="2800" dirty="0" err="1">
                <a:latin typeface="Arial" pitchFamily="34" charset="0"/>
                <a:cs typeface="Arial" pitchFamily="34" charset="0"/>
              </a:rPr>
              <a:t>tiêu</a:t>
            </a:r>
            <a:r>
              <a:rPr lang="en-US" sz="2800" dirty="0">
                <a:latin typeface="Arial" pitchFamily="34" charset="0"/>
                <a:cs typeface="Arial" pitchFamily="34" charset="0"/>
              </a:rPr>
              <a:t> </a:t>
            </a:r>
            <a:r>
              <a:rPr lang="en-US" sz="2800" dirty="0" err="1">
                <a:latin typeface="Arial" pitchFamily="34" charset="0"/>
                <a:cs typeface="Arial" pitchFamily="34" charset="0"/>
              </a:rPr>
              <a:t>hủy</a:t>
            </a:r>
            <a:r>
              <a:rPr lang="en-US" sz="2800" dirty="0">
                <a:latin typeface="Arial" pitchFamily="34" charset="0"/>
                <a:cs typeface="Arial" pitchFamily="34" charset="0"/>
              </a:rPr>
              <a:t> </a:t>
            </a:r>
            <a:r>
              <a:rPr lang="en-US" sz="2800" dirty="0" err="1">
                <a:latin typeface="Arial" pitchFamily="34" charset="0"/>
                <a:cs typeface="Arial" pitchFamily="34" charset="0"/>
              </a:rPr>
              <a:t>tuyến</a:t>
            </a:r>
            <a:r>
              <a:rPr lang="en-US" sz="2800" dirty="0">
                <a:latin typeface="Arial" pitchFamily="34" charset="0"/>
                <a:cs typeface="Arial" pitchFamily="34" charset="0"/>
              </a:rPr>
              <a:t> </a:t>
            </a:r>
            <a:r>
              <a:rPr lang="en-US" sz="2800" dirty="0" err="1" smtClean="0">
                <a:latin typeface="Arial" pitchFamily="34" charset="0"/>
                <a:cs typeface="Arial" pitchFamily="34" charset="0"/>
              </a:rPr>
              <a:t>tụy</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val="322336464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0"/>
            <a:ext cx="3854528" cy="829782"/>
          </a:xfrm>
        </p:spPr>
        <p:txBody>
          <a:bodyPr>
            <a:normAutofit/>
          </a:bodyPr>
          <a:lstStyle/>
          <a:p>
            <a:r>
              <a:rPr lang="en-US" sz="4000" dirty="0" smtClean="0">
                <a:solidFill>
                  <a:schemeClr val="tx1"/>
                </a:solidFill>
                <a:latin typeface="Arial" panose="020B0604020202020204" pitchFamily="34" charset="0"/>
                <a:cs typeface="Arial" panose="020B0604020202020204" pitchFamily="34" charset="0"/>
              </a:rPr>
              <a:t>6. </a:t>
            </a:r>
            <a:r>
              <a:rPr lang="en-US" sz="4000" dirty="0" err="1" smtClean="0">
                <a:solidFill>
                  <a:schemeClr val="tx1"/>
                </a:solidFill>
                <a:latin typeface="Arial" panose="020B0604020202020204" pitchFamily="34" charset="0"/>
                <a:cs typeface="Arial" panose="020B0604020202020204" pitchFamily="34" charset="0"/>
              </a:rPr>
              <a:t>Gan</a:t>
            </a:r>
            <a:r>
              <a:rPr lang="en-US" sz="4000" dirty="0" smtClean="0">
                <a:solidFill>
                  <a:schemeClr val="tx1"/>
                </a:solidFill>
                <a:latin typeface="Arial" panose="020B0604020202020204" pitchFamily="34" charset="0"/>
                <a:cs typeface="Arial" panose="020B0604020202020204" pitchFamily="34" charset="0"/>
              </a:rPr>
              <a:t>:</a:t>
            </a:r>
            <a:endParaRPr lang="en-US" sz="4000" dirty="0">
              <a:solidFill>
                <a:schemeClr val="tx1"/>
              </a:solidFill>
              <a:latin typeface="Arial" panose="020B0604020202020204" pitchFamily="34" charset="0"/>
              <a:cs typeface="Arial" panose="020B0604020202020204" pitchFamily="34" charset="0"/>
            </a:endParaRP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69538" y="1317812"/>
            <a:ext cx="5622462" cy="4016813"/>
          </a:xfrm>
        </p:spPr>
      </p:pic>
      <p:sp>
        <p:nvSpPr>
          <p:cNvPr id="6" name="Text Placeholder 5"/>
          <p:cNvSpPr>
            <a:spLocks noGrp="1"/>
          </p:cNvSpPr>
          <p:nvPr>
            <p:ph type="body" sz="half" idx="2"/>
          </p:nvPr>
        </p:nvSpPr>
        <p:spPr>
          <a:xfrm>
            <a:off x="457200" y="829782"/>
            <a:ext cx="6112338" cy="5930153"/>
          </a:xfrm>
        </p:spPr>
        <p:txBody>
          <a:bodyPr>
            <a:normAutofit/>
          </a:bodyPr>
          <a:lstStyle/>
          <a:p>
            <a:r>
              <a:rPr lang="en-US" sz="3600" dirty="0">
                <a:solidFill>
                  <a:schemeClr val="accent2">
                    <a:lumMod val="60000"/>
                    <a:lumOff val="40000"/>
                  </a:schemeClr>
                </a:solidFill>
                <a:latin typeface="Arial" panose="020B0604020202020204" pitchFamily="34" charset="0"/>
                <a:cs typeface="Arial" panose="020B0604020202020204" pitchFamily="34" charset="0"/>
              </a:rPr>
              <a:t>*</a:t>
            </a:r>
            <a:r>
              <a:rPr lang="en-US" sz="3600" dirty="0" err="1">
                <a:solidFill>
                  <a:schemeClr val="accent2">
                    <a:lumMod val="60000"/>
                    <a:lumOff val="40000"/>
                  </a:schemeClr>
                </a:solidFill>
                <a:latin typeface="Arial" panose="020B0604020202020204" pitchFamily="34" charset="0"/>
                <a:cs typeface="Arial" panose="020B0604020202020204" pitchFamily="34" charset="0"/>
              </a:rPr>
              <a:t>Giải</a:t>
            </a:r>
            <a:r>
              <a:rPr lang="en-US" sz="3600" dirty="0">
                <a:solidFill>
                  <a:schemeClr val="accent2">
                    <a:lumMod val="60000"/>
                    <a:lumOff val="40000"/>
                  </a:schemeClr>
                </a:solidFill>
                <a:latin typeface="Arial" panose="020B0604020202020204" pitchFamily="34" charset="0"/>
                <a:cs typeface="Arial" panose="020B0604020202020204" pitchFamily="34" charset="0"/>
              </a:rPr>
              <a:t> </a:t>
            </a:r>
            <a:r>
              <a:rPr lang="en-US" sz="3600" dirty="0" err="1" smtClean="0">
                <a:solidFill>
                  <a:schemeClr val="accent2">
                    <a:lumMod val="60000"/>
                    <a:lumOff val="40000"/>
                  </a:schemeClr>
                </a:solidFill>
                <a:latin typeface="Arial" panose="020B0604020202020204" pitchFamily="34" charset="0"/>
                <a:cs typeface="Arial" panose="020B0604020202020204" pitchFamily="34" charset="0"/>
              </a:rPr>
              <a:t>phẫu</a:t>
            </a:r>
            <a:r>
              <a:rPr lang="en-US" sz="3600" dirty="0" smtClean="0">
                <a:solidFill>
                  <a:schemeClr val="accent2">
                    <a:lumMod val="60000"/>
                    <a:lumOff val="40000"/>
                  </a:schemeClr>
                </a:solidFill>
                <a:latin typeface="Arial" panose="020B0604020202020204" pitchFamily="34" charset="0"/>
                <a:cs typeface="Arial" panose="020B0604020202020204" pitchFamily="34" charset="0"/>
              </a:rPr>
              <a:t> </a:t>
            </a:r>
            <a:r>
              <a:rPr lang="en-US" sz="3600" dirty="0" err="1" smtClean="0">
                <a:solidFill>
                  <a:schemeClr val="accent2">
                    <a:lumMod val="60000"/>
                    <a:lumOff val="40000"/>
                  </a:schemeClr>
                </a:solidFill>
                <a:latin typeface="Arial" panose="020B0604020202020204" pitchFamily="34" charset="0"/>
                <a:cs typeface="Arial" panose="020B0604020202020204" pitchFamily="34" charset="0"/>
              </a:rPr>
              <a:t>gan</a:t>
            </a:r>
            <a:r>
              <a:rPr lang="en-US" sz="3600" dirty="0" smtClean="0">
                <a:solidFill>
                  <a:schemeClr val="accent2">
                    <a:lumMod val="60000"/>
                    <a:lumOff val="40000"/>
                  </a:schemeClr>
                </a:solidFill>
                <a:latin typeface="Arial" panose="020B0604020202020204" pitchFamily="34" charset="0"/>
                <a:cs typeface="Arial" panose="020B0604020202020204" pitchFamily="34" charset="0"/>
              </a:rPr>
              <a:t>:</a:t>
            </a:r>
            <a:endParaRPr lang="en-US" sz="3600" dirty="0">
              <a:solidFill>
                <a:schemeClr val="accent2">
                  <a:lumMod val="60000"/>
                  <a:lumOff val="40000"/>
                </a:schemeClr>
              </a:solidFill>
              <a:latin typeface="Arial" panose="020B0604020202020204" pitchFamily="34" charset="0"/>
              <a:cs typeface="Arial" panose="020B0604020202020204" pitchFamily="34" charset="0"/>
            </a:endParaRPr>
          </a:p>
          <a:p>
            <a:r>
              <a:rPr lang="en-US" sz="26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So </a:t>
            </a:r>
            <a:r>
              <a:rPr lang="en-US" sz="2400" dirty="0" err="1">
                <a:latin typeface="Arial" panose="020B0604020202020204" pitchFamily="34" charset="0"/>
                <a:cs typeface="Arial" panose="020B0604020202020204" pitchFamily="34" charset="0"/>
              </a:rPr>
              <a:t>với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lớn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trọng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lượng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TE </a:t>
            </a:r>
            <a:r>
              <a:rPr lang="en-US" sz="2400" dirty="0" err="1">
                <a:latin typeface="Arial" panose="020B0604020202020204" pitchFamily="34" charset="0"/>
                <a:cs typeface="Arial" panose="020B0604020202020204" pitchFamily="34" charset="0"/>
              </a:rPr>
              <a:t>tương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đối</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to (</a:t>
            </a:r>
            <a:r>
              <a:rPr lang="en-US" sz="2400" dirty="0" err="1" smtClean="0">
                <a:latin typeface="Arial" panose="020B0604020202020204" pitchFamily="34" charset="0"/>
                <a:cs typeface="Arial" panose="020B0604020202020204" pitchFamily="34" charset="0"/>
              </a:rPr>
              <a:t>chiếm</a:t>
            </a:r>
            <a:r>
              <a:rPr lang="en-US" sz="2400" dirty="0" smtClean="0">
                <a:latin typeface="Arial" panose="020B0604020202020204" pitchFamily="34" charset="0"/>
                <a:cs typeface="Arial" panose="020B0604020202020204" pitchFamily="34" charset="0"/>
              </a:rPr>
              <a:t> 4,4% P </a:t>
            </a:r>
            <a:r>
              <a:rPr lang="en-US" sz="2400" dirty="0" err="1" smtClean="0">
                <a:latin typeface="Arial" panose="020B0604020202020204" pitchFamily="34" charset="0"/>
                <a:cs typeface="Arial" panose="020B0604020202020204" pitchFamily="34" charset="0"/>
              </a:rPr>
              <a:t>cơ</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thể</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p>
            <a:pPr marL="685800" lvl="0" indent="-457200">
              <a:buFont typeface="Wingdings" panose="05000000000000000000" pitchFamily="2" charset="2"/>
              <a:buChar char="v"/>
            </a:pP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 130gr</a:t>
            </a:r>
          </a:p>
          <a:p>
            <a:pPr marL="685800" lvl="0" indent="-457200">
              <a:buFont typeface="Wingdings" panose="05000000000000000000" pitchFamily="2" charset="2"/>
              <a:buChar char="v"/>
            </a:pPr>
            <a:r>
              <a:rPr lang="en-US" sz="2400" dirty="0">
                <a:latin typeface="Arial" panose="020B0604020202020204" pitchFamily="34" charset="0"/>
                <a:cs typeface="Arial" panose="020B0604020202020204" pitchFamily="34" charset="0"/>
              </a:rPr>
              <a:t>1 </a:t>
            </a:r>
            <a:r>
              <a:rPr lang="en-US" sz="2400" dirty="0" err="1" smtClean="0">
                <a:latin typeface="Arial" panose="020B0604020202020204" pitchFamily="34" charset="0"/>
                <a:cs typeface="Arial" panose="020B0604020202020204" pitchFamily="34" charset="0"/>
              </a:rPr>
              <a:t>tuổi</a:t>
            </a:r>
            <a:r>
              <a:rPr lang="en-US" sz="2400" dirty="0" smtClean="0">
                <a:latin typeface="Arial" panose="020B0604020202020204" pitchFamily="34" charset="0"/>
                <a:cs typeface="Arial" panose="020B0604020202020204" pitchFamily="34" charset="0"/>
              </a:rPr>
              <a:t>:  325gr</a:t>
            </a:r>
            <a:endParaRPr lang="en-US" sz="2400" dirty="0">
              <a:latin typeface="Arial" panose="020B0604020202020204" pitchFamily="34" charset="0"/>
              <a:cs typeface="Arial" panose="020B0604020202020204" pitchFamily="34" charset="0"/>
            </a:endParaRPr>
          </a:p>
          <a:p>
            <a:pPr marL="685800" lvl="0" indent="-457200">
              <a:buFont typeface="Wingdings" panose="05000000000000000000" pitchFamily="2" charset="2"/>
              <a:buChar char="v"/>
            </a:pPr>
            <a:r>
              <a:rPr lang="en-US" sz="2400" dirty="0">
                <a:latin typeface="Arial" panose="020B0604020202020204" pitchFamily="34" charset="0"/>
                <a:cs typeface="Arial" panose="020B0604020202020204" pitchFamily="34" charset="0"/>
              </a:rPr>
              <a:t>15 </a:t>
            </a:r>
            <a:r>
              <a:rPr lang="en-US" sz="2400" dirty="0" err="1">
                <a:latin typeface="Arial" panose="020B0604020202020204" pitchFamily="34" charset="0"/>
                <a:cs typeface="Arial" panose="020B0604020202020204" pitchFamily="34" charset="0"/>
              </a:rPr>
              <a:t>tuổi</a:t>
            </a:r>
            <a:r>
              <a:rPr lang="en-US" sz="2400" dirty="0" smtClean="0">
                <a:latin typeface="Arial" panose="020B0604020202020204" pitchFamily="34" charset="0"/>
                <a:cs typeface="Arial" panose="020B0604020202020204" pitchFamily="34" charset="0"/>
              </a:rPr>
              <a:t>: 1200gr</a:t>
            </a:r>
            <a:endParaRPr lang="en-US" sz="2400" dirty="0">
              <a:latin typeface="Arial" panose="020B0604020202020204" pitchFamily="34" charset="0"/>
              <a:cs typeface="Arial" panose="020B0604020202020204" pitchFamily="34" charset="0"/>
            </a:endParaRPr>
          </a:p>
          <a:p>
            <a:pPr marL="685800" indent="-457200">
              <a:buFont typeface="Wingdings" panose="05000000000000000000" pitchFamily="2" charset="2"/>
              <a:buChar char="v"/>
            </a:pP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a:t>
            </a:r>
            <a:r>
              <a:rPr lang="en-US" sz="2400" dirty="0" err="1" smtClean="0">
                <a:latin typeface="Arial" panose="020B0604020202020204" pitchFamily="34" charset="0"/>
                <a:cs typeface="Arial" panose="020B0604020202020204" pitchFamily="34" charset="0"/>
              </a:rPr>
              <a:t>hát</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triển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mạnh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nhất</a:t>
            </a:r>
            <a:r>
              <a:rPr lang="en-US" sz="2400" dirty="0">
                <a:latin typeface="Arial" panose="020B0604020202020204" pitchFamily="34" charset="0"/>
                <a:cs typeface="Arial" panose="020B0604020202020204" pitchFamily="34" charset="0"/>
              </a:rPr>
              <a:t> ở g/d </a:t>
            </a:r>
            <a:r>
              <a:rPr lang="en-US" sz="2400" dirty="0" err="1">
                <a:latin typeface="Arial" panose="020B0604020202020204" pitchFamily="34" charset="0"/>
                <a:cs typeface="Arial" panose="020B0604020202020204" pitchFamily="34" charset="0"/>
              </a:rPr>
              <a:t>dậy</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thì</a:t>
            </a:r>
            <a:r>
              <a:rPr lang="en-US" sz="2400" dirty="0" smtClean="0">
                <a:latin typeface="Arial" panose="020B0604020202020204" pitchFamily="34" charset="0"/>
                <a:cs typeface="Arial" panose="020B0604020202020204" pitchFamily="34" charset="0"/>
              </a:rPr>
              <a:t>.</a:t>
            </a:r>
          </a:p>
          <a:p>
            <a:pPr marL="457200" indent="-457200">
              <a:buFontTx/>
              <a:buChar char="-"/>
            </a:pPr>
            <a:r>
              <a:rPr lang="en-US" sz="2400" dirty="0" err="1" smtClean="0">
                <a:latin typeface="Arial" panose="020B0604020202020204" pitchFamily="34" charset="0"/>
                <a:cs typeface="Arial" panose="020B0604020202020204" pitchFamily="34" charset="0"/>
              </a:rPr>
              <a:t>Thùy</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phải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triển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nhanh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thùy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trái</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nên</a:t>
            </a:r>
            <a:r>
              <a:rPr lang="en-US" sz="2400" dirty="0" smtClean="0">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a:t>
            </a:r>
            <a:r>
              <a:rPr lang="en-US" sz="2400" dirty="0" err="1" smtClean="0">
                <a:latin typeface="Arial" panose="020B0604020202020204" pitchFamily="34" charset="0"/>
                <a:cs typeface="Arial" panose="020B0604020202020204" pitchFamily="34" charset="0"/>
              </a:rPr>
              <a:t>Trẻ</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sơ</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sinh</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thùy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T &gt; </a:t>
            </a:r>
            <a:r>
              <a:rPr lang="en-US" sz="2400" dirty="0" err="1">
                <a:latin typeface="Arial" panose="020B0604020202020204" pitchFamily="34" charset="0"/>
                <a:cs typeface="Arial" panose="020B0604020202020204" pitchFamily="34" charset="0"/>
              </a:rPr>
              <a:t>thùy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P </a:t>
            </a:r>
          </a:p>
          <a:p>
            <a:r>
              <a:rPr lang="en-US" sz="2400" dirty="0" smtClean="0">
                <a:latin typeface="Arial" panose="020B0604020202020204" pitchFamily="34" charset="0"/>
                <a:cs typeface="Arial" panose="020B0604020202020204" pitchFamily="34" charset="0"/>
              </a:rPr>
              <a:t>+</a:t>
            </a:r>
            <a:r>
              <a:rPr lang="en-US" sz="2400" dirty="0" err="1" smtClean="0">
                <a:latin typeface="Arial" panose="020B0604020202020204" pitchFamily="34" charset="0"/>
                <a:cs typeface="Arial" panose="020B0604020202020204" pitchFamily="34" charset="0"/>
              </a:rPr>
              <a:t>Trưởng</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thùy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P &gt; </a:t>
            </a:r>
            <a:r>
              <a:rPr lang="en-US" sz="2400" dirty="0" err="1">
                <a:latin typeface="Arial" panose="020B0604020202020204" pitchFamily="34" charset="0"/>
                <a:cs typeface="Arial" panose="020B0604020202020204" pitchFamily="34" charset="0"/>
              </a:rPr>
              <a:t>thùy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T</a:t>
            </a:r>
          </a:p>
          <a:p>
            <a:endParaRPr lang="en-US" dirty="0"/>
          </a:p>
        </p:txBody>
      </p:sp>
    </p:spTree>
    <p:extLst>
      <p:ext uri="{BB962C8B-B14F-4D97-AF65-F5344CB8AC3E}">
        <p14:creationId xmlns:p14="http://schemas.microsoft.com/office/powerpoint/2010/main" val="26098816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49624"/>
            <a:ext cx="8596668" cy="1264023"/>
          </a:xfrm>
        </p:spPr>
        <p:txBody>
          <a:bodyPr>
            <a:normAutofit/>
          </a:bodyPr>
          <a:lstStyle/>
          <a:p>
            <a:r>
              <a:rPr lang="en-US" dirty="0">
                <a:solidFill>
                  <a:schemeClr val="accent2">
                    <a:lumMod val="60000"/>
                    <a:lumOff val="40000"/>
                  </a:schemeClr>
                </a:solidFill>
                <a:latin typeface="Arial" panose="020B0604020202020204" pitchFamily="34" charset="0"/>
                <a:cs typeface="Arial" panose="020B0604020202020204" pitchFamily="34" charset="0"/>
              </a:rPr>
              <a:t>*</a:t>
            </a:r>
            <a:r>
              <a:rPr lang="en-US" dirty="0" err="1">
                <a:solidFill>
                  <a:schemeClr val="accent2">
                    <a:lumMod val="60000"/>
                    <a:lumOff val="40000"/>
                  </a:schemeClr>
                </a:solidFill>
                <a:latin typeface="Arial" panose="020B0604020202020204" pitchFamily="34" charset="0"/>
                <a:cs typeface="Arial" panose="020B0604020202020204" pitchFamily="34" charset="0"/>
              </a:rPr>
              <a:t>Giải</a:t>
            </a:r>
            <a:r>
              <a:rPr lang="en-US" dirty="0">
                <a:solidFill>
                  <a:schemeClr val="accent2">
                    <a:lumMod val="60000"/>
                    <a:lumOff val="40000"/>
                  </a:schemeClr>
                </a:solidFill>
                <a:latin typeface="Arial" panose="020B0604020202020204" pitchFamily="34" charset="0"/>
                <a:cs typeface="Arial" panose="020B0604020202020204" pitchFamily="34" charset="0"/>
              </a:rPr>
              <a:t> </a:t>
            </a:r>
            <a:r>
              <a:rPr lang="en-US" dirty="0" err="1">
                <a:solidFill>
                  <a:schemeClr val="accent2">
                    <a:lumMod val="60000"/>
                    <a:lumOff val="40000"/>
                  </a:schemeClr>
                </a:solidFill>
                <a:latin typeface="Arial" panose="020B0604020202020204" pitchFamily="34" charset="0"/>
                <a:cs typeface="Arial" panose="020B0604020202020204" pitchFamily="34" charset="0"/>
              </a:rPr>
              <a:t>phẫu</a:t>
            </a:r>
            <a:r>
              <a:rPr lang="en-US" dirty="0">
                <a:solidFill>
                  <a:schemeClr val="accent2">
                    <a:lumMod val="60000"/>
                    <a:lumOff val="40000"/>
                  </a:schemeClr>
                </a:solidFill>
                <a:latin typeface="Arial" panose="020B0604020202020204" pitchFamily="34" charset="0"/>
                <a:cs typeface="Arial" panose="020B0604020202020204" pitchFamily="34" charset="0"/>
              </a:rPr>
              <a:t> </a:t>
            </a:r>
            <a:r>
              <a:rPr lang="en-US" dirty="0" err="1">
                <a:solidFill>
                  <a:schemeClr val="accent2">
                    <a:lumMod val="60000"/>
                    <a:lumOff val="40000"/>
                  </a:schemeClr>
                </a:solidFill>
                <a:latin typeface="Arial" panose="020B0604020202020204" pitchFamily="34" charset="0"/>
                <a:cs typeface="Arial" panose="020B0604020202020204" pitchFamily="34" charset="0"/>
              </a:rPr>
              <a:t>gan</a:t>
            </a:r>
            <a:r>
              <a:rPr lang="en-US" dirty="0">
                <a:solidFill>
                  <a:schemeClr val="accent2">
                    <a:lumMod val="60000"/>
                    <a:lumOff val="40000"/>
                  </a:schemeClr>
                </a:solidFill>
                <a:latin typeface="Arial" panose="020B0604020202020204" pitchFamily="34" charset="0"/>
                <a:cs typeface="Arial" panose="020B0604020202020204" pitchFamily="34" charset="0"/>
              </a:rPr>
              <a:t>:</a:t>
            </a:r>
            <a:br>
              <a:rPr lang="en-US" dirty="0">
                <a:solidFill>
                  <a:schemeClr val="accent2">
                    <a:lumMod val="60000"/>
                    <a:lumOff val="40000"/>
                  </a:schemeClr>
                </a:solidFill>
                <a:latin typeface="Arial" panose="020B0604020202020204" pitchFamily="34" charset="0"/>
                <a:cs typeface="Arial" panose="020B0604020202020204" pitchFamily="34" charset="0"/>
              </a:rPr>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6469" y="1613647"/>
            <a:ext cx="9007802" cy="4410635"/>
          </a:xfrm>
        </p:spPr>
      </p:pic>
    </p:spTree>
    <p:extLst>
      <p:ext uri="{BB962C8B-B14F-4D97-AF65-F5344CB8AC3E}">
        <p14:creationId xmlns:p14="http://schemas.microsoft.com/office/powerpoint/2010/main" val="115361911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52400"/>
            <a:ext cx="8596668" cy="990600"/>
          </a:xfrm>
        </p:spPr>
        <p:txBody>
          <a:bodyPr>
            <a:noAutofit/>
          </a:bodyPr>
          <a:lstStyle/>
          <a:p>
            <a:r>
              <a:rPr lang="en-US" dirty="0">
                <a:solidFill>
                  <a:schemeClr val="accent2">
                    <a:lumMod val="60000"/>
                    <a:lumOff val="40000"/>
                  </a:schemeClr>
                </a:solidFill>
                <a:latin typeface="Arial" panose="020B0604020202020204" pitchFamily="34" charset="0"/>
                <a:cs typeface="Arial" panose="020B0604020202020204" pitchFamily="34" charset="0"/>
              </a:rPr>
              <a:t>*</a:t>
            </a:r>
            <a:r>
              <a:rPr lang="en-US" dirty="0" err="1">
                <a:solidFill>
                  <a:schemeClr val="accent2">
                    <a:lumMod val="60000"/>
                    <a:lumOff val="40000"/>
                  </a:schemeClr>
                </a:solidFill>
                <a:latin typeface="Arial" panose="020B0604020202020204" pitchFamily="34" charset="0"/>
                <a:cs typeface="Arial" panose="020B0604020202020204" pitchFamily="34" charset="0"/>
              </a:rPr>
              <a:t>Giải</a:t>
            </a:r>
            <a:r>
              <a:rPr lang="en-US" dirty="0">
                <a:solidFill>
                  <a:schemeClr val="accent2">
                    <a:lumMod val="60000"/>
                    <a:lumOff val="40000"/>
                  </a:schemeClr>
                </a:solidFill>
                <a:latin typeface="Arial" panose="020B0604020202020204" pitchFamily="34" charset="0"/>
                <a:cs typeface="Arial" panose="020B0604020202020204" pitchFamily="34" charset="0"/>
              </a:rPr>
              <a:t> </a:t>
            </a:r>
            <a:r>
              <a:rPr lang="en-US" dirty="0" err="1">
                <a:solidFill>
                  <a:schemeClr val="accent2">
                    <a:lumMod val="60000"/>
                    <a:lumOff val="40000"/>
                  </a:schemeClr>
                </a:solidFill>
                <a:latin typeface="Arial" panose="020B0604020202020204" pitchFamily="34" charset="0"/>
                <a:cs typeface="Arial" panose="020B0604020202020204" pitchFamily="34" charset="0"/>
              </a:rPr>
              <a:t>phẫu</a:t>
            </a:r>
            <a:r>
              <a:rPr lang="en-US" dirty="0">
                <a:solidFill>
                  <a:schemeClr val="accent2">
                    <a:lumMod val="60000"/>
                    <a:lumOff val="40000"/>
                  </a:schemeClr>
                </a:solidFill>
                <a:latin typeface="Arial" panose="020B0604020202020204" pitchFamily="34" charset="0"/>
                <a:cs typeface="Arial" panose="020B0604020202020204" pitchFamily="34" charset="0"/>
              </a:rPr>
              <a:t> </a:t>
            </a:r>
            <a:r>
              <a:rPr lang="en-US" dirty="0" err="1">
                <a:solidFill>
                  <a:schemeClr val="accent2">
                    <a:lumMod val="60000"/>
                    <a:lumOff val="40000"/>
                  </a:schemeClr>
                </a:solidFill>
                <a:latin typeface="Arial" panose="020B0604020202020204" pitchFamily="34" charset="0"/>
                <a:cs typeface="Arial" panose="020B0604020202020204" pitchFamily="34" charset="0"/>
              </a:rPr>
              <a:t>gan</a:t>
            </a:r>
            <a:r>
              <a:rPr lang="en-US" dirty="0">
                <a:solidFill>
                  <a:schemeClr val="accent2">
                    <a:lumMod val="60000"/>
                    <a:lumOff val="40000"/>
                  </a:schemeClr>
                </a:solidFill>
                <a:latin typeface="Arial" panose="020B0604020202020204" pitchFamily="34" charset="0"/>
                <a:cs typeface="Arial" panose="020B0604020202020204" pitchFamily="34" charset="0"/>
              </a:rPr>
              <a:t>:</a:t>
            </a:r>
            <a:br>
              <a:rPr lang="en-US" dirty="0">
                <a:solidFill>
                  <a:schemeClr val="accent2">
                    <a:lumMod val="60000"/>
                    <a:lumOff val="40000"/>
                  </a:schemeClr>
                </a:solidFill>
                <a:latin typeface="Arial" panose="020B0604020202020204" pitchFamily="34" charset="0"/>
                <a:cs typeface="Arial" panose="020B0604020202020204" pitchFamily="34" charset="0"/>
              </a:rPr>
            </a:br>
            <a:endParaRPr lang="en-US" dirty="0"/>
          </a:p>
        </p:txBody>
      </p:sp>
      <p:sp>
        <p:nvSpPr>
          <p:cNvPr id="3" name="Content Placeholder 2"/>
          <p:cNvSpPr>
            <a:spLocks noGrp="1"/>
          </p:cNvSpPr>
          <p:nvPr>
            <p:ph idx="1"/>
          </p:nvPr>
        </p:nvSpPr>
        <p:spPr>
          <a:xfrm>
            <a:off x="363071" y="1143000"/>
            <a:ext cx="9668435" cy="5714999"/>
          </a:xfrm>
        </p:spPr>
        <p:txBody>
          <a:bodyPr>
            <a:normAutofit/>
          </a:bodyPr>
          <a:lstStyle/>
          <a:p>
            <a:r>
              <a:rPr lang="en-US" sz="2400" dirty="0" err="1">
                <a:latin typeface="Arial" panose="020B0604020202020204" pitchFamily="34" charset="0"/>
                <a:cs typeface="Arial" panose="020B0604020202020204" pitchFamily="34" charset="0"/>
              </a:rPr>
              <a:t>Giới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thường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ở </a:t>
            </a:r>
            <a:r>
              <a:rPr lang="en-US" sz="2400" dirty="0" smtClean="0">
                <a:latin typeface="Arial" panose="020B0604020202020204" pitchFamily="34" charset="0"/>
                <a:cs typeface="Arial" panose="020B0604020202020204" pitchFamily="34" charset="0"/>
              </a:rPr>
              <a:t>TE </a:t>
            </a:r>
            <a:r>
              <a:rPr lang="en-US" sz="2400" dirty="0" err="1">
                <a:latin typeface="Arial" panose="020B0604020202020204" pitchFamily="34" charset="0"/>
                <a:cs typeface="Arial" panose="020B0604020202020204" pitchFamily="34" charset="0"/>
              </a:rPr>
              <a:t>thay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đổi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theo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tuổi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càng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nhỏ</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càng</a:t>
            </a:r>
            <a:r>
              <a:rPr lang="en-US" sz="2400" dirty="0">
                <a:latin typeface="Arial" panose="020B0604020202020204" pitchFamily="34" charset="0"/>
                <a:cs typeface="Arial" panose="020B0604020202020204" pitchFamily="34" charset="0"/>
              </a:rPr>
              <a:t> di </a:t>
            </a:r>
            <a:r>
              <a:rPr lang="en-US" sz="2400" dirty="0" err="1">
                <a:latin typeface="Arial" panose="020B0604020202020204" pitchFamily="34" charset="0"/>
                <a:cs typeface="Arial" panose="020B0604020202020204" pitchFamily="34" charset="0"/>
              </a:rPr>
              <a:t>động</a:t>
            </a:r>
            <a:r>
              <a:rPr lang="en-US" sz="2400" dirty="0" smtClean="0">
                <a:latin typeface="Arial" panose="020B0604020202020204" pitchFamily="34" charset="0"/>
                <a:cs typeface="Arial" panose="020B0604020202020204" pitchFamily="34" charset="0"/>
              </a:rPr>
              <a:t>.</a:t>
            </a:r>
          </a:p>
          <a:p>
            <a:pPr marL="0" indent="0">
              <a:buNone/>
            </a:pPr>
            <a:endParaRPr lang="en-US" sz="2400" dirty="0">
              <a:latin typeface="Arial" panose="020B0604020202020204" pitchFamily="34" charset="0"/>
              <a:cs typeface="Arial" panose="020B0604020202020204" pitchFamily="34" charset="0"/>
            </a:endParaRPr>
          </a:p>
          <a:p>
            <a:r>
              <a:rPr lang="en-US" sz="2400" dirty="0" err="1">
                <a:latin typeface="Arial" panose="020B0604020202020204" pitchFamily="34" charset="0"/>
                <a:cs typeface="Arial" panose="020B0604020202020204" pitchFamily="34" charset="0"/>
              </a:rPr>
              <a:t>Hình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chiếu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bụng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lớn</a:t>
            </a:r>
            <a:r>
              <a:rPr lang="en-US" sz="2400" dirty="0">
                <a:latin typeface="Arial" panose="020B0604020202020204" pitchFamily="34" charset="0"/>
                <a:cs typeface="Arial" panose="020B0604020202020204" pitchFamily="34" charset="0"/>
              </a:rPr>
              <a:t>:</a:t>
            </a:r>
          </a:p>
          <a:p>
            <a:pPr marL="403225" indent="0">
              <a:buNone/>
            </a:pP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Bờ</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hạn</a:t>
            </a:r>
            <a:r>
              <a:rPr lang="en-US" sz="2400" dirty="0">
                <a:latin typeface="Arial" panose="020B0604020202020204" pitchFamily="34" charset="0"/>
                <a:cs typeface="Arial" panose="020B0604020202020204" pitchFamily="34" charset="0"/>
              </a:rPr>
              <a:t> ở </a:t>
            </a:r>
            <a:r>
              <a:rPr lang="en-US" sz="2400" dirty="0" err="1">
                <a:latin typeface="Arial" panose="020B0604020202020204" pitchFamily="34" charset="0"/>
                <a:cs typeface="Arial" panose="020B0604020202020204" pitchFamily="34" charset="0"/>
              </a:rPr>
              <a:t>liên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sườn</a:t>
            </a:r>
            <a:r>
              <a:rPr lang="en-US" sz="2400" dirty="0">
                <a:latin typeface="Arial" panose="020B0604020202020204" pitchFamily="34" charset="0"/>
                <a:cs typeface="Arial" panose="020B0604020202020204" pitchFamily="34" charset="0"/>
              </a:rPr>
              <a:t> V</a:t>
            </a:r>
          </a:p>
          <a:p>
            <a:pPr marL="403225" indent="0">
              <a:buNone/>
            </a:pP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Bờ</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dưới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a:t>
            </a:r>
            <a:endParaRPr lang="en-US" sz="2400" dirty="0" smtClean="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nvPr>
        </p:nvGraphicFramePr>
        <p:xfrm>
          <a:off x="363071" y="4050221"/>
          <a:ext cx="9106257" cy="2460224"/>
        </p:xfrm>
        <a:graphic>
          <a:graphicData uri="http://schemas.openxmlformats.org/drawingml/2006/table">
            <a:tbl>
              <a:tblPr firstRow="1" firstCol="1" bandRow="1">
                <a:tableStyleId>{5C22544A-7EE6-4342-B048-85BDC9FD1C3A}</a:tableStyleId>
              </a:tblPr>
              <a:tblGrid>
                <a:gridCol w="2923722">
                  <a:extLst>
                    <a:ext uri="{9D8B030D-6E8A-4147-A177-3AD203B41FA5}">
                      <a16:colId xmlns:a16="http://schemas.microsoft.com/office/drawing/2014/main" val="20000"/>
                    </a:ext>
                  </a:extLst>
                </a:gridCol>
                <a:gridCol w="2923722">
                  <a:extLst>
                    <a:ext uri="{9D8B030D-6E8A-4147-A177-3AD203B41FA5}">
                      <a16:colId xmlns:a16="http://schemas.microsoft.com/office/drawing/2014/main" val="20001"/>
                    </a:ext>
                  </a:extLst>
                </a:gridCol>
                <a:gridCol w="3258813">
                  <a:extLst>
                    <a:ext uri="{9D8B030D-6E8A-4147-A177-3AD203B41FA5}">
                      <a16:colId xmlns:a16="http://schemas.microsoft.com/office/drawing/2014/main" val="20002"/>
                    </a:ext>
                  </a:extLst>
                </a:gridCol>
              </a:tblGrid>
              <a:tr h="615056">
                <a:tc>
                  <a:txBody>
                    <a:bodyPr/>
                    <a:lstStyle/>
                    <a:p>
                      <a:pPr>
                        <a:lnSpc>
                          <a:spcPct val="107000"/>
                        </a:lnSpc>
                        <a:spcAft>
                          <a:spcPts val="0"/>
                        </a:spcAft>
                        <a:tabLst>
                          <a:tab pos="1628775" algn="l"/>
                        </a:tabLst>
                      </a:pPr>
                      <a:r>
                        <a:rPr lang="en-US" sz="14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tabLst>
                          <a:tab pos="1628775" algn="l"/>
                        </a:tabLst>
                      </a:pPr>
                      <a:r>
                        <a:rPr lang="en-US" sz="2400" dirty="0" err="1">
                          <a:effectLst/>
                          <a:latin typeface="Arial" panose="020B0604020202020204" pitchFamily="34" charset="0"/>
                          <a:cs typeface="Arial" panose="020B0604020202020204" pitchFamily="34" charset="0"/>
                        </a:rPr>
                        <a:t>Dưới</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mũi</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ức</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a:effectLst/>
                          <a:latin typeface="Arial" panose="020B0604020202020204" pitchFamily="34" charset="0"/>
                          <a:cs typeface="Arial" panose="020B0604020202020204" pitchFamily="34" charset="0"/>
                        </a:rPr>
                        <a:t>Dưới bờ sườn phải</a:t>
                      </a:r>
                      <a:endParaRPr lang="en-US"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615056">
                <a:tc>
                  <a:txBody>
                    <a:bodyPr/>
                    <a:lstStyle/>
                    <a:p>
                      <a:pPr>
                        <a:lnSpc>
                          <a:spcPct val="107000"/>
                        </a:lnSpc>
                        <a:spcAft>
                          <a:spcPts val="0"/>
                        </a:spcAft>
                        <a:tabLst>
                          <a:tab pos="1628775" algn="l"/>
                        </a:tabLst>
                      </a:pPr>
                      <a:r>
                        <a:rPr lang="en-US" sz="2400" dirty="0" err="1">
                          <a:effectLst/>
                          <a:latin typeface="Arial" panose="020B0604020202020204" pitchFamily="34" charset="0"/>
                          <a:cs typeface="Arial" panose="020B0604020202020204" pitchFamily="34" charset="0"/>
                        </a:rPr>
                        <a:t>Trẻ</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sơ</a:t>
                      </a:r>
                      <a:r>
                        <a:rPr lang="en-US" sz="2400" dirty="0">
                          <a:effectLst/>
                          <a:latin typeface="Arial" panose="020B0604020202020204" pitchFamily="34" charset="0"/>
                          <a:cs typeface="Arial" panose="020B0604020202020204" pitchFamily="34" charset="0"/>
                        </a:rPr>
                        <a:t> </a:t>
                      </a:r>
                      <a:r>
                        <a:rPr lang="en-US" sz="2400" dirty="0" err="1">
                          <a:effectLst/>
                          <a:latin typeface="Arial" panose="020B0604020202020204" pitchFamily="34" charset="0"/>
                          <a:cs typeface="Arial" panose="020B0604020202020204" pitchFamily="34" charset="0"/>
                        </a:rPr>
                        <a:t>sinh</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dirty="0">
                          <a:effectLst/>
                          <a:latin typeface="Arial" panose="020B0604020202020204" pitchFamily="34" charset="0"/>
                          <a:cs typeface="Arial" panose="020B0604020202020204" pitchFamily="34" charset="0"/>
                        </a:rPr>
                        <a:t>3-4cm</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dirty="0">
                          <a:effectLst/>
                          <a:latin typeface="Arial" panose="020B0604020202020204" pitchFamily="34" charset="0"/>
                          <a:cs typeface="Arial" panose="020B0604020202020204" pitchFamily="34" charset="0"/>
                        </a:rPr>
                        <a:t>2,5-3cm</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615056">
                <a:tc>
                  <a:txBody>
                    <a:bodyPr/>
                    <a:lstStyle/>
                    <a:p>
                      <a:pPr>
                        <a:lnSpc>
                          <a:spcPct val="107000"/>
                        </a:lnSpc>
                        <a:spcAft>
                          <a:spcPts val="0"/>
                        </a:spcAft>
                        <a:tabLst>
                          <a:tab pos="1628775" algn="l"/>
                        </a:tabLst>
                      </a:pPr>
                      <a:r>
                        <a:rPr lang="en-US" sz="2400" dirty="0">
                          <a:effectLst/>
                          <a:latin typeface="Arial" panose="020B0604020202020204" pitchFamily="34" charset="0"/>
                          <a:cs typeface="Arial" panose="020B0604020202020204" pitchFamily="34" charset="0"/>
                        </a:rPr>
                        <a:t>1-2 </a:t>
                      </a:r>
                      <a:r>
                        <a:rPr lang="en-US" sz="2400" dirty="0" err="1">
                          <a:effectLst/>
                          <a:latin typeface="Arial" panose="020B0604020202020204" pitchFamily="34" charset="0"/>
                          <a:cs typeface="Arial" panose="020B0604020202020204" pitchFamily="34" charset="0"/>
                        </a:rPr>
                        <a:t>tuổi</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dirty="0">
                          <a:effectLst/>
                          <a:latin typeface="Arial" panose="020B0604020202020204" pitchFamily="34" charset="0"/>
                          <a:cs typeface="Arial" panose="020B0604020202020204" pitchFamily="34" charset="0"/>
                        </a:rPr>
                        <a:t>2-3cm</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a:effectLst/>
                          <a:latin typeface="Arial" panose="020B0604020202020204" pitchFamily="34" charset="0"/>
                          <a:cs typeface="Arial" panose="020B0604020202020204" pitchFamily="34" charset="0"/>
                        </a:rPr>
                        <a:t>2cm</a:t>
                      </a:r>
                      <a:endParaRPr lang="en-US"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r h="615056">
                <a:tc>
                  <a:txBody>
                    <a:bodyPr/>
                    <a:lstStyle/>
                    <a:p>
                      <a:pPr>
                        <a:lnSpc>
                          <a:spcPct val="107000"/>
                        </a:lnSpc>
                        <a:spcAft>
                          <a:spcPts val="0"/>
                        </a:spcAft>
                        <a:tabLst>
                          <a:tab pos="1628775" algn="l"/>
                        </a:tabLst>
                      </a:pPr>
                      <a:r>
                        <a:rPr lang="en-US" sz="2400" dirty="0">
                          <a:effectLst/>
                          <a:latin typeface="Arial" panose="020B0604020202020204" pitchFamily="34" charset="0"/>
                          <a:cs typeface="Arial" panose="020B0604020202020204" pitchFamily="34" charset="0"/>
                        </a:rPr>
                        <a:t>3-7 </a:t>
                      </a:r>
                      <a:r>
                        <a:rPr lang="en-US" sz="2400" dirty="0" err="1">
                          <a:effectLst/>
                          <a:latin typeface="Arial" panose="020B0604020202020204" pitchFamily="34" charset="0"/>
                          <a:cs typeface="Arial" panose="020B0604020202020204" pitchFamily="34" charset="0"/>
                        </a:rPr>
                        <a:t>tuổi</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dirty="0">
                          <a:effectLst/>
                          <a:latin typeface="Arial" panose="020B0604020202020204" pitchFamily="34" charset="0"/>
                          <a:cs typeface="Arial" panose="020B0604020202020204" pitchFamily="34" charset="0"/>
                        </a:rPr>
                        <a:t> </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0"/>
                        </a:spcAft>
                        <a:tabLst>
                          <a:tab pos="1628775" algn="l"/>
                        </a:tabLst>
                      </a:pPr>
                      <a:r>
                        <a:rPr lang="en-US" sz="2400" dirty="0">
                          <a:effectLst/>
                          <a:latin typeface="Arial" panose="020B0604020202020204" pitchFamily="34" charset="0"/>
                          <a:cs typeface="Arial" panose="020B0604020202020204" pitchFamily="34" charset="0"/>
                        </a:rPr>
                        <a:t>1cm</a:t>
                      </a:r>
                      <a:endParaRPr lang="en-US"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p:sp>
        <p:nvSpPr>
          <p:cNvPr id="5" name="Rectangle 1"/>
          <p:cNvSpPr>
            <a:spLocks noChangeArrowheads="1"/>
          </p:cNvSpPr>
          <p:nvPr/>
        </p:nvSpPr>
        <p:spPr bwMode="auto">
          <a:xfrm>
            <a:off x="501183" y="3698689"/>
            <a:ext cx="16520145" cy="129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52607005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526" y="233082"/>
            <a:ext cx="8596668" cy="1320800"/>
          </a:xfrm>
        </p:spPr>
        <p:txBody>
          <a:bodyPr/>
          <a:lstStyle/>
          <a:p>
            <a:r>
              <a:rPr lang="en-US" dirty="0">
                <a:solidFill>
                  <a:schemeClr val="accent2">
                    <a:lumMod val="60000"/>
                    <a:lumOff val="40000"/>
                  </a:schemeClr>
                </a:solidFill>
                <a:latin typeface="Arial" panose="020B0604020202020204" pitchFamily="34" charset="0"/>
                <a:cs typeface="Arial" panose="020B0604020202020204" pitchFamily="34" charset="0"/>
              </a:rPr>
              <a:t>*</a:t>
            </a:r>
            <a:r>
              <a:rPr lang="en-US" dirty="0" err="1">
                <a:solidFill>
                  <a:schemeClr val="accent2">
                    <a:lumMod val="60000"/>
                    <a:lumOff val="40000"/>
                  </a:schemeClr>
                </a:solidFill>
                <a:latin typeface="Arial" panose="020B0604020202020204" pitchFamily="34" charset="0"/>
                <a:cs typeface="Arial" panose="020B0604020202020204" pitchFamily="34" charset="0"/>
              </a:rPr>
              <a:t>Giải</a:t>
            </a:r>
            <a:r>
              <a:rPr lang="en-US" dirty="0">
                <a:solidFill>
                  <a:schemeClr val="accent2">
                    <a:lumMod val="60000"/>
                    <a:lumOff val="40000"/>
                  </a:schemeClr>
                </a:solidFill>
                <a:latin typeface="Arial" panose="020B0604020202020204" pitchFamily="34" charset="0"/>
                <a:cs typeface="Arial" panose="020B0604020202020204" pitchFamily="34" charset="0"/>
              </a:rPr>
              <a:t> </a:t>
            </a:r>
            <a:r>
              <a:rPr lang="en-US" dirty="0" err="1">
                <a:solidFill>
                  <a:schemeClr val="accent2">
                    <a:lumMod val="60000"/>
                    <a:lumOff val="40000"/>
                  </a:schemeClr>
                </a:solidFill>
                <a:latin typeface="Arial" panose="020B0604020202020204" pitchFamily="34" charset="0"/>
                <a:cs typeface="Arial" panose="020B0604020202020204" pitchFamily="34" charset="0"/>
              </a:rPr>
              <a:t>phẫu</a:t>
            </a:r>
            <a:r>
              <a:rPr lang="en-US" dirty="0">
                <a:solidFill>
                  <a:schemeClr val="accent2">
                    <a:lumMod val="60000"/>
                    <a:lumOff val="40000"/>
                  </a:schemeClr>
                </a:solidFill>
                <a:latin typeface="Arial" panose="020B0604020202020204" pitchFamily="34" charset="0"/>
                <a:cs typeface="Arial" panose="020B0604020202020204" pitchFamily="34" charset="0"/>
              </a:rPr>
              <a:t> </a:t>
            </a:r>
            <a:r>
              <a:rPr lang="en-US" dirty="0" err="1">
                <a:solidFill>
                  <a:schemeClr val="accent2">
                    <a:lumMod val="60000"/>
                    <a:lumOff val="40000"/>
                  </a:schemeClr>
                </a:solidFill>
                <a:latin typeface="Arial" panose="020B0604020202020204" pitchFamily="34" charset="0"/>
                <a:cs typeface="Arial" panose="020B0604020202020204" pitchFamily="34" charset="0"/>
              </a:rPr>
              <a:t>gan</a:t>
            </a:r>
            <a:r>
              <a:rPr lang="en-US" dirty="0">
                <a:solidFill>
                  <a:schemeClr val="accent2">
                    <a:lumMod val="60000"/>
                    <a:lumOff val="40000"/>
                  </a:schemeClr>
                </a:solidFill>
                <a:latin typeface="Arial" panose="020B0604020202020204" pitchFamily="34" charset="0"/>
                <a:cs typeface="Arial" panose="020B0604020202020204" pitchFamily="34" charset="0"/>
              </a:rPr>
              <a:t>:</a:t>
            </a:r>
            <a:br>
              <a:rPr lang="en-US" dirty="0">
                <a:solidFill>
                  <a:schemeClr val="accent2">
                    <a:lumMod val="60000"/>
                    <a:lumOff val="40000"/>
                  </a:schemeClr>
                </a:solidFill>
                <a:latin typeface="Arial" panose="020B0604020202020204" pitchFamily="34" charset="0"/>
                <a:cs typeface="Arial" panose="020B0604020202020204" pitchFamily="34" charset="0"/>
              </a:rPr>
            </a:br>
            <a:endParaRPr lang="en-US" dirty="0"/>
          </a:p>
        </p:txBody>
      </p:sp>
      <p:sp>
        <p:nvSpPr>
          <p:cNvPr id="3" name="Content Placeholder 2"/>
          <p:cNvSpPr>
            <a:spLocks noGrp="1"/>
          </p:cNvSpPr>
          <p:nvPr>
            <p:ph idx="1"/>
          </p:nvPr>
        </p:nvSpPr>
        <p:spPr>
          <a:xfrm>
            <a:off x="628526" y="1264023"/>
            <a:ext cx="9515537" cy="4804233"/>
          </a:xfrm>
        </p:spPr>
        <p:txBody>
          <a:bodyPr>
            <a:normAutofit/>
          </a:bodyPr>
          <a:lstStyle/>
          <a:p>
            <a:r>
              <a:rPr lang="en-US" sz="2400" i="1" dirty="0">
                <a:solidFill>
                  <a:schemeClr val="accent4"/>
                </a:solidFill>
                <a:latin typeface="Arial" panose="020B0604020202020204" pitchFamily="34" charset="0"/>
                <a:cs typeface="Arial" panose="020B0604020202020204" pitchFamily="34" charset="0"/>
              </a:rPr>
              <a:t>*</a:t>
            </a:r>
            <a:r>
              <a:rPr lang="en-US" sz="2400" i="1" dirty="0" err="1">
                <a:solidFill>
                  <a:schemeClr val="accent4"/>
                </a:solidFill>
                <a:latin typeface="Arial" panose="020B0604020202020204" pitchFamily="34" charset="0"/>
                <a:cs typeface="Arial" panose="020B0604020202020204" pitchFamily="34" charset="0"/>
              </a:rPr>
              <a:t>Về</a:t>
            </a:r>
            <a:r>
              <a:rPr lang="en-US" sz="2400" i="1" dirty="0">
                <a:solidFill>
                  <a:schemeClr val="accent4"/>
                </a:solidFill>
                <a:latin typeface="Arial" panose="020B0604020202020204" pitchFamily="34" charset="0"/>
                <a:cs typeface="Arial" panose="020B0604020202020204" pitchFamily="34" charset="0"/>
              </a:rPr>
              <a:t> </a:t>
            </a:r>
            <a:r>
              <a:rPr lang="en-US" sz="2400" i="1" dirty="0" err="1">
                <a:solidFill>
                  <a:schemeClr val="accent4"/>
                </a:solidFill>
                <a:latin typeface="Arial" panose="020B0604020202020204" pitchFamily="34" charset="0"/>
                <a:cs typeface="Arial" panose="020B0604020202020204" pitchFamily="34" charset="0"/>
              </a:rPr>
              <a:t>mặt</a:t>
            </a:r>
            <a:r>
              <a:rPr lang="en-US" sz="2400" i="1" dirty="0">
                <a:solidFill>
                  <a:schemeClr val="accent4"/>
                </a:solidFill>
                <a:latin typeface="Arial" panose="020B0604020202020204" pitchFamily="34" charset="0"/>
                <a:cs typeface="Arial" panose="020B0604020202020204" pitchFamily="34" charset="0"/>
              </a:rPr>
              <a:t> </a:t>
            </a:r>
            <a:r>
              <a:rPr lang="en-US" sz="2400" i="1" dirty="0" err="1">
                <a:solidFill>
                  <a:schemeClr val="accent4"/>
                </a:solidFill>
                <a:latin typeface="Arial" panose="020B0604020202020204" pitchFamily="34" charset="0"/>
                <a:cs typeface="Arial" panose="020B0604020202020204" pitchFamily="34" charset="0"/>
              </a:rPr>
              <a:t>tổ</a:t>
            </a:r>
            <a:r>
              <a:rPr lang="en-US" sz="2400" i="1" dirty="0">
                <a:solidFill>
                  <a:schemeClr val="accent4"/>
                </a:solidFill>
                <a:latin typeface="Arial" panose="020B0604020202020204" pitchFamily="34" charset="0"/>
                <a:cs typeface="Arial" panose="020B0604020202020204" pitchFamily="34" charset="0"/>
              </a:rPr>
              <a:t> </a:t>
            </a:r>
            <a:r>
              <a:rPr lang="en-US" sz="2400" i="1" dirty="0" err="1">
                <a:solidFill>
                  <a:schemeClr val="accent4"/>
                </a:solidFill>
                <a:latin typeface="Arial" panose="020B0604020202020204" pitchFamily="34" charset="0"/>
                <a:cs typeface="Arial" panose="020B0604020202020204" pitchFamily="34" charset="0"/>
              </a:rPr>
              <a:t>chức</a:t>
            </a:r>
            <a:r>
              <a:rPr lang="en-US" sz="2400" i="1" dirty="0">
                <a:solidFill>
                  <a:schemeClr val="accent4"/>
                </a:solidFill>
                <a:latin typeface="Arial" panose="020B0604020202020204" pitchFamily="34" charset="0"/>
                <a:cs typeface="Arial" panose="020B0604020202020204" pitchFamily="34" charset="0"/>
              </a:rPr>
              <a:t> </a:t>
            </a:r>
            <a:r>
              <a:rPr lang="en-US" sz="2400" i="1" dirty="0" err="1">
                <a:solidFill>
                  <a:schemeClr val="accent4"/>
                </a:solidFill>
                <a:latin typeface="Arial" panose="020B0604020202020204" pitchFamily="34" charset="0"/>
                <a:cs typeface="Arial" panose="020B0604020202020204" pitchFamily="34" charset="0"/>
              </a:rPr>
              <a:t>học</a:t>
            </a:r>
            <a:r>
              <a:rPr lang="en-US" sz="2400" i="1" dirty="0">
                <a:solidFill>
                  <a:schemeClr val="accent4"/>
                </a:solidFill>
                <a:latin typeface="Arial" panose="020B0604020202020204" pitchFamily="34" charset="0"/>
                <a:cs typeface="Arial" panose="020B0604020202020204" pitchFamily="34" charset="0"/>
              </a:rPr>
              <a:t>:</a:t>
            </a:r>
            <a:r>
              <a:rPr lang="en-US" sz="2400" dirty="0">
                <a:solidFill>
                  <a:schemeClr val="accent4"/>
                </a:solidFill>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kích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thước</a:t>
            </a:r>
            <a:r>
              <a:rPr lang="en-US" sz="2400" dirty="0">
                <a:latin typeface="Arial" panose="020B0604020202020204" pitchFamily="34" charset="0"/>
                <a:cs typeface="Arial" panose="020B0604020202020204" pitchFamily="34" charset="0"/>
              </a:rPr>
              <a:t> TB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nhỏ</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mô</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triển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tương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đối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máu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triển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nhiều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trong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những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hốc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sản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máu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trong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kì</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thai.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Đến</a:t>
            </a:r>
            <a:r>
              <a:rPr lang="en-US" sz="2400" dirty="0">
                <a:latin typeface="Arial" panose="020B0604020202020204" pitchFamily="34" charset="0"/>
                <a:cs typeface="Arial" panose="020B0604020202020204" pitchFamily="34" charset="0"/>
              </a:rPr>
              <a:t> 8 </a:t>
            </a:r>
            <a:r>
              <a:rPr lang="en-US" sz="2400" dirty="0" err="1">
                <a:latin typeface="Arial" panose="020B0604020202020204" pitchFamily="34" charset="0"/>
                <a:cs typeface="Arial" panose="020B0604020202020204" pitchFamily="34" charset="0"/>
              </a:rPr>
              <a:t>tuổi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cấu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trúc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ở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em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hoàn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toàn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như</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lớn</a:t>
            </a:r>
            <a:r>
              <a:rPr lang="en-US" sz="2400" dirty="0" smtClean="0">
                <a:latin typeface="Arial" panose="020B0604020202020204" pitchFamily="34" charset="0"/>
                <a:cs typeface="Arial" panose="020B0604020202020204" pitchFamily="34" charset="0"/>
              </a:rPr>
              <a:t>.</a:t>
            </a:r>
          </a:p>
          <a:p>
            <a:pPr marL="0" indent="0">
              <a:buNone/>
            </a:pPr>
            <a:endParaRPr lang="en-US" sz="2400" dirty="0">
              <a:latin typeface="Arial" panose="020B0604020202020204" pitchFamily="34" charset="0"/>
              <a:cs typeface="Arial" panose="020B0604020202020204" pitchFamily="34" charset="0"/>
            </a:endParaRPr>
          </a:p>
          <a:p>
            <a:pPr marL="0" indent="0">
              <a:buNone/>
            </a:pPr>
            <a:r>
              <a:rPr lang="en-US" sz="2400" dirty="0" smtClean="0">
                <a:latin typeface="Arial" panose="020B0604020202020204" pitchFamily="34" charset="0"/>
                <a:cs typeface="Arial" panose="020B0604020202020204" pitchFamily="34" charset="0"/>
              </a:rPr>
              <a:t>=&gt; </a:t>
            </a:r>
            <a:r>
              <a:rPr lang="en-US" sz="2400" dirty="0" err="1" smtClean="0">
                <a:latin typeface="Arial" panose="020B0604020202020204" pitchFamily="34" charset="0"/>
                <a:cs typeface="Arial" panose="020B0604020202020204" pitchFamily="34" charset="0"/>
              </a:rPr>
              <a:t>Gan</a:t>
            </a:r>
            <a:r>
              <a:rPr lang="en-US" sz="2400" dirty="0" smtClean="0">
                <a:latin typeface="Arial" panose="020B0604020202020204" pitchFamily="34" charset="0"/>
                <a:cs typeface="Arial" panose="020B0604020202020204" pitchFamily="34" charset="0"/>
              </a:rPr>
              <a:t> TE </a:t>
            </a:r>
            <a:r>
              <a:rPr lang="en-US" sz="2400" dirty="0" err="1">
                <a:latin typeface="Arial" panose="020B0604020202020204" pitchFamily="34" charset="0"/>
                <a:cs typeface="Arial" panose="020B0604020202020204" pitchFamily="34" charset="0"/>
              </a:rPr>
              <a:t>dễ</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phản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ứng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to </a:t>
            </a:r>
            <a:r>
              <a:rPr lang="en-US" sz="2400" dirty="0" err="1">
                <a:latin typeface="Arial" panose="020B0604020202020204" pitchFamily="34" charset="0"/>
                <a:cs typeface="Arial" panose="020B0604020202020204" pitchFamily="34" charset="0"/>
              </a:rPr>
              <a:t>khi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mắc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nhiễm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khuẩn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máu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nhiễm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đôc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dễ</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thoái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hóa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mỡ</a:t>
            </a:r>
            <a:r>
              <a:rPr lang="en-US" sz="2400" dirty="0">
                <a:latin typeface="Arial" panose="020B0604020202020204" pitchFamily="34" charset="0"/>
                <a:cs typeface="Arial" panose="020B0604020202020204" pitchFamily="34" charset="0"/>
              </a:rPr>
              <a:t>. </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866132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8596668" cy="1210235"/>
          </a:xfrm>
        </p:spPr>
        <p:txBody>
          <a:bodyPr>
            <a:normAutofit/>
          </a:bodyPr>
          <a:lstStyle/>
          <a:p>
            <a:r>
              <a:rPr lang="en-US" dirty="0" smtClean="0">
                <a:solidFill>
                  <a:schemeClr val="accent2">
                    <a:lumMod val="60000"/>
                    <a:lumOff val="40000"/>
                  </a:schemeClr>
                </a:solidFill>
                <a:latin typeface="Arial" panose="020B0604020202020204" pitchFamily="34" charset="0"/>
                <a:cs typeface="Arial" panose="020B0604020202020204" pitchFamily="34" charset="0"/>
              </a:rPr>
              <a:t>*</a:t>
            </a:r>
            <a:r>
              <a:rPr lang="en-US" dirty="0" err="1" smtClean="0">
                <a:solidFill>
                  <a:schemeClr val="accent2">
                    <a:lumMod val="60000"/>
                    <a:lumOff val="40000"/>
                  </a:schemeClr>
                </a:solidFill>
                <a:latin typeface="Arial" panose="020B0604020202020204" pitchFamily="34" charset="0"/>
                <a:cs typeface="Arial" panose="020B0604020202020204" pitchFamily="34" charset="0"/>
              </a:rPr>
              <a:t>Chức</a:t>
            </a:r>
            <a:r>
              <a:rPr lang="en-US" dirty="0" smtClean="0">
                <a:solidFill>
                  <a:schemeClr val="accent2">
                    <a:lumMod val="60000"/>
                    <a:lumOff val="40000"/>
                  </a:schemeClr>
                </a:solidFill>
                <a:latin typeface="Arial" panose="020B0604020202020204" pitchFamily="34" charset="0"/>
                <a:cs typeface="Arial" panose="020B0604020202020204" pitchFamily="34" charset="0"/>
              </a:rPr>
              <a:t> </a:t>
            </a:r>
            <a:r>
              <a:rPr lang="en-US" dirty="0" err="1" smtClean="0">
                <a:solidFill>
                  <a:schemeClr val="accent2">
                    <a:lumMod val="60000"/>
                    <a:lumOff val="40000"/>
                  </a:schemeClr>
                </a:solidFill>
                <a:latin typeface="Arial" panose="020B0604020202020204" pitchFamily="34" charset="0"/>
                <a:cs typeface="Arial" panose="020B0604020202020204" pitchFamily="34" charset="0"/>
              </a:rPr>
              <a:t>phận</a:t>
            </a:r>
            <a:r>
              <a:rPr lang="en-US" dirty="0" smtClean="0">
                <a:solidFill>
                  <a:schemeClr val="accent2">
                    <a:lumMod val="60000"/>
                    <a:lumOff val="40000"/>
                  </a:schemeClr>
                </a:solidFill>
                <a:latin typeface="Arial" panose="020B0604020202020204" pitchFamily="34" charset="0"/>
                <a:cs typeface="Arial" panose="020B0604020202020204" pitchFamily="34" charset="0"/>
              </a:rPr>
              <a:t> </a:t>
            </a:r>
            <a:r>
              <a:rPr lang="en-US" dirty="0" err="1" smtClean="0">
                <a:solidFill>
                  <a:schemeClr val="accent2">
                    <a:lumMod val="60000"/>
                    <a:lumOff val="40000"/>
                  </a:schemeClr>
                </a:solidFill>
                <a:latin typeface="Arial" panose="020B0604020202020204" pitchFamily="34" charset="0"/>
                <a:cs typeface="Arial" panose="020B0604020202020204" pitchFamily="34" charset="0"/>
              </a:rPr>
              <a:t>của</a:t>
            </a:r>
            <a:r>
              <a:rPr lang="en-US" dirty="0" smtClean="0">
                <a:solidFill>
                  <a:schemeClr val="accent2">
                    <a:lumMod val="60000"/>
                    <a:lumOff val="40000"/>
                  </a:schemeClr>
                </a:solidFill>
                <a:latin typeface="Arial" panose="020B0604020202020204" pitchFamily="34" charset="0"/>
                <a:cs typeface="Arial" panose="020B0604020202020204" pitchFamily="34" charset="0"/>
              </a:rPr>
              <a:t> </a:t>
            </a:r>
            <a:r>
              <a:rPr lang="en-US" dirty="0" err="1">
                <a:solidFill>
                  <a:schemeClr val="accent2">
                    <a:lumMod val="60000"/>
                    <a:lumOff val="40000"/>
                  </a:schemeClr>
                </a:solidFill>
                <a:latin typeface="Arial" panose="020B0604020202020204" pitchFamily="34" charset="0"/>
                <a:cs typeface="Arial" panose="020B0604020202020204" pitchFamily="34" charset="0"/>
              </a:rPr>
              <a:t>gan</a:t>
            </a:r>
            <a:r>
              <a:rPr lang="en-US" dirty="0">
                <a:solidFill>
                  <a:schemeClr val="accent2">
                    <a:lumMod val="60000"/>
                    <a:lumOff val="40000"/>
                  </a:schemeClr>
                </a:solidFill>
                <a:latin typeface="Arial" panose="020B0604020202020204" pitchFamily="34" charset="0"/>
                <a:cs typeface="Arial" panose="020B0604020202020204" pitchFamily="34" charset="0"/>
              </a:rPr>
              <a:t>:</a:t>
            </a:r>
            <a:br>
              <a:rPr lang="en-US" dirty="0">
                <a:solidFill>
                  <a:schemeClr val="accent2">
                    <a:lumMod val="60000"/>
                    <a:lumOff val="40000"/>
                  </a:schemeClr>
                </a:solidFill>
                <a:latin typeface="Arial" panose="020B0604020202020204" pitchFamily="34" charset="0"/>
                <a:cs typeface="Arial" panose="020B0604020202020204" pitchFamily="34" charset="0"/>
              </a:rPr>
            </a:br>
            <a:endParaRPr lang="en-US" dirty="0"/>
          </a:p>
        </p:txBody>
      </p:sp>
      <p:graphicFrame>
        <p:nvGraphicFramePr>
          <p:cNvPr id="4" name="Content Placeholder 3"/>
          <p:cNvGraphicFramePr>
            <a:graphicFrameLocks noGrp="1"/>
          </p:cNvGraphicFramePr>
          <p:nvPr>
            <p:ph idx="1"/>
            <p:extLst/>
          </p:nvPr>
        </p:nvGraphicFramePr>
        <p:xfrm>
          <a:off x="677863" y="968375"/>
          <a:ext cx="11142102" cy="55937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43992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3204" y="0"/>
            <a:ext cx="3854528" cy="1021976"/>
          </a:xfrm>
        </p:spPr>
        <p:txBody>
          <a:bodyPr>
            <a:normAutofit/>
          </a:bodyPr>
          <a:lstStyle/>
          <a:p>
            <a:r>
              <a:rPr lang="en-US" sz="4000" dirty="0" smtClean="0">
                <a:solidFill>
                  <a:schemeClr val="tx1"/>
                </a:solidFill>
                <a:latin typeface="Arial" panose="020B0604020202020204" pitchFamily="34" charset="0"/>
                <a:cs typeface="Arial" panose="020B0604020202020204" pitchFamily="34" charset="0"/>
              </a:rPr>
              <a:t>7. </a:t>
            </a:r>
            <a:r>
              <a:rPr lang="en-US" sz="4000" dirty="0" err="1" smtClean="0">
                <a:solidFill>
                  <a:schemeClr val="tx1"/>
                </a:solidFill>
                <a:latin typeface="Arial" panose="020B0604020202020204" pitchFamily="34" charset="0"/>
                <a:cs typeface="Arial" panose="020B0604020202020204" pitchFamily="34" charset="0"/>
              </a:rPr>
              <a:t>Mật</a:t>
            </a:r>
            <a:endParaRPr lang="en-US" sz="4000" dirty="0">
              <a:solidFill>
                <a:schemeClr val="tx1"/>
              </a:solidFill>
              <a:latin typeface="Arial" panose="020B0604020202020204" pitchFamily="34" charset="0"/>
              <a:cs typeface="Arial" panose="020B0604020202020204" pitchFamily="34" charset="0"/>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59506" y="1156447"/>
            <a:ext cx="6834171" cy="5378824"/>
          </a:xfrm>
        </p:spPr>
      </p:pic>
      <p:sp>
        <p:nvSpPr>
          <p:cNvPr id="5" name="Text Placeholder 4"/>
          <p:cNvSpPr>
            <a:spLocks noGrp="1"/>
          </p:cNvSpPr>
          <p:nvPr>
            <p:ph type="body" sz="half" idx="2"/>
          </p:nvPr>
        </p:nvSpPr>
        <p:spPr>
          <a:xfrm>
            <a:off x="147917" y="1156447"/>
            <a:ext cx="5311589" cy="5701553"/>
          </a:xfrm>
        </p:spPr>
        <p:txBody>
          <a:bodyPr>
            <a:normAutofit/>
          </a:bodyPr>
          <a:lstStyle/>
          <a:p>
            <a:r>
              <a:rPr lang="en-US" sz="3600" dirty="0" smtClean="0">
                <a:solidFill>
                  <a:schemeClr val="accent1"/>
                </a:solidFill>
                <a:latin typeface="Arial" panose="020B0604020202020204" pitchFamily="34" charset="0"/>
                <a:cs typeface="Arial" panose="020B0604020202020204" pitchFamily="34" charset="0"/>
              </a:rPr>
              <a:t>* </a:t>
            </a:r>
            <a:r>
              <a:rPr lang="en-US" sz="3600" dirty="0" err="1" smtClean="0">
                <a:solidFill>
                  <a:schemeClr val="accent1"/>
                </a:solidFill>
                <a:latin typeface="Arial" panose="020B0604020202020204" pitchFamily="34" charset="0"/>
                <a:cs typeface="Arial" panose="020B0604020202020204" pitchFamily="34" charset="0"/>
              </a:rPr>
              <a:t>Giải</a:t>
            </a:r>
            <a:r>
              <a:rPr lang="en-US" sz="3600" dirty="0" smtClean="0">
                <a:solidFill>
                  <a:schemeClr val="accent1"/>
                </a:solidFill>
                <a:latin typeface="Arial" panose="020B0604020202020204" pitchFamily="34" charset="0"/>
                <a:cs typeface="Arial" panose="020B0604020202020204" pitchFamily="34" charset="0"/>
              </a:rPr>
              <a:t> </a:t>
            </a:r>
            <a:r>
              <a:rPr lang="en-US" sz="3600" dirty="0" err="1" smtClean="0">
                <a:solidFill>
                  <a:schemeClr val="accent1"/>
                </a:solidFill>
                <a:latin typeface="Arial" panose="020B0604020202020204" pitchFamily="34" charset="0"/>
                <a:cs typeface="Arial" panose="020B0604020202020204" pitchFamily="34" charset="0"/>
              </a:rPr>
              <a:t>phẫu</a:t>
            </a:r>
            <a:r>
              <a:rPr lang="en-US" sz="3600" dirty="0" smtClean="0">
                <a:solidFill>
                  <a:schemeClr val="accent1"/>
                </a:solidFill>
                <a:latin typeface="Arial" panose="020B0604020202020204" pitchFamily="34" charset="0"/>
                <a:cs typeface="Arial" panose="020B0604020202020204" pitchFamily="34" charset="0"/>
              </a:rPr>
              <a:t> </a:t>
            </a:r>
            <a:r>
              <a:rPr lang="en-US" sz="3600" dirty="0" err="1" smtClean="0">
                <a:solidFill>
                  <a:schemeClr val="accent1"/>
                </a:solidFill>
                <a:latin typeface="Arial" panose="020B0604020202020204" pitchFamily="34" charset="0"/>
                <a:cs typeface="Arial" panose="020B0604020202020204" pitchFamily="34" charset="0"/>
              </a:rPr>
              <a:t>mật</a:t>
            </a:r>
            <a:r>
              <a:rPr lang="en-US" sz="3600" dirty="0" smtClean="0">
                <a:solidFill>
                  <a:schemeClr val="accent1"/>
                </a:solidFill>
                <a:latin typeface="Arial" panose="020B0604020202020204" pitchFamily="34" charset="0"/>
                <a:cs typeface="Arial" panose="020B0604020202020204" pitchFamily="34" charset="0"/>
              </a:rPr>
              <a:t>:</a:t>
            </a:r>
          </a:p>
          <a:p>
            <a:r>
              <a:rPr lang="en-US"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Túi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mật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là</a:t>
            </a:r>
            <a:r>
              <a:rPr lang="en-US" sz="2400" dirty="0" smtClean="0">
                <a:latin typeface="Arial" panose="020B0604020202020204" pitchFamily="34" charset="0"/>
                <a:cs typeface="Arial" panose="020B0604020202020204" pitchFamily="34" charset="0"/>
              </a:rPr>
              <a:t> 1 </a:t>
            </a:r>
            <a:r>
              <a:rPr lang="en-US" sz="2400" dirty="0" err="1" smtClean="0">
                <a:latin typeface="Arial" panose="020B0604020202020204" pitchFamily="34" charset="0"/>
                <a:cs typeface="Arial" panose="020B0604020202020204" pitchFamily="34" charset="0"/>
              </a:rPr>
              <a:t>túi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hình</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quả</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lê</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nằm</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áp</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vào</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hố</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túi</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mật</a:t>
            </a:r>
            <a:r>
              <a:rPr lang="en-US" sz="2400" dirty="0" smtClean="0">
                <a:latin typeface="Arial" panose="020B0604020202020204" pitchFamily="34" charset="0"/>
                <a:cs typeface="Arial" panose="020B0604020202020204" pitchFamily="34" charset="0"/>
              </a:rPr>
              <a:t> ở </a:t>
            </a:r>
            <a:r>
              <a:rPr lang="en-US" sz="2400" dirty="0" err="1" smtClean="0">
                <a:latin typeface="Arial" panose="020B0604020202020204" pitchFamily="34" charset="0"/>
                <a:cs typeface="Arial" panose="020B0604020202020204" pitchFamily="34" charset="0"/>
              </a:rPr>
              <a:t>mặt</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tạng</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thùy</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gan</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phải</a:t>
            </a:r>
            <a:r>
              <a:rPr lang="en-US" sz="2400" dirty="0" smtClean="0">
                <a:latin typeface="Arial" panose="020B0604020202020204" pitchFamily="34" charset="0"/>
                <a:cs typeface="Arial" panose="020B0604020202020204" pitchFamily="34" charset="0"/>
              </a:rPr>
              <a:t>.</a:t>
            </a:r>
          </a:p>
          <a:p>
            <a:r>
              <a:rPr lang="en-US" sz="2400" dirty="0" smtClean="0">
                <a:latin typeface="Arial" panose="020B0604020202020204" pitchFamily="34" charset="0"/>
                <a:cs typeface="Arial" panose="020B0604020202020204" pitchFamily="34" charset="0"/>
              </a:rPr>
              <a:t>-</a:t>
            </a:r>
            <a:r>
              <a:rPr lang="en-US" sz="2400" dirty="0" err="1" smtClean="0">
                <a:latin typeface="Arial" panose="020B0604020202020204" pitchFamily="34" charset="0"/>
                <a:cs typeface="Arial" panose="020B0604020202020204" pitchFamily="34" charset="0"/>
              </a:rPr>
              <a:t>Túi</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nhỏ</a:t>
            </a:r>
            <a:r>
              <a:rPr lang="en-US" sz="2400" dirty="0">
                <a:latin typeface="Arial" panose="020B0604020202020204" pitchFamily="34" charset="0"/>
                <a:cs typeface="Arial" panose="020B0604020202020204" pitchFamily="34" charset="0"/>
              </a:rPr>
              <a:t> </a:t>
            </a:r>
            <a:endParaRPr lang="en-US" sz="2400" dirty="0" smtClean="0">
              <a:latin typeface="Arial" panose="020B0604020202020204" pitchFamily="34" charset="0"/>
              <a:cs typeface="Arial" panose="020B0604020202020204" pitchFamily="34" charset="0"/>
            </a:endParaRPr>
          </a:p>
          <a:p>
            <a:r>
              <a:rPr lang="en-US" sz="2400" dirty="0" err="1" smtClean="0">
                <a:latin typeface="Arial" panose="020B0604020202020204" pitchFamily="34" charset="0"/>
                <a:cs typeface="Arial" panose="020B0604020202020204" pitchFamily="34" charset="0"/>
              </a:rPr>
              <a:t>có</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thấy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trong</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SA </a:t>
            </a:r>
            <a:r>
              <a:rPr lang="en-US" sz="2400" dirty="0" err="1" smtClean="0">
                <a:latin typeface="Arial" panose="020B0604020202020204" pitchFamily="34" charset="0"/>
                <a:cs typeface="Arial" panose="020B0604020202020204" pitchFamily="34" charset="0"/>
              </a:rPr>
              <a:t>gan</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túi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thấy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trẻ</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teo</a:t>
            </a:r>
            <a:r>
              <a:rPr lang="en-US" sz="2400" i="1"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đường</a:t>
            </a:r>
            <a:r>
              <a:rPr lang="en-US" sz="2400" i="1" dirty="0">
                <a:latin typeface="Arial" panose="020B0604020202020204" pitchFamily="34" charset="0"/>
                <a:cs typeface="Arial" panose="020B0604020202020204" pitchFamily="34" charset="0"/>
              </a:rPr>
              <a:t> </a:t>
            </a:r>
            <a:r>
              <a:rPr lang="en-US" sz="2400" i="1" dirty="0" err="1" smtClean="0">
                <a:latin typeface="Arial" panose="020B0604020202020204" pitchFamily="34" charset="0"/>
                <a:cs typeface="Arial" panose="020B0604020202020204" pitchFamily="34" charset="0"/>
              </a:rPr>
              <a:t>mật</a:t>
            </a:r>
            <a:r>
              <a:rPr lang="en-US" sz="2400" i="1"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hoặc</a:t>
            </a:r>
            <a:r>
              <a:rPr lang="en-US" sz="2400" dirty="0" smtClean="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trẻ</a:t>
            </a:r>
            <a:r>
              <a:rPr lang="en-US" sz="2400" dirty="0" smtClean="0">
                <a:latin typeface="Arial" panose="020B0604020202020204" pitchFamily="34" charset="0"/>
                <a:cs typeface="Arial" panose="020B0604020202020204" pitchFamily="34" charset="0"/>
              </a:rPr>
              <a:t> </a:t>
            </a:r>
            <a:r>
              <a:rPr lang="en-US" sz="2400" i="1" dirty="0" err="1" smtClean="0">
                <a:latin typeface="Arial" panose="020B0604020202020204" pitchFamily="34" charset="0"/>
                <a:cs typeface="Arial" panose="020B0604020202020204" pitchFamily="34" charset="0"/>
              </a:rPr>
              <a:t>sau</a:t>
            </a:r>
            <a:r>
              <a:rPr lang="en-US" sz="2400" i="1" dirty="0" smtClean="0">
                <a:latin typeface="Arial" panose="020B0604020202020204" pitchFamily="34" charset="0"/>
                <a:cs typeface="Arial" panose="020B0604020202020204" pitchFamily="34" charset="0"/>
              </a:rPr>
              <a:t> </a:t>
            </a:r>
            <a:r>
              <a:rPr lang="en-US" sz="2400" i="1" dirty="0" err="1" smtClean="0">
                <a:latin typeface="Arial" panose="020B0604020202020204" pitchFamily="34" charset="0"/>
                <a:cs typeface="Arial" panose="020B0604020202020204" pitchFamily="34" charset="0"/>
              </a:rPr>
              <a:t>khi</a:t>
            </a:r>
            <a:r>
              <a:rPr lang="en-US" sz="2400" i="1" dirty="0" smtClean="0">
                <a:latin typeface="Arial" panose="020B0604020202020204" pitchFamily="34" charset="0"/>
                <a:cs typeface="Arial" panose="020B0604020202020204" pitchFamily="34" charset="0"/>
              </a:rPr>
              <a:t> </a:t>
            </a:r>
            <a:r>
              <a:rPr lang="en-US" sz="2400" i="1" dirty="0" err="1" smtClean="0">
                <a:latin typeface="Arial" panose="020B0604020202020204" pitchFamily="34" charset="0"/>
                <a:cs typeface="Arial" panose="020B0604020202020204" pitchFamily="34" charset="0"/>
              </a:rPr>
              <a:t>bú</a:t>
            </a:r>
            <a:r>
              <a:rPr lang="en-US" sz="2400" dirty="0" smtClean="0">
                <a:latin typeface="Arial" panose="020B0604020202020204" pitchFamily="34" charset="0"/>
                <a:cs typeface="Arial" panose="020B0604020202020204" pitchFamily="34" charset="0"/>
              </a:rPr>
              <a:t>) </a:t>
            </a:r>
          </a:p>
          <a:p>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a:t>
            </a:r>
            <a:r>
              <a:rPr lang="en-US" sz="2400" dirty="0" err="1" smtClean="0">
                <a:latin typeface="Arial" panose="020B0604020202020204" pitchFamily="34" charset="0"/>
                <a:cs typeface="Arial" panose="020B0604020202020204" pitchFamily="34" charset="0"/>
              </a:rPr>
              <a:t>hiều</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dài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túi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thay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đổi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từ</a:t>
            </a:r>
            <a:r>
              <a:rPr lang="en-US" sz="2400" dirty="0">
                <a:latin typeface="Arial" panose="020B0604020202020204" pitchFamily="34" charset="0"/>
                <a:cs typeface="Arial" panose="020B0604020202020204" pitchFamily="34" charset="0"/>
              </a:rPr>
              <a:t> 1,5-5,5 </a:t>
            </a:r>
            <a:r>
              <a:rPr lang="en-US" sz="2400" dirty="0" smtClean="0">
                <a:latin typeface="Arial" panose="020B0604020202020204" pitchFamily="34" charset="0"/>
                <a:cs typeface="Arial" panose="020B0604020202020204" pitchFamily="34" charset="0"/>
              </a:rPr>
              <a:t>cm(TB: </a:t>
            </a:r>
            <a:r>
              <a:rPr lang="en-US" sz="2400" dirty="0">
                <a:latin typeface="Arial" panose="020B0604020202020204" pitchFamily="34" charset="0"/>
                <a:cs typeface="Arial" panose="020B0604020202020204" pitchFamily="34" charset="0"/>
              </a:rPr>
              <a:t>3cm) ở </a:t>
            </a:r>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lớn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từ</a:t>
            </a:r>
            <a:r>
              <a:rPr lang="en-US" sz="2400" dirty="0">
                <a:latin typeface="Arial" panose="020B0604020202020204" pitchFamily="34" charset="0"/>
                <a:cs typeface="Arial" panose="020B0604020202020204" pitchFamily="34" charset="0"/>
              </a:rPr>
              <a:t> 4-8 </a:t>
            </a:r>
            <a:r>
              <a:rPr lang="en-US" sz="2400" dirty="0" smtClean="0">
                <a:latin typeface="Arial" panose="020B0604020202020204" pitchFamily="34" charset="0"/>
                <a:cs typeface="Arial" panose="020B0604020202020204" pitchFamily="34" charset="0"/>
              </a:rPr>
              <a:t>cm</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217449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65847"/>
            <a:ext cx="8596668" cy="936812"/>
          </a:xfrm>
        </p:spPr>
        <p:txBody>
          <a:bodyPr/>
          <a:lstStyle/>
          <a:p>
            <a:r>
              <a:rPr lang="en-US" dirty="0" smtClean="0">
                <a:latin typeface="Arial" panose="020B0604020202020204" pitchFamily="34" charset="0"/>
                <a:cs typeface="Arial" panose="020B0604020202020204" pitchFamily="34" charset="0"/>
              </a:rPr>
              <a:t>*</a:t>
            </a:r>
            <a:r>
              <a:rPr lang="en-US" dirty="0" err="1" smtClean="0">
                <a:latin typeface="Arial" panose="020B0604020202020204" pitchFamily="34" charset="0"/>
                <a:cs typeface="Arial" panose="020B0604020202020204" pitchFamily="34" charset="0"/>
              </a:rPr>
              <a:t>Sinh</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lý</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mật</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102659"/>
            <a:ext cx="10403042" cy="5607423"/>
          </a:xfrm>
        </p:spPr>
        <p:txBody>
          <a:bodyPr>
            <a:normAutofit/>
          </a:bodyPr>
          <a:lstStyle/>
          <a:p>
            <a:r>
              <a:rPr lang="en-US" sz="2400" dirty="0" err="1" smtClean="0">
                <a:latin typeface="Arial" panose="020B0604020202020204" pitchFamily="34" charset="0"/>
                <a:cs typeface="Arial" panose="020B0604020202020204" pitchFamily="34" charset="0"/>
              </a:rPr>
              <a:t>Mật</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TE: </a:t>
            </a:r>
            <a:r>
              <a:rPr lang="en-US" sz="2400" dirty="0" err="1">
                <a:latin typeface="Arial" panose="020B0604020202020204" pitchFamily="34" charset="0"/>
                <a:cs typeface="Arial" panose="020B0604020202020204" pitchFamily="34" charset="0"/>
              </a:rPr>
              <a:t>chứa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ít</a:t>
            </a:r>
            <a:r>
              <a:rPr lang="en-US" sz="2400" dirty="0">
                <a:latin typeface="Arial" panose="020B0604020202020204" pitchFamily="34" charset="0"/>
                <a:cs typeface="Arial" panose="020B0604020202020204" pitchFamily="34" charset="0"/>
              </a:rPr>
              <a:t> acid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acid </a:t>
            </a:r>
            <a:r>
              <a:rPr lang="en-US" sz="2400" dirty="0" err="1">
                <a:latin typeface="Arial" panose="020B0604020202020204" pitchFamily="34" charset="0"/>
                <a:cs typeface="Arial" panose="020B0604020202020204" pitchFamily="34" charset="0"/>
              </a:rPr>
              <a:t>taurocholic</a:t>
            </a:r>
            <a:r>
              <a:rPr lang="en-US" sz="2400" dirty="0">
                <a:latin typeface="Arial" panose="020B0604020202020204" pitchFamily="34" charset="0"/>
                <a:cs typeface="Arial" panose="020B0604020202020204" pitchFamily="34" charset="0"/>
              </a:rPr>
              <a:t> &gt;</a:t>
            </a: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acid </a:t>
            </a:r>
            <a:r>
              <a:rPr lang="en-US" sz="2400" dirty="0" err="1">
                <a:latin typeface="Arial" panose="020B0604020202020204" pitchFamily="34" charset="0"/>
                <a:cs typeface="Arial" panose="020B0604020202020204" pitchFamily="34" charset="0"/>
              </a:rPr>
              <a:t>glucocholic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trong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còn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chứa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nhiều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chất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nhày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nước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hắc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tố</a:t>
            </a:r>
            <a:r>
              <a:rPr lang="en-US" sz="2400" dirty="0">
                <a:latin typeface="Arial" panose="020B0604020202020204" pitchFamily="34" charset="0"/>
                <a:cs typeface="Arial" panose="020B0604020202020204" pitchFamily="34" charset="0"/>
              </a:rPr>
              <a:t>. </a:t>
            </a:r>
            <a:endParaRPr lang="en-US" sz="2400" dirty="0" smtClean="0">
              <a:latin typeface="Arial" panose="020B0604020202020204" pitchFamily="34" charset="0"/>
              <a:cs typeface="Arial" panose="020B0604020202020204" pitchFamily="34" charset="0"/>
            </a:endParaRPr>
          </a:p>
          <a:p>
            <a:r>
              <a:rPr lang="en-US" sz="2400" dirty="0" smtClean="0">
                <a:solidFill>
                  <a:schemeClr val="accent4"/>
                </a:solidFill>
                <a:latin typeface="Arial" panose="020B0604020202020204" pitchFamily="34" charset="0"/>
                <a:cs typeface="Arial" panose="020B0604020202020204" pitchFamily="34" charset="0"/>
              </a:rPr>
              <a:t>Acid </a:t>
            </a:r>
            <a:r>
              <a:rPr lang="en-US" sz="2400" dirty="0" err="1">
                <a:solidFill>
                  <a:schemeClr val="accent4"/>
                </a:solidFill>
                <a:latin typeface="Arial" panose="020B0604020202020204" pitchFamily="34" charset="0"/>
                <a:cs typeface="Arial" panose="020B0604020202020204" pitchFamily="34" charset="0"/>
              </a:rPr>
              <a:t>taurocholic</a:t>
            </a:r>
            <a:r>
              <a:rPr lang="en-US" sz="2400" dirty="0">
                <a:solidFill>
                  <a:schemeClr val="accent4"/>
                </a:solidFill>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một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chất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sát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khuẩn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tốt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hơn</a:t>
            </a:r>
            <a:r>
              <a:rPr lang="en-US" sz="2400" dirty="0">
                <a:latin typeface="Arial" panose="020B0604020202020204" pitchFamily="34" charset="0"/>
                <a:cs typeface="Arial" panose="020B0604020202020204" pitchFamily="34" charset="0"/>
              </a:rPr>
              <a:t> acid </a:t>
            </a:r>
            <a:r>
              <a:rPr lang="en-US" sz="2400" dirty="0" err="1">
                <a:latin typeface="Arial" panose="020B0604020202020204" pitchFamily="34" charset="0"/>
                <a:cs typeface="Arial" panose="020B0604020202020204" pitchFamily="34" charset="0"/>
              </a:rPr>
              <a:t>glucocholic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ngoài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còn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tăng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tụy</a:t>
            </a:r>
            <a:r>
              <a:rPr lang="en-US" sz="2400" dirty="0">
                <a:latin typeface="Arial" panose="020B0604020202020204" pitchFamily="34" charset="0"/>
                <a:cs typeface="Arial" panose="020B0604020202020204" pitchFamily="34" charset="0"/>
              </a:rPr>
              <a:t>.</a:t>
            </a:r>
          </a:p>
          <a:p>
            <a:r>
              <a:rPr lang="en-US" sz="2400" dirty="0" err="1" smtClean="0">
                <a:latin typeface="Arial" panose="020B0604020202020204" pitchFamily="34" charset="0"/>
                <a:cs typeface="Arial" panose="020B0604020202020204" pitchFamily="34" charset="0"/>
              </a:rPr>
              <a:t>Mật</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ngay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từ</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tháng</a:t>
            </a:r>
            <a:r>
              <a:rPr lang="en-US" sz="2400" dirty="0">
                <a:latin typeface="Arial" panose="020B0604020202020204" pitchFamily="34" charset="0"/>
                <a:cs typeface="Arial" panose="020B0604020202020204" pitchFamily="34" charset="0"/>
              </a:rPr>
              <a:t> t2 - t3 </a:t>
            </a:r>
            <a:r>
              <a:rPr lang="en-US" sz="2400" dirty="0" err="1">
                <a:latin typeface="Arial" panose="020B0604020202020204" pitchFamily="34" charset="0"/>
                <a:cs typeface="Arial" panose="020B0604020202020204" pitchFamily="34" charset="0"/>
              </a:rPr>
              <a:t>trong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kì</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thai.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tuần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thứ</a:t>
            </a:r>
            <a:r>
              <a:rPr lang="en-US" sz="2400" dirty="0">
                <a:latin typeface="Arial" panose="020B0604020202020204" pitchFamily="34" charset="0"/>
                <a:cs typeface="Arial" panose="020B0604020202020204" pitchFamily="34" charset="0"/>
              </a:rPr>
              <a:t> 22 </a:t>
            </a:r>
            <a:r>
              <a:rPr lang="en-US" sz="2400" dirty="0" err="1">
                <a:latin typeface="Arial" panose="020B0604020202020204" pitchFamily="34" charset="0"/>
                <a:cs typeface="Arial" panose="020B0604020202020204" pitchFamily="34" charset="0"/>
              </a:rPr>
              <a:t>bào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thai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ở </a:t>
            </a:r>
            <a:r>
              <a:rPr lang="en-US" sz="2400" dirty="0" err="1">
                <a:latin typeface="Arial" panose="020B0604020202020204" pitchFamily="34" charset="0"/>
                <a:cs typeface="Arial" panose="020B0604020202020204" pitchFamily="34" charset="0"/>
              </a:rPr>
              <a:t>túi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Trong</a:t>
            </a: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2,3 </a:t>
            </a:r>
            <a:r>
              <a:rPr lang="en-US" sz="2400" dirty="0" err="1">
                <a:latin typeface="Arial" panose="020B0604020202020204" pitchFamily="34" charset="0"/>
                <a:cs typeface="Arial" panose="020B0604020202020204" pitchFamily="34" charset="0"/>
              </a:rPr>
              <a:t>tuần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lễ</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đầu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nồng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muối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trong</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lòng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ruột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thấp</a:t>
            </a:r>
            <a:r>
              <a:rPr lang="en-US" sz="2400" dirty="0">
                <a:latin typeface="Arial" panose="020B0604020202020204" pitchFamily="34" charset="0"/>
                <a:cs typeface="Arial" panose="020B0604020202020204" pitchFamily="34" charset="0"/>
              </a:rPr>
              <a:t> so </a:t>
            </a:r>
            <a:r>
              <a:rPr lang="en-US" sz="2400" dirty="0" err="1">
                <a:latin typeface="Arial" panose="020B0604020202020204" pitchFamily="34" charset="0"/>
                <a:cs typeface="Arial" panose="020B0604020202020204" pitchFamily="34" charset="0"/>
              </a:rPr>
              <a:t>với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nồng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cần</a:t>
            </a:r>
            <a:r>
              <a:rPr lang="en-US" sz="2400" dirty="0">
                <a:latin typeface="Arial" panose="020B0604020202020204" pitchFamily="34" charset="0"/>
                <a:cs typeface="Arial" panose="020B0604020202020204" pitchFamily="34" charset="0"/>
              </a:rPr>
              <a:t> </a:t>
            </a:r>
            <a:r>
              <a:rPr lang="en-US" sz="2400" dirty="0" err="1" smtClean="0">
                <a:latin typeface="Arial" panose="020B0604020202020204" pitchFamily="34" charset="0"/>
                <a:cs typeface="Arial" panose="020B0604020202020204" pitchFamily="34" charset="0"/>
              </a:rPr>
              <a:t>thiết</a:t>
            </a:r>
            <a:r>
              <a:rPr lang="en-US" sz="2400" dirty="0" smtClean="0">
                <a:latin typeface="Arial" panose="020B0604020202020204" pitchFamily="34" charset="0"/>
                <a:cs typeface="Arial" panose="020B0604020202020204" pitchFamily="34" charset="0"/>
              </a:rPr>
              <a:t> (2-4mmol/l).</a:t>
            </a:r>
          </a:p>
          <a:p>
            <a:pPr marL="0" indent="0">
              <a:buNone/>
            </a:pPr>
            <a:endParaRPr lang="en-US" sz="2400" dirty="0">
              <a:latin typeface="Arial" panose="020B0604020202020204" pitchFamily="34" charset="0"/>
              <a:cs typeface="Arial" panose="020B0604020202020204" pitchFamily="34" charset="0"/>
            </a:endParaRPr>
          </a:p>
          <a:p>
            <a:r>
              <a:rPr lang="en-US" sz="2400" dirty="0" err="1" smtClean="0">
                <a:latin typeface="Arial" panose="020B0604020202020204" pitchFamily="34" charset="0"/>
                <a:cs typeface="Arial" panose="020B0604020202020204" pitchFamily="34" charset="0"/>
              </a:rPr>
              <a:t>Trẻ</a:t>
            </a:r>
            <a:r>
              <a:rPr lang="en-US" sz="2400" dirty="0" smtClean="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teo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đường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bẩm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bài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trạng</a:t>
            </a:r>
            <a:r>
              <a:rPr lang="en-US" sz="2400" dirty="0">
                <a:latin typeface="Arial" panose="020B0604020202020204" pitchFamily="34" charset="0"/>
                <a:cs typeface="Arial" panose="020B0604020202020204" pitchFamily="34" charset="0"/>
              </a:rPr>
              <a:t> ứ </a:t>
            </a:r>
            <a:r>
              <a:rPr lang="en-US" sz="2400" dirty="0" err="1">
                <a:latin typeface="Arial" panose="020B0604020202020204" pitchFamily="34" charset="0"/>
                <a:cs typeface="Arial" panose="020B0604020202020204" pitchFamily="34" charset="0"/>
              </a:rPr>
              <a:t>mật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gây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rối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loạn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chất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béo</a:t>
            </a:r>
            <a:r>
              <a:rPr lang="en-US" sz="2400" dirty="0">
                <a:latin typeface="Arial" panose="020B0604020202020204" pitchFamily="34" charset="0"/>
                <a:cs typeface="Arial" panose="020B0604020202020204" pitchFamily="34" charset="0"/>
              </a:rPr>
              <a:t>.</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846980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058"/>
            <a:ext cx="9816353" cy="1320800"/>
          </a:xfrm>
        </p:spPr>
        <p:txBody>
          <a:bodyPr>
            <a:noAutofit/>
          </a:bodyPr>
          <a:lstStyle/>
          <a:p>
            <a:r>
              <a:rPr lang="en-US" sz="3600" dirty="0" smtClean="0">
                <a:latin typeface="Arial" panose="020B0604020202020204" pitchFamily="34" charset="0"/>
                <a:cs typeface="Arial" panose="020B0604020202020204" pitchFamily="34" charset="0"/>
              </a:rPr>
              <a:t>CLB NHI KHOA _ĐH Y DƯỢC HẢI PHÒNG</a:t>
            </a:r>
            <a:endParaRPr lang="en-US" sz="3600" dirty="0">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432858"/>
            <a:ext cx="10489406" cy="5425142"/>
          </a:xfrm>
        </p:spPr>
      </p:pic>
    </p:spTree>
    <p:extLst>
      <p:ext uri="{BB962C8B-B14F-4D97-AF65-F5344CB8AC3E}">
        <p14:creationId xmlns:p14="http://schemas.microsoft.com/office/powerpoint/2010/main" val="4196461342"/>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303</TotalTime>
  <Words>3093</Words>
  <Application>Microsoft Office PowerPoint</Application>
  <PresentationFormat>Widescreen</PresentationFormat>
  <Paragraphs>325</Paragraphs>
  <Slides>55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Arial</vt:lpstr>
      <vt:lpstr>Calibri</vt:lpstr>
      <vt:lpstr>Tahoma</vt:lpstr>
      <vt:lpstr>Times New Roman</vt:lpstr>
      <vt:lpstr>Trebuchet MS</vt:lpstr>
      <vt:lpstr>Wingdings</vt:lpstr>
      <vt:lpstr>Wingdings 3</vt:lpstr>
      <vt:lpstr>Facet</vt:lpstr>
      <vt:lpstr>Đặc điểm giải phẫu,  sinh lý hệ tiêu hóa ở trẻ em</vt:lpstr>
      <vt:lpstr>I. Đại cương hệ tiêu hóa:</vt:lpstr>
      <vt:lpstr>I. Đại cương :</vt:lpstr>
      <vt:lpstr>Chức năng :</vt:lpstr>
      <vt:lpstr>Cấu tạo vi thể:</vt:lpstr>
      <vt:lpstr>1. Miệng:</vt:lpstr>
      <vt:lpstr>Phản xạ bú – nuốt</vt:lpstr>
      <vt:lpstr>Miệng:</vt:lpstr>
      <vt:lpstr>Tuyến nước bọt</vt:lpstr>
      <vt:lpstr>Tuyến nước bọt</vt:lpstr>
      <vt:lpstr>2. Thực quản:</vt:lpstr>
      <vt:lpstr>Thực quản</vt:lpstr>
      <vt:lpstr>Sự co bóp thực quản</vt:lpstr>
      <vt:lpstr>*Một số dị tật bẩm sinh: Teo Thực quản</vt:lpstr>
      <vt:lpstr>3.Dạ dày:</vt:lpstr>
      <vt:lpstr>*Giải phẫu dạ dày</vt:lpstr>
      <vt:lpstr>*Giải phẫu dạ dày</vt:lpstr>
      <vt:lpstr>*Giải phẫu dạ dày</vt:lpstr>
      <vt:lpstr>*Giải phẫu dạ dày</vt:lpstr>
      <vt:lpstr>*Sinh lý dạ dày</vt:lpstr>
      <vt:lpstr>*Sinh lý dạ dày</vt:lpstr>
      <vt:lpstr>*Sinh lý dạ dày</vt:lpstr>
      <vt:lpstr>*Sinh lý dạ dày</vt:lpstr>
      <vt:lpstr>*Sinh lý dạ dày</vt:lpstr>
      <vt:lpstr>*Sinh lý dạ dày</vt:lpstr>
      <vt:lpstr>*Sinh lý dạ dày</vt:lpstr>
      <vt:lpstr>*Sinh lý dạ dày</vt:lpstr>
      <vt:lpstr>*Sinh lý dạ dày</vt:lpstr>
      <vt:lpstr>*Sinh lý dạ dày</vt:lpstr>
      <vt:lpstr>*Sinh lý dạ dày</vt:lpstr>
      <vt:lpstr>*Sinh lý dạ dày</vt:lpstr>
      <vt:lpstr>*Một số bệnh lý tại dạ dày: Hẹp phì đại môn vị:      Xoắn dạ dày:</vt:lpstr>
      <vt:lpstr>4. RUỘT</vt:lpstr>
      <vt:lpstr>*Giải phẫu ruột: </vt:lpstr>
      <vt:lpstr>*Giải phẫu ruột:</vt:lpstr>
      <vt:lpstr>*Chức năng của enzym</vt:lpstr>
      <vt:lpstr>Vi khuẩn</vt:lpstr>
      <vt:lpstr>Vi khuẩn</vt:lpstr>
      <vt:lpstr>Chức năng của đại tràng</vt:lpstr>
      <vt:lpstr>Lồng ruột</vt:lpstr>
      <vt:lpstr>Lồng ruột</vt:lpstr>
      <vt:lpstr>Lồng ruột</vt:lpstr>
      <vt:lpstr>PowerPoint Presentation</vt:lpstr>
      <vt:lpstr>5. Tụy tạng:</vt:lpstr>
      <vt:lpstr>*Giải phẫu tụy tạng</vt:lpstr>
      <vt:lpstr>*Chức năng tụy tạng</vt:lpstr>
      <vt:lpstr>Viêm tụy cấp ở trẻ em</vt:lpstr>
      <vt:lpstr>6. Gan:</vt:lpstr>
      <vt:lpstr>*Giải phẫu gan: </vt:lpstr>
      <vt:lpstr>*Giải phẫu gan: </vt:lpstr>
      <vt:lpstr>*Giải phẫu gan: </vt:lpstr>
      <vt:lpstr>*Chức phận của gan: </vt:lpstr>
      <vt:lpstr>7. Mật</vt:lpstr>
      <vt:lpstr>*Sinh lý mật:</vt:lpstr>
      <vt:lpstr>CLB NHI KHOA _ĐH Y DƯỢC HẢI PHÒNG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thi nguyet</dc:creator>
  <cp:lastModifiedBy>nguyen thi nguyet</cp:lastModifiedBy>
  <cp:revision>34</cp:revision>
  <dcterms:created xsi:type="dcterms:W3CDTF">2019-09-15T14:52:25Z</dcterms:created>
  <dcterms:modified xsi:type="dcterms:W3CDTF">2019-09-16T13:07:09Z</dcterms:modified>
</cp:coreProperties>
</file>